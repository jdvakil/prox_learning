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1"/>
    <p:sldId id="257" r:id="rId22"/>
    <p:sldId id="258" r:id="rId23"/>
  </p:sldIdLst>
  <p:sldSz cx="12480000" cy="5600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21" Type="http://schemas.openxmlformats.org/officeDocument/2006/relationships/slide" Target="slides/slide1.xml" /><ns0:Relationship Id="rId22" Type="http://schemas.openxmlformats.org/officeDocument/2006/relationships/slide" Target="slides/slide2.xml" /><ns0:Relationship Id="rId23" Type="http://schemas.openxmlformats.org/officeDocument/2006/relationships/slide" Target="slides/slide3.xml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whole_body_1_2.png" /><ns0:Relationship Id="rId3" Type="http://schemas.openxmlformats.org/officeDocument/2006/relationships/image" Target="../media/whole_body_1_3.png" /><ns0:Relationship Id="rId4" Type="http://schemas.openxmlformats.org/officeDocument/2006/relationships/image" Target="../media/whole_body_1_4.png" /><ns0:Relationship Id="rId5" Type="http://schemas.openxmlformats.org/officeDocument/2006/relationships/image" Target="../media/whole_body_1_5.png" /><ns0:Relationship Id="rId6" Type="http://schemas.openxmlformats.org/officeDocument/2006/relationships/image" Target="../media/whole_body_1_6.png" /><ns0:Relationship Id="rId7" Type="http://schemas.openxmlformats.org/officeDocument/2006/relationships/image" Target="../media/whole_body_1_7.png" /><ns0:Relationship Id="rId8" Type="http://schemas.openxmlformats.org/officeDocument/2006/relationships/image" Target="../media/whole_body_1_8.png" /><ns0:Relationship Id="rId9" Type="http://schemas.openxmlformats.org/officeDocument/2006/relationships/image" Target="../media/whole_body_1_9.png" /><ns0:Relationship Id="rId10" Type="http://schemas.openxmlformats.org/officeDocument/2006/relationships/image" Target="../media/whole_body_1_10.png" /><ns0:Relationship Id="rId11" Type="http://schemas.openxmlformats.org/officeDocument/2006/relationships/image" Target="../media/whole_body_1_11.png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whole_body_2_2.png" /><ns0:Relationship Id="rId3" Type="http://schemas.openxmlformats.org/officeDocument/2006/relationships/image" Target="../media/whole_body_2_3.png" /><ns0:Relationship Id="rId4" Type="http://schemas.openxmlformats.org/officeDocument/2006/relationships/image" Target="../media/whole_body_2_4.png" /><ns0:Relationship Id="rId5" Type="http://schemas.openxmlformats.org/officeDocument/2006/relationships/image" Target="../media/whole_body_2_5.png" /><ns0:Relationship Id="rId6" Type="http://schemas.openxmlformats.org/officeDocument/2006/relationships/image" Target="../media/whole_body_2_6.png" /><ns0:Relationship Id="rId7" Type="http://schemas.openxmlformats.org/officeDocument/2006/relationships/image" Target="../media/whole_body_2_7.png" /><ns0:Relationship Id="rId8" Type="http://schemas.openxmlformats.org/officeDocument/2006/relationships/image" Target="../media/whole_body_2_8.png" /><ns0:Relationship Id="rId9" Type="http://schemas.openxmlformats.org/officeDocument/2006/relationships/image" Target="../media/whole_body_2_9.png" /><ns0:Relationship Id="rId10" Type="http://schemas.openxmlformats.org/officeDocument/2006/relationships/image" Target="../media/whole_body_2_10.png" /><ns0:Relationship Id="rId11" Type="http://schemas.openxmlformats.org/officeDocument/2006/relationships/image" Target="../media/whole_body_2_11.png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whole_body_3_2.png" /><ns0:Relationship Id="rId3" Type="http://schemas.openxmlformats.org/officeDocument/2006/relationships/image" Target="../media/whole_body_3_3.png" /><ns0:Relationship Id="rId4" Type="http://schemas.openxmlformats.org/officeDocument/2006/relationships/image" Target="../media/whole_body_3_4.png" /><ns0:Relationship Id="rId5" Type="http://schemas.openxmlformats.org/officeDocument/2006/relationships/image" Target="../media/whole_body_3_5.png" /><ns0:Relationship Id="rId6" Type="http://schemas.openxmlformats.org/officeDocument/2006/relationships/image" Target="../media/whole_body_3_6.png" /><ns0:Relationship Id="rId7" Type="http://schemas.openxmlformats.org/officeDocument/2006/relationships/image" Target="../media/whole_body_3_7.png" /><ns0:Relationship Id="rId8" Type="http://schemas.openxmlformats.org/officeDocument/2006/relationships/image" Target="../media/whole_body_3_8.png" /><ns0:Relationship Id="rId9" Type="http://schemas.openxmlformats.org/officeDocument/2006/relationships/image" Target="../media/whole_body_3_9.png" /><ns0:Relationship Id="rId10" Type="http://schemas.openxmlformats.org/officeDocument/2006/relationships/image" Target="../media/whole_body_3_10.png" /><ns0:Relationship Id="rId11" Type="http://schemas.openxmlformats.org/officeDocument/2006/relationships/image" Target="../media/whole_body_3_11.pn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kitchen_items/scene_focu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00000" cy="5600000"/>
          </a:xfrm>
          <a:prstGeom prst="rect">
            <a:avLst/>
          </a:prstGeom>
        </p:spPr>
      </p:pic>
      <p:pic>
        <p:nvPicPr>
          <p:cNvPr id="3" name="kitchen_items/link6_sensor_3/rgb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080000" y="115000"/>
            <a:ext cx="1750000" cy="1750000"/>
          </a:xfrm>
          <a:prstGeom prst="rect">
            <a:avLst/>
          </a:prstGeom>
        </p:spPr>
      </p:pic>
      <p:pic>
        <p:nvPicPr>
          <p:cNvPr id="4" name="kitchen_items/link6_sensor_3/depth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880000" y="115000"/>
            <a:ext cx="1750000" cy="1750000"/>
          </a:xfrm>
          <a:prstGeom prst="rect">
            <a:avLst/>
          </a:prstGeom>
        </p:spPr>
      </p:pic>
      <p:pic>
        <p:nvPicPr>
          <p:cNvPr id="5" name="kitchen_items/link6_sensor_3/readout_8x8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10680000" y="115000"/>
            <a:ext cx="1750000" cy="1750000"/>
          </a:xfrm>
          <a:prstGeom prst="rect">
            <a:avLst/>
          </a:prstGeom>
        </p:spPr>
      </p:pic>
      <p:pic>
        <p:nvPicPr>
          <p:cNvPr id="6" name="kitchen_items/link5_back_sensor_4/rgb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7080000" y="1940000"/>
            <a:ext cx="1750000" cy="1750000"/>
          </a:xfrm>
          <a:prstGeom prst="rect">
            <a:avLst/>
          </a:prstGeom>
        </p:spPr>
      </p:pic>
      <p:pic>
        <p:nvPicPr>
          <p:cNvPr id="7" name="kitchen_items/link5_back_sensor_4/depth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8880000" y="1940000"/>
            <a:ext cx="1750000" cy="1750000"/>
          </a:xfrm>
          <a:prstGeom prst="rect">
            <a:avLst/>
          </a:prstGeom>
        </p:spPr>
      </p:pic>
      <p:pic>
        <p:nvPicPr>
          <p:cNvPr id="8" name="kitchen_items/link5_back_sensor_4/readout_8x8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10680000" y="1940000"/>
            <a:ext cx="1750000" cy="1750000"/>
          </a:xfrm>
          <a:prstGeom prst="rect">
            <a:avLst/>
          </a:prstGeom>
        </p:spPr>
      </p:pic>
      <p:pic>
        <p:nvPicPr>
          <p:cNvPr id="9" name="kitchen_items/link2_sensor_3/rgb.png"/>
          <p:cNvPicPr/>
          <p:nvPr/>
        </p:nvPicPr>
        <p:blipFill>
          <a:blip r:embed="rId9"/>
          <a:stretch>
            <a:fillRect/>
          </a:stretch>
        </p:blipFill>
        <p:spPr>
          <a:xfrm>
            <a:off x="7080000" y="3765000"/>
            <a:ext cx="1750000" cy="1750000"/>
          </a:xfrm>
          <a:prstGeom prst="rect">
            <a:avLst/>
          </a:prstGeom>
        </p:spPr>
      </p:pic>
      <p:pic>
        <p:nvPicPr>
          <p:cNvPr id="10" name="kitchen_items/link2_sensor_3/depth.png"/>
          <p:cNvPicPr/>
          <p:nvPr/>
        </p:nvPicPr>
        <p:blipFill>
          <a:blip r:embed="rId10"/>
          <a:stretch>
            <a:fillRect/>
          </a:stretch>
        </p:blipFill>
        <p:spPr>
          <a:xfrm>
            <a:off x="8880000" y="3765000"/>
            <a:ext cx="1750000" cy="1750000"/>
          </a:xfrm>
          <a:prstGeom prst="rect">
            <a:avLst/>
          </a:prstGeom>
        </p:spPr>
      </p:pic>
      <p:pic>
        <p:nvPicPr>
          <p:cNvPr id="11" name="kitchen_items/link2_sensor_3/readout_8x8.png"/>
          <p:cNvPicPr/>
          <p:nvPr/>
        </p:nvPicPr>
        <p:blipFill>
          <a:blip r:embed="rId11"/>
          <a:stretch>
            <a:fillRect/>
          </a:stretch>
        </p:blipFill>
        <p:spPr>
          <a:xfrm>
            <a:off x="10680000" y="3765000"/>
            <a:ext cx="1750000" cy="17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binet_cavity/scene_focu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00000" cy="5600000"/>
          </a:xfrm>
          <a:prstGeom prst="rect">
            <a:avLst/>
          </a:prstGeom>
        </p:spPr>
      </p:pic>
      <p:pic>
        <p:nvPicPr>
          <p:cNvPr id="3" name="cabinet_cavity/link6_sensor_4/rgb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080000" y="115000"/>
            <a:ext cx="1750000" cy="1750000"/>
          </a:xfrm>
          <a:prstGeom prst="rect">
            <a:avLst/>
          </a:prstGeom>
        </p:spPr>
      </p:pic>
      <p:pic>
        <p:nvPicPr>
          <p:cNvPr id="4" name="cabinet_cavity/link6_sensor_4/depth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880000" y="115000"/>
            <a:ext cx="1750000" cy="1750000"/>
          </a:xfrm>
          <a:prstGeom prst="rect">
            <a:avLst/>
          </a:prstGeom>
        </p:spPr>
      </p:pic>
      <p:pic>
        <p:nvPicPr>
          <p:cNvPr id="5" name="cabinet_cavity/link6_sensor_4/readout_8x8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10680000" y="115000"/>
            <a:ext cx="1750000" cy="1750000"/>
          </a:xfrm>
          <a:prstGeom prst="rect">
            <a:avLst/>
          </a:prstGeom>
        </p:spPr>
      </p:pic>
      <p:pic>
        <p:nvPicPr>
          <p:cNvPr id="6" name="cabinet_cavity/link5_back_sensor_4/rgb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7080000" y="1940000"/>
            <a:ext cx="1750000" cy="1750000"/>
          </a:xfrm>
          <a:prstGeom prst="rect">
            <a:avLst/>
          </a:prstGeom>
        </p:spPr>
      </p:pic>
      <p:pic>
        <p:nvPicPr>
          <p:cNvPr id="7" name="cabinet_cavity/link5_back_sensor_4/depth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8880000" y="1940000"/>
            <a:ext cx="1750000" cy="1750000"/>
          </a:xfrm>
          <a:prstGeom prst="rect">
            <a:avLst/>
          </a:prstGeom>
        </p:spPr>
      </p:pic>
      <p:pic>
        <p:nvPicPr>
          <p:cNvPr id="8" name="cabinet_cavity/link5_back_sensor_4/readout_8x8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10680000" y="1940000"/>
            <a:ext cx="1750000" cy="1750000"/>
          </a:xfrm>
          <a:prstGeom prst="rect">
            <a:avLst/>
          </a:prstGeom>
        </p:spPr>
      </p:pic>
      <p:pic>
        <p:nvPicPr>
          <p:cNvPr id="9" name="cabinet_cavity/link1_sensor_3/rgb.png"/>
          <p:cNvPicPr/>
          <p:nvPr/>
        </p:nvPicPr>
        <p:blipFill>
          <a:blip r:embed="rId9"/>
          <a:stretch>
            <a:fillRect/>
          </a:stretch>
        </p:blipFill>
        <p:spPr>
          <a:xfrm>
            <a:off x="7080000" y="3765000"/>
            <a:ext cx="1750000" cy="1750000"/>
          </a:xfrm>
          <a:prstGeom prst="rect">
            <a:avLst/>
          </a:prstGeom>
        </p:spPr>
      </p:pic>
      <p:pic>
        <p:nvPicPr>
          <p:cNvPr id="10" name="cabinet_cavity/link1_sensor_3/depth.png"/>
          <p:cNvPicPr/>
          <p:nvPr/>
        </p:nvPicPr>
        <p:blipFill>
          <a:blip r:embed="rId10"/>
          <a:stretch>
            <a:fillRect/>
          </a:stretch>
        </p:blipFill>
        <p:spPr>
          <a:xfrm>
            <a:off x="8880000" y="3765000"/>
            <a:ext cx="1750000" cy="1750000"/>
          </a:xfrm>
          <a:prstGeom prst="rect">
            <a:avLst/>
          </a:prstGeom>
        </p:spPr>
      </p:pic>
      <p:pic>
        <p:nvPicPr>
          <p:cNvPr id="11" name="cabinet_cavity/link1_sensor_3/readout_8x8.png"/>
          <p:cNvPicPr/>
          <p:nvPr/>
        </p:nvPicPr>
        <p:blipFill>
          <a:blip r:embed="rId11"/>
          <a:stretch>
            <a:fillRect/>
          </a:stretch>
        </p:blipFill>
        <p:spPr>
          <a:xfrm>
            <a:off x="10680000" y="3765000"/>
            <a:ext cx="1750000" cy="175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mehood_clutter/scene_focu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00000" cy="5600000"/>
          </a:xfrm>
          <a:prstGeom prst="rect">
            <a:avLst/>
          </a:prstGeom>
        </p:spPr>
      </p:pic>
      <p:pic>
        <p:nvPicPr>
          <p:cNvPr id="3" name="fumehood_clutter/link6_sensor_4/rgb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080000" y="115000"/>
            <a:ext cx="1750000" cy="1750000"/>
          </a:xfrm>
          <a:prstGeom prst="rect">
            <a:avLst/>
          </a:prstGeom>
        </p:spPr>
      </p:pic>
      <p:pic>
        <p:nvPicPr>
          <p:cNvPr id="4" name="fumehood_clutter/link6_sensor_4/depth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880000" y="115000"/>
            <a:ext cx="1750000" cy="1750000"/>
          </a:xfrm>
          <a:prstGeom prst="rect">
            <a:avLst/>
          </a:prstGeom>
        </p:spPr>
      </p:pic>
      <p:pic>
        <p:nvPicPr>
          <p:cNvPr id="5" name="fumehood_clutter/link6_sensor_4/readout_8x8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10680000" y="115000"/>
            <a:ext cx="1750000" cy="1750000"/>
          </a:xfrm>
          <a:prstGeom prst="rect">
            <a:avLst/>
          </a:prstGeom>
        </p:spPr>
      </p:pic>
      <p:pic>
        <p:nvPicPr>
          <p:cNvPr id="6" name="fumehood_clutter/link6_sensor_3/rgb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7080000" y="1940000"/>
            <a:ext cx="1750000" cy="1750000"/>
          </a:xfrm>
          <a:prstGeom prst="rect">
            <a:avLst/>
          </a:prstGeom>
        </p:spPr>
      </p:pic>
      <p:pic>
        <p:nvPicPr>
          <p:cNvPr id="7" name="fumehood_clutter/link6_sensor_3/depth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8880000" y="1940000"/>
            <a:ext cx="1750000" cy="1750000"/>
          </a:xfrm>
          <a:prstGeom prst="rect">
            <a:avLst/>
          </a:prstGeom>
        </p:spPr>
      </p:pic>
      <p:pic>
        <p:nvPicPr>
          <p:cNvPr id="8" name="fumehood_clutter/link6_sensor_3/readout_8x8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10680000" y="1940000"/>
            <a:ext cx="1750000" cy="1750000"/>
          </a:xfrm>
          <a:prstGeom prst="rect">
            <a:avLst/>
          </a:prstGeom>
        </p:spPr>
      </p:pic>
      <p:pic>
        <p:nvPicPr>
          <p:cNvPr id="9" name="fumehood_clutter/link5_back_sensor_4/rgb.png"/>
          <p:cNvPicPr/>
          <p:nvPr/>
        </p:nvPicPr>
        <p:blipFill>
          <a:blip r:embed="rId9"/>
          <a:stretch>
            <a:fillRect/>
          </a:stretch>
        </p:blipFill>
        <p:spPr>
          <a:xfrm>
            <a:off x="7080000" y="3765000"/>
            <a:ext cx="1750000" cy="1750000"/>
          </a:xfrm>
          <a:prstGeom prst="rect">
            <a:avLst/>
          </a:prstGeom>
        </p:spPr>
      </p:pic>
      <p:pic>
        <p:nvPicPr>
          <p:cNvPr id="10" name="fumehood_clutter/link5_back_sensor_4/depth.png"/>
          <p:cNvPicPr/>
          <p:nvPr/>
        </p:nvPicPr>
        <p:blipFill>
          <a:blip r:embed="rId10"/>
          <a:stretch>
            <a:fillRect/>
          </a:stretch>
        </p:blipFill>
        <p:spPr>
          <a:xfrm>
            <a:off x="8880000" y="3765000"/>
            <a:ext cx="1750000" cy="1750000"/>
          </a:xfrm>
          <a:prstGeom prst="rect">
            <a:avLst/>
          </a:prstGeom>
        </p:spPr>
      </p:pic>
      <p:pic>
        <p:nvPicPr>
          <p:cNvPr id="11" name="fumehood_clutter/link5_back_sensor_4/readout_8x8.png"/>
          <p:cNvPicPr/>
          <p:nvPr/>
        </p:nvPicPr>
        <p:blipFill>
          <a:blip r:embed="rId11"/>
          <a:stretch>
            <a:fillRect/>
          </a:stretch>
        </p:blipFill>
        <p:spPr>
          <a:xfrm>
            <a:off x="10680000" y="3765000"/>
            <a:ext cx="1750000" cy="17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Whole-body sensing: original scene assets</dc:title>
  <dc:subject/>
  <dc:creator/>
  <ns0:keywords/>
  <dc:description>Three text-free figure layouts; every image panel is independently editable.</dc:description>
  <ns0:lastModifiedBy>Steve Canny</ns0:lastModifiedBy>
  <ns0:revision>1</ns0:revision>
  <ns2:created xsi:type="dcterms:W3CDTF">2013-01-27T09:14:16Z</ns2:created>
  <ns2:modified xsi:type="dcterms:W3CDTF">2013-01-27T09:15:58Z</ns2:modified>
  <ns0:category/>
</ns0:coreProperties>
</file>