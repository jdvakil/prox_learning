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1"/>
    <p:sldId id="257" r:id="rId22"/>
  </p:sldIdLst>
  <p:sldSz cx="11808000" cy="2976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21" Type="http://schemas.openxmlformats.org/officeDocument/2006/relationships/slide" Target="slides/slide1.xml" /><ns0:Relationship Id="rId22" Type="http://schemas.openxmlformats.org/officeDocument/2006/relationships/slide" Target="slides/slide2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side_view_collision_01.png" /><ns0:Relationship Id="rId3" Type="http://schemas.openxmlformats.org/officeDocument/2006/relationships/image" Target="../media/side_view_collision_02.png" /><ns0:Relationship Id="rId4" Type="http://schemas.openxmlformats.org/officeDocument/2006/relationships/image" Target="../media/side_view_collision_03.png" /><ns0:Relationship Id="rId5" Type="http://schemas.openxmlformats.org/officeDocument/2006/relationships/image" Target="../media/side_view_collision_04.png" /><ns0:Relationship Id="rId6" Type="http://schemas.openxmlformats.org/officeDocument/2006/relationships/image" Target="../media/side_view_collision_05.png" /><ns0:Relationship Id="rId7" Type="http://schemas.openxmlformats.org/officeDocument/2006/relationships/image" Target="../media/side_view_collision_06.png" /><ns0:Relationship Id="rId8" Type="http://schemas.openxmlformats.org/officeDocument/2006/relationships/image" Target="../media/side_view_avoidance_01.png" /><ns0:Relationship Id="rId9" Type="http://schemas.openxmlformats.org/officeDocument/2006/relationships/image" Target="../media/side_view_avoidance_02.png" /><ns0:Relationship Id="rId10" Type="http://schemas.openxmlformats.org/officeDocument/2006/relationships/image" Target="../media/side_view_avoidance_03.png" /><ns0:Relationship Id="rId11" Type="http://schemas.openxmlformats.org/officeDocument/2006/relationships/image" Target="../media/side_view_avoidance_04.png" /><ns0:Relationship Id="rId12" Type="http://schemas.openxmlformats.org/officeDocument/2006/relationships/image" Target="../media/side_view_avoidance_05.png" /><ns0:Relationship Id="rId13" Type="http://schemas.openxmlformats.org/officeDocument/2006/relationships/image" Target="../media/side_view_avoidance_06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opposite_side_collision_01.png" /><ns0:Relationship Id="rId3" Type="http://schemas.openxmlformats.org/officeDocument/2006/relationships/image" Target="../media/opposite_side_collision_02.png" /><ns0:Relationship Id="rId4" Type="http://schemas.openxmlformats.org/officeDocument/2006/relationships/image" Target="../media/opposite_side_collision_03.png" /><ns0:Relationship Id="rId5" Type="http://schemas.openxmlformats.org/officeDocument/2006/relationships/image" Target="../media/opposite_side_collision_04.png" /><ns0:Relationship Id="rId6" Type="http://schemas.openxmlformats.org/officeDocument/2006/relationships/image" Target="../media/opposite_side_collision_05.png" /><ns0:Relationship Id="rId7" Type="http://schemas.openxmlformats.org/officeDocument/2006/relationships/image" Target="../media/opposite_side_collision_06.png" /><ns0:Relationship Id="rId8" Type="http://schemas.openxmlformats.org/officeDocument/2006/relationships/image" Target="../media/opposite_side_avoidance_01.png" /><ns0:Relationship Id="rId9" Type="http://schemas.openxmlformats.org/officeDocument/2006/relationships/image" Target="../media/opposite_side_avoidance_02.png" /><ns0:Relationship Id="rId10" Type="http://schemas.openxmlformats.org/officeDocument/2006/relationships/image" Target="../media/opposite_side_avoidance_03.png" /><ns0:Relationship Id="rId11" Type="http://schemas.openxmlformats.org/officeDocument/2006/relationships/image" Target="../media/opposite_side_avoidance_04.png" /><ns0:Relationship Id="rId12" Type="http://schemas.openxmlformats.org/officeDocument/2006/relationships/image" Target="../media/opposite_side_avoidance_05.png" /><ns0:Relationship Id="rId13" Type="http://schemas.openxmlformats.org/officeDocument/2006/relationships/image" Target="../media/opposite_side_avoidance_06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ide_view/collision/frame_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000" y="24000"/>
            <a:ext cx="1920000" cy="1440000"/>
          </a:xfrm>
          <a:prstGeom prst="rect">
            <a:avLst/>
          </a:prstGeom>
        </p:spPr>
      </p:pic>
      <p:pic>
        <p:nvPicPr>
          <p:cNvPr id="3" name="side_view/collision/frame_0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92000" y="24000"/>
            <a:ext cx="1920000" cy="1440000"/>
          </a:xfrm>
          <a:prstGeom prst="rect">
            <a:avLst/>
          </a:prstGeom>
        </p:spPr>
      </p:pic>
      <p:pic>
        <p:nvPicPr>
          <p:cNvPr id="4" name="side_view/collision/frame_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24000"/>
            <a:ext cx="1920000" cy="1440000"/>
          </a:xfrm>
          <a:prstGeom prst="rect">
            <a:avLst/>
          </a:prstGeom>
        </p:spPr>
      </p:pic>
      <p:pic>
        <p:nvPicPr>
          <p:cNvPr id="5" name="side_view/collision/frame_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28000" y="24000"/>
            <a:ext cx="1920000" cy="1440000"/>
          </a:xfrm>
          <a:prstGeom prst="rect">
            <a:avLst/>
          </a:prstGeom>
        </p:spPr>
      </p:pic>
      <p:pic>
        <p:nvPicPr>
          <p:cNvPr id="6" name="side_view/collision/frame_0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896000" y="24000"/>
            <a:ext cx="1920000" cy="1440000"/>
          </a:xfrm>
          <a:prstGeom prst="rect">
            <a:avLst/>
          </a:prstGeom>
        </p:spPr>
      </p:pic>
      <p:pic>
        <p:nvPicPr>
          <p:cNvPr id="7" name="side_view/collision/frame_0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9864000" y="24000"/>
            <a:ext cx="1920000" cy="1440000"/>
          </a:xfrm>
          <a:prstGeom prst="rect">
            <a:avLst/>
          </a:prstGeom>
        </p:spPr>
      </p:pic>
      <p:pic>
        <p:nvPicPr>
          <p:cNvPr id="8" name="side_view/avoidance/frame_01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24000" y="1512000"/>
            <a:ext cx="1920000" cy="1440000"/>
          </a:xfrm>
          <a:prstGeom prst="rect">
            <a:avLst/>
          </a:prstGeom>
        </p:spPr>
      </p:pic>
      <p:pic>
        <p:nvPicPr>
          <p:cNvPr id="9" name="side_view/avoidance/frame_02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92000" y="1512000"/>
            <a:ext cx="1920000" cy="1440000"/>
          </a:xfrm>
          <a:prstGeom prst="rect">
            <a:avLst/>
          </a:prstGeom>
        </p:spPr>
      </p:pic>
      <p:pic>
        <p:nvPicPr>
          <p:cNvPr id="10" name="side_view/avoidance/frame_03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0000" y="1512000"/>
            <a:ext cx="1920000" cy="1440000"/>
          </a:xfrm>
          <a:prstGeom prst="rect">
            <a:avLst/>
          </a:prstGeom>
        </p:spPr>
      </p:pic>
      <p:pic>
        <p:nvPicPr>
          <p:cNvPr id="11" name="side_view/avoidance/frame_04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5928000" y="1512000"/>
            <a:ext cx="1920000" cy="1440000"/>
          </a:xfrm>
          <a:prstGeom prst="rect">
            <a:avLst/>
          </a:prstGeom>
        </p:spPr>
      </p:pic>
      <p:pic>
        <p:nvPicPr>
          <p:cNvPr id="12" name="side_view/avoidance/frame_05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7896000" y="1512000"/>
            <a:ext cx="1920000" cy="1440000"/>
          </a:xfrm>
          <a:prstGeom prst="rect">
            <a:avLst/>
          </a:prstGeom>
        </p:spPr>
      </p:pic>
      <p:pic>
        <p:nvPicPr>
          <p:cNvPr id="13" name="side_view/avoidance/frame_06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9864000" y="1512000"/>
            <a:ext cx="192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pposite_side/collision/frame_0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4000" y="24000"/>
            <a:ext cx="1920000" cy="1440000"/>
          </a:xfrm>
          <a:prstGeom prst="rect">
            <a:avLst/>
          </a:prstGeom>
        </p:spPr>
      </p:pic>
      <p:pic>
        <p:nvPicPr>
          <p:cNvPr id="3" name="opposite_side/collision/frame_0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92000" y="24000"/>
            <a:ext cx="1920000" cy="1440000"/>
          </a:xfrm>
          <a:prstGeom prst="rect">
            <a:avLst/>
          </a:prstGeom>
        </p:spPr>
      </p:pic>
      <p:pic>
        <p:nvPicPr>
          <p:cNvPr id="4" name="opposite_side/collision/frame_03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960000" y="24000"/>
            <a:ext cx="1920000" cy="1440000"/>
          </a:xfrm>
          <a:prstGeom prst="rect">
            <a:avLst/>
          </a:prstGeom>
        </p:spPr>
      </p:pic>
      <p:pic>
        <p:nvPicPr>
          <p:cNvPr id="5" name="opposite_side/collision/frame_04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928000" y="24000"/>
            <a:ext cx="1920000" cy="1440000"/>
          </a:xfrm>
          <a:prstGeom prst="rect">
            <a:avLst/>
          </a:prstGeom>
        </p:spPr>
      </p:pic>
      <p:pic>
        <p:nvPicPr>
          <p:cNvPr id="6" name="opposite_side/collision/frame_05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896000" y="24000"/>
            <a:ext cx="1920000" cy="1440000"/>
          </a:xfrm>
          <a:prstGeom prst="rect">
            <a:avLst/>
          </a:prstGeom>
        </p:spPr>
      </p:pic>
      <p:pic>
        <p:nvPicPr>
          <p:cNvPr id="7" name="opposite_side/collision/frame_06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9864000" y="24000"/>
            <a:ext cx="1920000" cy="1440000"/>
          </a:xfrm>
          <a:prstGeom prst="rect">
            <a:avLst/>
          </a:prstGeom>
        </p:spPr>
      </p:pic>
      <p:pic>
        <p:nvPicPr>
          <p:cNvPr id="8" name="opposite_side/avoidance/frame_01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24000" y="1512000"/>
            <a:ext cx="1920000" cy="1440000"/>
          </a:xfrm>
          <a:prstGeom prst="rect">
            <a:avLst/>
          </a:prstGeom>
        </p:spPr>
      </p:pic>
      <p:pic>
        <p:nvPicPr>
          <p:cNvPr id="9" name="opposite_side/avoidance/frame_02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992000" y="1512000"/>
            <a:ext cx="1920000" cy="1440000"/>
          </a:xfrm>
          <a:prstGeom prst="rect">
            <a:avLst/>
          </a:prstGeom>
        </p:spPr>
      </p:pic>
      <p:pic>
        <p:nvPicPr>
          <p:cNvPr id="10" name="opposite_side/avoidance/frame_03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0000" y="1512000"/>
            <a:ext cx="1920000" cy="1440000"/>
          </a:xfrm>
          <a:prstGeom prst="rect">
            <a:avLst/>
          </a:prstGeom>
        </p:spPr>
      </p:pic>
      <p:pic>
        <p:nvPicPr>
          <p:cNvPr id="11" name="opposite_side/avoidance/frame_04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5928000" y="1512000"/>
            <a:ext cx="1920000" cy="1440000"/>
          </a:xfrm>
          <a:prstGeom prst="rect">
            <a:avLst/>
          </a:prstGeom>
        </p:spPr>
      </p:pic>
      <p:pic>
        <p:nvPicPr>
          <p:cNvPr id="12" name="opposite_side/avoidance/frame_05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7896000" y="1512000"/>
            <a:ext cx="1920000" cy="1440000"/>
          </a:xfrm>
          <a:prstGeom prst="rect">
            <a:avLst/>
          </a:prstGeom>
        </p:spPr>
      </p:pic>
      <p:pic>
        <p:nvPicPr>
          <p:cNvPr id="13" name="opposite_side/avoidance/frame_06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9864000" y="1512000"/>
            <a:ext cx="1920000" cy="14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>
  <ns0:TotalTime>1</ns0:TotalTime>
  <ns0:Words>0</ns0:Words>
  <ns0:Application>Microsoft Macintosh PowerPoint</ns0:Application>
  <ns0:PresentationFormat>On-screen Show (4:3)</ns0:PresentationFormat>
  <ns0:Paragraphs>0</ns0:Paragraphs>
  <ns0:Slides>2</ns0:Slides>
  <ns0:Notes>0</ns0:Notes>
  <ns0:HiddenSlides>0</ns0:HiddenSlides>
  <ns0:MMClips>0</ns0:MMClips>
  <ns0:ScaleCrop>false</ns0:ScaleCrop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Kitchen collision and avoidance: illustrative motion sequences</dc:title>
  <dc:subject/>
  <dc:creator/>
  <ns0:keywords/>
  <dc:description>Two camera views. Top row collision, bottom row avoidance. Six independently movable frames per sequence. Constructed IK motions, not policy rollouts.</dc:description>
  <ns0:lastModifiedBy>Steve Canny</ns0:lastModifiedBy>
  <ns0:revision>1</ns0:revision>
  <ns2:created xsi:type="dcterms:W3CDTF">2013-01-27T09:14:16Z</ns2:created>
  <ns2:modified xsi:type="dcterms:W3CDTF">2013-01-27T09:15:58Z</ns2:modified>
  <ns0:category/>
</ns0:coreProperties>
</file>