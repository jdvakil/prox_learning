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1740896" cy="352958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Complementary views of near-contact manipulation. Synchronized frames from a recorded fume-hood demonstration show the robot and its surroundings (left), the wrist-camera view of the grasped cup and nearby clutter (middle), and local geometry sampled by the robot’s proximity sensors (right; teal points projected onto the external RGB frame). Fine rays connect measured returns to their calibrated sensor origins; selected patches connect adjacent pixels of the sensors’ 8×8 grids. RGB provides visual task context; proximity supplies direct local range measurements. The paper asks whether live proximity at inference reduces collisions when task-relevant hazards are unavailable to RGB. This simulated dataset example illustrates the sensing inputs, not a policy comparison or evidence that every hazard in this frame is invisible to every camera.</a:t>
            </a:r>
          </a:p>
          <a:p/>
          <a:p>
            <a:r>
              <a:t>EDITING</a:t>
            </a:r>
          </a:p>
          <a:p>
            <a:r>
              <a:t>Import first_page_canva.pptx into Canva. Slide 1 has no text; slide 2 has three editable labels. Each frame is independent and retains its complete source image inside an editable crop. Measured returns and projection rays are separate editable groups. Keep it aligned with its image when resizing. Canva import has not been tested in Canva itself.</a:t>
            </a:r>
          </a:p>
          <a:p/>
          <a:p>
            <a:r>
              <a:t>SOURCES</a:t>
            </a:r>
          </a:p>
          <a:p>
            <a:r>
              <a:t>All panels use synchronized recorded simulation data from v1011d, row 000_187ba0ce76cb3011, traj_0, frame 150 (9.9 s). This is a scripted dataset demonstration, not a learned-policy rollout. recorded_assets/source_manifest.json records paths, SHA-256 hashes and processing. No scene was newly rendered, no image was generated, and no RGB content was removed, recoloured, retouched or enhanced. Only rectangular crops and layout scaling are applied. RGB sources are 624 x 352.</a:t>
            </a:r>
          </a:p>
          <a:p/>
          <a:p>
            <a:r>
              <a:t>MEASUREMENTS</a:t>
            </a:r>
          </a:p>
          <a:p>
            <a:r>
              <a:t>Teal markers are recorded proximity samples, pooled by mean over four stored samples. All 2,560 finite samples &gt;= 0.02 m are retained (40 sensors × 8 × 8); 630 lie within the external-camera figure crop. The previous 0.60 m display cutoff is removed; the recorded simulation ranges reach 3.17 m. This displays raw simulated ranges and does not establish physical hardware operating range. Thin rays start at recorded sensor poses. Four wrist patches connect neighboring grid samples only where their range difference is below 7 cm; these connecting lines are visual aids, not extra measurements. Samples outside the figure crop remain in the NPZ and PLY files. Backprojection uses recorded per-sensor intrinsics and transforms. Stored CV extrinsics are verified against cam2world_gl. Camera intrinsics are adjusted for the sidecar MP4 dimensions at the same vertical FOV. No RGB-depth occlusion test is applied, so markers can show geometry behind a visible surface: this is an overlay of sensor coverage, not an RGB segmentation. Uniform marker colour does not encode range. Finite sensor resolution and sample pooling limit reconstruction accuracy. The NPZ and PLY contain all 2,560 pooled ranges and world points; JSON contains projected points before figure cropping.</a:t>
            </a:r>
          </a:p>
          <a:p/>
          <a:p>
            <a:r>
              <a:t>EXPORTS</a:t>
            </a:r>
          </a:p>
          <a:p>
            <a:r>
              <a:t>Default PNG/SVG/PDF has no text. The labelled variant adds only three panel labels. PDF is 7 inches wide, with vector range markers. Native PNG is 1284 x 352; the 3600-pixel PNG is a layout export and adds no source detail. Source frames, measurements and crops are in recorded_assets. task_start, task_transfer and task_place are frames 0, 250 and 380 from the same external-camera video. The earlier conceptual figure has been replaced.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Complementary views of near-contact manipulation. Synchronized frames from a recorded fume-hood demonstration show the robot and its surroundings (left), the wrist-camera view of the grasped cup and nearby clutter (middle), and local geometry sampled by the robot’s proximity sensors (right; teal points projected onto the external RGB frame). Fine rays connect measured returns to their calibrated sensor origins; selected patches connect adjacent pixels of the sensors’ 8×8 grids. RGB provides visual task context; proximity supplies direct local range measurements. The paper asks whether live proximity at inference reduces collisions when task-relevant hazards are unavailable to RGB. This simulated dataset example illustrates the sensing inputs, not a policy comparison or evidence that every hazard in this frame is invisible to every camera.</a:t>
            </a:r>
          </a:p>
          <a:p/>
          <a:p>
            <a:r>
              <a:t>EDITING</a:t>
            </a:r>
          </a:p>
          <a:p>
            <a:r>
              <a:t>Import first_page_canva.pptx into Canva. Slide 1 has no text; slide 2 has three editable labels. Each frame is independent and retains its complete source image inside an editable crop. Measured returns and projection rays are separate editable groups. Keep it aligned with its image when resizing. Canva import has not been tested in Canva itself.</a:t>
            </a:r>
          </a:p>
          <a:p/>
          <a:p>
            <a:r>
              <a:t>SOURCES</a:t>
            </a:r>
          </a:p>
          <a:p>
            <a:r>
              <a:t>All panels use synchronized recorded simulation data from v1011d, row 000_187ba0ce76cb3011, traj_0, frame 150 (9.9 s). This is a scripted dataset demonstration, not a learned-policy rollout. recorded_assets/source_manifest.json records paths, SHA-256 hashes and processing. No scene was newly rendered, no image was generated, and no RGB content was removed, recoloured, retouched or enhanced. Only rectangular crops and layout scaling are applied. RGB sources are 624 x 352.</a:t>
            </a:r>
          </a:p>
          <a:p/>
          <a:p>
            <a:r>
              <a:t>MEASUREMENTS</a:t>
            </a:r>
          </a:p>
          <a:p>
            <a:r>
              <a:t>Teal markers are recorded proximity samples, pooled by mean over four stored samples. All 2,560 finite samples &gt;= 0.02 m are retained (40 sensors × 8 × 8); 630 lie within the external-camera figure crop. The previous 0.60 m display cutoff is removed; the recorded simulation ranges reach 3.17 m. This displays raw simulated ranges and does not establish physical hardware operating range. Thin rays start at recorded sensor poses. Four wrist patches connect neighboring grid samples only where their range difference is below 7 cm; these connecting lines are visual aids, not extra measurements. Samples outside the figure crop remain in the NPZ and PLY files. Backprojection uses recorded per-sensor intrinsics and transforms. Stored CV extrinsics are verified against cam2world_gl. Camera intrinsics are adjusted for the sidecar MP4 dimensions at the same vertical FOV. No RGB-depth occlusion test is applied, so markers can show geometry behind a visible surface: this is an overlay of sensor coverage, not an RGB segmentation. Uniform marker colour does not encode range. Finite sensor resolution and sample pooling limit reconstruction accuracy. The NPZ and PLY contain all 2,560 pooled ranges and world points; JSON contains projected points before figure cropping.</a:t>
            </a:r>
          </a:p>
          <a:p/>
          <a:p>
            <a:r>
              <a:t>EXPORTS</a:t>
            </a:r>
          </a:p>
          <a:p>
            <a:r>
              <a:t>Default PNG/SVG/PDF has no text. The labelled variant adds only three panel labels. PDF is 7 inches wide, with vector range markers. Native PNG is 1284 x 352; the 3600-pixel PNG is a layout export and adds no source detail. Source frames, measurements and crops are in recorded_assets. task_start, task_transfer and task_place are frames 0, 250 and 380 from the same external-camera video. The earlier conceptual figure has been replaced.</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cene context — recorded frame 150 (editable crop)" descr="exo_camera_1.png"/>
          <p:cNvPicPr>
            <a:picLocks noChangeAspect="1"/>
          </p:cNvPicPr>
          <p:nvPr/>
        </p:nvPicPr>
        <p:blipFill>
          <a:blip r:embed="rId2"/>
          <a:srcRect l="12821" r="19872"/>
          <a:stretch>
            <a:fillRect/>
          </a:stretch>
        </p:blipFill>
        <p:spPr>
          <a:xfrm>
            <a:off x="0" y="155448"/>
            <a:ext cx="3840480" cy="3218688"/>
          </a:xfrm>
          <a:prstGeom prst="rect">
            <a:avLst/>
          </a:prstGeom>
        </p:spPr>
      </p:pic>
      <p:pic>
        <p:nvPicPr>
          <p:cNvPr id="3" name="Wrist RGB — recorded frame 150 (editable crop)" descr="wrist_camera.png"/>
          <p:cNvPicPr>
            <a:picLocks noChangeAspect="1"/>
          </p:cNvPicPr>
          <p:nvPr/>
        </p:nvPicPr>
        <p:blipFill>
          <a:blip r:embed="rId3"/>
          <a:srcRect l="16346" r="16346"/>
          <a:stretch>
            <a:fillRect/>
          </a:stretch>
        </p:blipFill>
        <p:spPr>
          <a:xfrm>
            <a:off x="3950208" y="155448"/>
            <a:ext cx="3840480" cy="3218688"/>
          </a:xfrm>
          <a:prstGeom prst="rect">
            <a:avLst/>
          </a:prstGeom>
        </p:spPr>
      </p:pic>
      <p:pic>
        <p:nvPicPr>
          <p:cNvPr id="4" name="Measured proximity — recorded frame 150 (editable crop)" descr="exo_camera_1.png"/>
          <p:cNvPicPr>
            <a:picLocks noChangeAspect="1"/>
          </p:cNvPicPr>
          <p:nvPr/>
        </p:nvPicPr>
        <p:blipFill>
          <a:blip r:embed="rId2"/>
          <a:srcRect l="12821" r="19872"/>
          <a:stretch>
            <a:fillRect/>
          </a:stretch>
        </p:blipFill>
        <p:spPr>
          <a:xfrm>
            <a:off x="7900416" y="155448"/>
            <a:ext cx="3840480" cy="3218688"/>
          </a:xfrm>
          <a:prstGeom prst="rect">
            <a:avLst/>
          </a:prstGeom>
        </p:spPr>
      </p:pic>
      <p:grpSp>
        <p:nvGrpSpPr>
          <p:cNvPr id="5" name="Calibrated sensor projection rays and 8×8 grid edges"/>
          <p:cNvGrpSpPr/>
          <p:nvPr/>
        </p:nvGrpSpPr>
        <p:grpSpPr>
          <a:xfrm>
            <a:off x="7939153" y="181365"/>
            <a:ext cx="3781413" cy="3165458"/>
            <a:chOff x="7939153" y="181365"/>
            <a:chExt cx="3781413" cy="3165458"/>
          </a:xfrm>
        </p:grpSpPr>
        <p:cxnSp>
          <p:nvCxnSpPr>
            <p:cNvPr id="6" name="link3_sensor_1: ray"/>
            <p:cNvCxnSpPr/>
            <p:nvPr/>
          </p:nvCxnSpPr>
          <p:spPr>
            <a:xfrm flipH="1">
              <a:off x="7980439" y="1894715"/>
              <a:ext cx="1221903" cy="1098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 name="link6_sensor_3: ray"/>
            <p:cNvCxnSpPr/>
            <p:nvPr/>
          </p:nvCxnSpPr>
          <p:spPr>
            <a:xfrm flipH="1" flipV="1">
              <a:off x="9616159" y="862629"/>
              <a:ext cx="2552" cy="13941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 name="link6_sensor_4: ray"/>
            <p:cNvCxnSpPr/>
            <p:nvPr/>
          </p:nvCxnSpPr>
          <p:spPr>
            <a:xfrm flipH="1" flipV="1">
              <a:off x="9718854" y="870358"/>
              <a:ext cx="70321" cy="1198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 name="link6_sensor_4: ray"/>
            <p:cNvCxnSpPr/>
            <p:nvPr/>
          </p:nvCxnSpPr>
          <p:spPr>
            <a:xfrm flipV="1">
              <a:off x="9789175" y="877050"/>
              <a:ext cx="26328" cy="11313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 name="link6_sensor_3: ray"/>
            <p:cNvCxnSpPr/>
            <p:nvPr/>
          </p:nvCxnSpPr>
          <p:spPr>
            <a:xfrm flipV="1">
              <a:off x="9618711" y="856309"/>
              <a:ext cx="100010" cy="14573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 name="link6_sensor_4: ray"/>
            <p:cNvCxnSpPr/>
            <p:nvPr/>
          </p:nvCxnSpPr>
          <p:spPr>
            <a:xfrm flipH="1" flipV="1">
              <a:off x="9710181" y="769661"/>
              <a:ext cx="78994" cy="2205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 name="link6_sensor_3: ray"/>
            <p:cNvCxnSpPr/>
            <p:nvPr/>
          </p:nvCxnSpPr>
          <p:spPr>
            <a:xfrm flipH="1" flipV="1">
              <a:off x="9609631" y="753690"/>
              <a:ext cx="9080" cy="2483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 name="link6_sensor_4: ray"/>
            <p:cNvCxnSpPr/>
            <p:nvPr/>
          </p:nvCxnSpPr>
          <p:spPr>
            <a:xfrm flipV="1">
              <a:off x="9789175" y="883776"/>
              <a:ext cx="123489" cy="1064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 name="link6_sensor_4: ray"/>
            <p:cNvCxnSpPr/>
            <p:nvPr/>
          </p:nvCxnSpPr>
          <p:spPr>
            <a:xfrm flipV="1">
              <a:off x="9789175" y="776244"/>
              <a:ext cx="20017" cy="21394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 name="link6_sensor_3: ray"/>
            <p:cNvCxnSpPr/>
            <p:nvPr/>
          </p:nvCxnSpPr>
          <p:spPr>
            <a:xfrm flipV="1">
              <a:off x="9618711" y="752512"/>
              <a:ext cx="96466" cy="24953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 name="link6_sensor_4: ray"/>
            <p:cNvCxnSpPr/>
            <p:nvPr/>
          </p:nvCxnSpPr>
          <p:spPr>
            <a:xfrm flipV="1">
              <a:off x="9789175" y="890539"/>
              <a:ext cx="221167" cy="996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 name="link6_sensor_4: ray"/>
            <p:cNvCxnSpPr/>
            <p:nvPr/>
          </p:nvCxnSpPr>
          <p:spPr>
            <a:xfrm flipH="1" flipV="1">
              <a:off x="9701071" y="663881"/>
              <a:ext cx="88104" cy="32630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 name="link6_sensor_3: ray"/>
            <p:cNvCxnSpPr/>
            <p:nvPr/>
          </p:nvCxnSpPr>
          <p:spPr>
            <a:xfrm flipH="1" flipV="1">
              <a:off x="9602735" y="638632"/>
              <a:ext cx="15976" cy="3634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 name="link6_sensor_4: ray"/>
            <p:cNvCxnSpPr/>
            <p:nvPr/>
          </p:nvCxnSpPr>
          <p:spPr>
            <a:xfrm flipV="1">
              <a:off x="9789175" y="782863"/>
              <a:ext cx="119567" cy="20732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 name="link6_sensor_4: ray"/>
            <p:cNvCxnSpPr/>
            <p:nvPr/>
          </p:nvCxnSpPr>
          <p:spPr>
            <a:xfrm flipV="1">
              <a:off x="9789175" y="897337"/>
              <a:ext cx="319366" cy="928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 name="link6_sensor_4: ray"/>
            <p:cNvCxnSpPr/>
            <p:nvPr/>
          </p:nvCxnSpPr>
          <p:spPr>
            <a:xfrm flipV="1">
              <a:off x="9789175" y="670337"/>
              <a:ext cx="13388" cy="3198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 name="link6_sensor_3: ray"/>
            <p:cNvCxnSpPr/>
            <p:nvPr/>
          </p:nvCxnSpPr>
          <p:spPr>
            <a:xfrm flipV="1">
              <a:off x="9618711" y="643176"/>
              <a:ext cx="92732" cy="35886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 name="link6_sensor_4: ray"/>
            <p:cNvCxnSpPr/>
            <p:nvPr/>
          </p:nvCxnSpPr>
          <p:spPr>
            <a:xfrm flipV="1">
              <a:off x="9789175" y="789519"/>
              <a:ext cx="219659" cy="2006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 name="link6_sensor_0: ray"/>
            <p:cNvCxnSpPr/>
            <p:nvPr/>
          </p:nvCxnSpPr>
          <p:spPr>
            <a:xfrm flipV="1">
              <a:off x="9849394" y="868374"/>
              <a:ext cx="327893" cy="15752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 name="link6_sensor_4: ray"/>
            <p:cNvCxnSpPr/>
            <p:nvPr/>
          </p:nvCxnSpPr>
          <p:spPr>
            <a:xfrm flipH="1" flipV="1">
              <a:off x="9691489" y="552625"/>
              <a:ext cx="97686" cy="4375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 name="link6_sensor_4: ray"/>
            <p:cNvCxnSpPr/>
            <p:nvPr/>
          </p:nvCxnSpPr>
          <p:spPr>
            <a:xfrm flipV="1">
              <a:off x="9789175" y="904172"/>
              <a:ext cx="418090" cy="860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 name="link6_sensor_4: ray"/>
            <p:cNvCxnSpPr/>
            <p:nvPr/>
          </p:nvCxnSpPr>
          <p:spPr>
            <a:xfrm flipV="1">
              <a:off x="9789175" y="676828"/>
              <a:ext cx="115446" cy="31335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 name="link6_sensor_3: ray"/>
            <p:cNvCxnSpPr/>
            <p:nvPr/>
          </p:nvCxnSpPr>
          <p:spPr>
            <a:xfrm flipH="1" flipV="1">
              <a:off x="9595441" y="516922"/>
              <a:ext cx="23270" cy="48512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 name="link6_sensor_0: ray"/>
            <p:cNvCxnSpPr/>
            <p:nvPr/>
          </p:nvCxnSpPr>
          <p:spPr>
            <a:xfrm flipV="1">
              <a:off x="9849394" y="883183"/>
              <a:ext cx="422971" cy="14271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 name="link6_sensor_4: ray"/>
            <p:cNvCxnSpPr/>
            <p:nvPr/>
          </p:nvCxnSpPr>
          <p:spPr>
            <a:xfrm flipV="1">
              <a:off x="9789175" y="796211"/>
              <a:ext cx="320297" cy="19397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 name="link6_sensor_4: ray"/>
            <p:cNvCxnSpPr/>
            <p:nvPr/>
          </p:nvCxnSpPr>
          <p:spPr>
            <a:xfrm flipV="1">
              <a:off x="9789175" y="558930"/>
              <a:ext cx="6414" cy="4312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 name="link6_sensor_4: ray"/>
            <p:cNvCxnSpPr/>
            <p:nvPr/>
          </p:nvCxnSpPr>
          <p:spPr>
            <a:xfrm flipV="1">
              <a:off x="9789175" y="911043"/>
              <a:ext cx="517344" cy="7914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 name="link6_sensor_3: ray"/>
            <p:cNvCxnSpPr/>
            <p:nvPr/>
          </p:nvCxnSpPr>
          <p:spPr>
            <a:xfrm flipH="1" flipV="1">
              <a:off x="9519609" y="888776"/>
              <a:ext cx="99102" cy="11326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 name="link6_sensor_4: ray"/>
            <p:cNvCxnSpPr/>
            <p:nvPr/>
          </p:nvCxnSpPr>
          <p:spPr>
            <a:xfrm flipV="1">
              <a:off x="9789175" y="683357"/>
              <a:ext cx="218073" cy="3068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 name="link6_sensor_3: ray"/>
            <p:cNvCxnSpPr/>
            <p:nvPr/>
          </p:nvCxnSpPr>
          <p:spPr>
            <a:xfrm flipV="1">
              <a:off x="9618711" y="527850"/>
              <a:ext cx="88793" cy="47419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 name="link6_sensor_0: ray"/>
            <p:cNvCxnSpPr/>
            <p:nvPr/>
          </p:nvCxnSpPr>
          <p:spPr>
            <a:xfrm flipV="1">
              <a:off x="9849394" y="766557"/>
              <a:ext cx="326677" cy="2593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 name="link6_sensor_0: ray"/>
            <p:cNvCxnSpPr/>
            <p:nvPr/>
          </p:nvCxnSpPr>
          <p:spPr>
            <a:xfrm flipV="1">
              <a:off x="9849394" y="899158"/>
              <a:ext cx="525527" cy="1267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 name="link6_sensor_4: ray"/>
            <p:cNvCxnSpPr/>
            <p:nvPr/>
          </p:nvCxnSpPr>
          <p:spPr>
            <a:xfrm flipH="1" flipV="1">
              <a:off x="9681397" y="435451"/>
              <a:ext cx="107778" cy="5547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 name="link6_sensor_4: ray"/>
            <p:cNvCxnSpPr/>
            <p:nvPr/>
          </p:nvCxnSpPr>
          <p:spPr>
            <a:xfrm flipV="1">
              <a:off x="9789175" y="802939"/>
              <a:ext cx="421487" cy="1872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 name="link2_sensor_6: ray"/>
            <p:cNvCxnSpPr/>
            <p:nvPr/>
          </p:nvCxnSpPr>
          <p:spPr>
            <a:xfrm flipH="1">
              <a:off x="8135737" y="2708065"/>
              <a:ext cx="1140330" cy="5156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 name="link6_sensor_4: ray"/>
            <p:cNvCxnSpPr/>
            <p:nvPr/>
          </p:nvCxnSpPr>
          <p:spPr>
            <a:xfrm flipV="1">
              <a:off x="9789175" y="917951"/>
              <a:ext cx="617131" cy="722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 name="link6_sensor_4: ray"/>
            <p:cNvCxnSpPr/>
            <p:nvPr/>
          </p:nvCxnSpPr>
          <p:spPr>
            <a:xfrm flipV="1">
              <a:off x="9789175" y="565272"/>
              <a:ext cx="111109" cy="4249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 name="link6_sensor_0: ray"/>
            <p:cNvCxnSpPr/>
            <p:nvPr/>
          </p:nvCxnSpPr>
          <p:spPr>
            <a:xfrm flipV="1">
              <a:off x="9849394" y="777807"/>
              <a:ext cx="424270" cy="24809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 name="link6_sensor_3: ray"/>
            <p:cNvCxnSpPr/>
            <p:nvPr/>
          </p:nvCxnSpPr>
          <p:spPr>
            <a:xfrm flipH="1" flipV="1">
              <a:off x="9587713" y="387966"/>
              <a:ext cx="30998" cy="6140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 name="link6_sensor_4: ray"/>
            <p:cNvCxnSpPr/>
            <p:nvPr/>
          </p:nvCxnSpPr>
          <p:spPr>
            <a:xfrm flipV="1">
              <a:off x="9789175" y="689922"/>
              <a:ext cx="321276" cy="3002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 name="link6_sensor_0: ray"/>
            <p:cNvCxnSpPr/>
            <p:nvPr/>
          </p:nvCxnSpPr>
          <p:spPr>
            <a:xfrm flipV="1">
              <a:off x="9849394" y="916440"/>
              <a:ext cx="636483" cy="1094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 name="link6_sensor_4: ray"/>
            <p:cNvCxnSpPr/>
            <p:nvPr/>
          </p:nvCxnSpPr>
          <p:spPr>
            <a:xfrm flipV="1">
              <a:off x="9789175" y="809704"/>
              <a:ext cx="523234" cy="1804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 name="link6_sensor_4: ray"/>
            <p:cNvCxnSpPr/>
            <p:nvPr/>
          </p:nvCxnSpPr>
          <p:spPr>
            <a:xfrm flipH="1" flipV="1">
              <a:off x="9788243" y="441585"/>
              <a:ext cx="932" cy="5485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 name="link6_sensor_3: ray"/>
            <p:cNvCxnSpPr/>
            <p:nvPr/>
          </p:nvCxnSpPr>
          <p:spPr>
            <a:xfrm flipH="1" flipV="1">
              <a:off x="9511561" y="791983"/>
              <a:ext cx="107150" cy="2100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 name="link6_sensor_0: ray"/>
            <p:cNvCxnSpPr/>
            <p:nvPr/>
          </p:nvCxnSpPr>
          <p:spPr>
            <a:xfrm flipV="1">
              <a:off x="9849394" y="659322"/>
              <a:ext cx="325395" cy="3665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 name="link6_sensor_4: ray"/>
            <p:cNvCxnSpPr/>
            <p:nvPr/>
          </p:nvCxnSpPr>
          <p:spPr>
            <a:xfrm flipV="1">
              <a:off x="9789175" y="571652"/>
              <a:ext cx="216404" cy="41853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 name="link6_sensor_3: ray"/>
            <p:cNvCxnSpPr/>
            <p:nvPr/>
          </p:nvCxnSpPr>
          <p:spPr>
            <a:xfrm flipV="1">
              <a:off x="9618711" y="406016"/>
              <a:ext cx="84632" cy="59602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 name="link6_sensor_0: ray"/>
            <p:cNvCxnSpPr/>
            <p:nvPr/>
          </p:nvCxnSpPr>
          <p:spPr>
            <a:xfrm flipV="1">
              <a:off x="9849394" y="789969"/>
              <a:ext cx="529753" cy="2359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 name="link6_sensor_4: ray"/>
            <p:cNvCxnSpPr/>
            <p:nvPr/>
          </p:nvCxnSpPr>
          <p:spPr>
            <a:xfrm flipV="1">
              <a:off x="9789175" y="696524"/>
              <a:ext cx="425059" cy="29366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 name="link6_sensor_0: ray"/>
            <p:cNvCxnSpPr/>
            <p:nvPr/>
          </p:nvCxnSpPr>
          <p:spPr>
            <a:xfrm flipV="1">
              <a:off x="9849394" y="935197"/>
              <a:ext cx="756922" cy="907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 name="link6_sensor_4: ray"/>
            <p:cNvCxnSpPr/>
            <p:nvPr/>
          </p:nvCxnSpPr>
          <p:spPr>
            <a:xfrm flipH="1" flipV="1">
              <a:off x="9670754" y="311877"/>
              <a:ext cx="118421" cy="6783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 name="link6_sensor_4: ray"/>
            <p:cNvCxnSpPr/>
            <p:nvPr/>
          </p:nvCxnSpPr>
          <p:spPr>
            <a:xfrm flipV="1">
              <a:off x="9789175" y="816507"/>
              <a:ext cx="625541" cy="17367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 name="link6_sensor_4: ray"/>
            <p:cNvCxnSpPr/>
            <p:nvPr/>
          </p:nvCxnSpPr>
          <p:spPr>
            <a:xfrm flipV="1">
              <a:off x="9789175" y="447752"/>
              <a:ext cx="106540" cy="54243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 name="link6_sensor_0: ray"/>
            <p:cNvCxnSpPr/>
            <p:nvPr/>
          </p:nvCxnSpPr>
          <p:spPr>
            <a:xfrm flipV="1">
              <a:off x="9849394" y="666597"/>
              <a:ext cx="425640" cy="3593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 name="link6_sensor_4: ray"/>
            <p:cNvCxnSpPr/>
            <p:nvPr/>
          </p:nvCxnSpPr>
          <p:spPr>
            <a:xfrm flipV="1">
              <a:off x="9789175" y="578068"/>
              <a:ext cx="322304" cy="4121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 name="link6_sensor_0: ray"/>
            <p:cNvCxnSpPr/>
            <p:nvPr/>
          </p:nvCxnSpPr>
          <p:spPr>
            <a:xfrm flipV="1">
              <a:off x="9849394" y="803156"/>
              <a:ext cx="644124" cy="2227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 name="link6_sensor_4: ray"/>
            <p:cNvCxnSpPr/>
            <p:nvPr/>
          </p:nvCxnSpPr>
          <p:spPr>
            <a:xfrm flipV="1">
              <a:off x="9789175" y="703163"/>
              <a:ext cx="529426" cy="28702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 name="link6_sensor_3: ray"/>
            <p:cNvCxnSpPr/>
            <p:nvPr/>
          </p:nvCxnSpPr>
          <p:spPr>
            <a:xfrm flipH="1" flipV="1">
              <a:off x="9579510" y="251101"/>
              <a:ext cx="39201" cy="75094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4" name="link6_sensor_0: ray"/>
            <p:cNvCxnSpPr/>
            <p:nvPr/>
          </p:nvCxnSpPr>
          <p:spPr>
            <a:xfrm flipV="1">
              <a:off x="9849394" y="955628"/>
              <a:ext cx="888106" cy="702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5" name="link6_sensor_4: ray"/>
            <p:cNvCxnSpPr/>
            <p:nvPr/>
          </p:nvCxnSpPr>
          <p:spPr>
            <a:xfrm flipH="1" flipV="1">
              <a:off x="9780494" y="317808"/>
              <a:ext cx="8681" cy="6723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6" name="link6_sensor_3: ray"/>
            <p:cNvCxnSpPr/>
            <p:nvPr/>
          </p:nvCxnSpPr>
          <p:spPr>
            <a:xfrm flipH="1" flipV="1">
              <a:off x="9503140" y="690678"/>
              <a:ext cx="115571" cy="31136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7" name="link6_sensor_0: ray"/>
            <p:cNvCxnSpPr/>
            <p:nvPr/>
          </p:nvCxnSpPr>
          <p:spPr>
            <a:xfrm flipV="1">
              <a:off x="9849394" y="546221"/>
              <a:ext cx="324044" cy="47968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8" name="link6_sensor_4: ray"/>
            <p:cNvCxnSpPr/>
            <p:nvPr/>
          </p:nvCxnSpPr>
          <p:spPr>
            <a:xfrm flipV="1">
              <a:off x="9789175" y="453957"/>
              <a:ext cx="214645" cy="5362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9" name="link6_sensor_0: ray"/>
            <p:cNvCxnSpPr/>
            <p:nvPr/>
          </p:nvCxnSpPr>
          <p:spPr>
            <a:xfrm flipV="1">
              <a:off x="9849394" y="674484"/>
              <a:ext cx="534221" cy="3514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0" name="link6_sensor_4: ray"/>
            <p:cNvCxnSpPr/>
            <p:nvPr/>
          </p:nvCxnSpPr>
          <p:spPr>
            <a:xfrm flipV="1">
              <a:off x="9789175" y="584521"/>
              <a:ext cx="428815" cy="4056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1" name="link6_sensor_3: ray"/>
            <p:cNvCxnSpPr/>
            <p:nvPr/>
          </p:nvCxnSpPr>
          <p:spPr>
            <a:xfrm flipV="1">
              <a:off x="9618711" y="277112"/>
              <a:ext cx="80230" cy="72493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2" name="link6_sensor_4: ray"/>
            <p:cNvCxnSpPr/>
            <p:nvPr/>
          </p:nvCxnSpPr>
          <p:spPr>
            <a:xfrm flipH="1" flipV="1">
              <a:off x="9659514" y="181365"/>
              <a:ext cx="129661" cy="80881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3" name="link6_sensor_0: ray"/>
            <p:cNvCxnSpPr/>
            <p:nvPr/>
          </p:nvCxnSpPr>
          <p:spPr>
            <a:xfrm flipV="1">
              <a:off x="9849394" y="817502"/>
              <a:ext cx="768563" cy="2084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4" name="link6_sensor_4: ray"/>
            <p:cNvCxnSpPr/>
            <p:nvPr/>
          </p:nvCxnSpPr>
          <p:spPr>
            <a:xfrm flipV="1">
              <a:off x="9789175" y="709840"/>
              <a:ext cx="634383" cy="2803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5" name="link6_sensor_4: ray"/>
            <p:cNvCxnSpPr/>
            <p:nvPr/>
          </p:nvCxnSpPr>
          <p:spPr>
            <a:xfrm flipV="1">
              <a:off x="9789175" y="323775"/>
              <a:ext cx="101720" cy="6664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6" name="link6_sensor_0: ray"/>
            <p:cNvCxnSpPr/>
            <p:nvPr/>
          </p:nvCxnSpPr>
          <p:spPr>
            <a:xfrm flipV="1">
              <a:off x="9849394" y="977967"/>
              <a:ext cx="1031528" cy="4793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7" name="link6_sensor_0: ray"/>
            <p:cNvCxnSpPr/>
            <p:nvPr/>
          </p:nvCxnSpPr>
          <p:spPr>
            <a:xfrm flipV="1">
              <a:off x="9849394" y="549057"/>
              <a:ext cx="427088" cy="4768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8" name="link6_sensor_4: ray"/>
            <p:cNvCxnSpPr/>
            <p:nvPr/>
          </p:nvCxnSpPr>
          <p:spPr>
            <a:xfrm flipV="1">
              <a:off x="9789175" y="460199"/>
              <a:ext cx="323387" cy="5299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9" name="link6_sensor_4: ray"/>
            <p:cNvCxnSpPr/>
            <p:nvPr/>
          </p:nvCxnSpPr>
          <p:spPr>
            <a:xfrm flipV="1">
              <a:off x="9789175" y="591011"/>
              <a:ext cx="535942" cy="39917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0" name="link6_sensor_0: ray"/>
            <p:cNvCxnSpPr/>
            <p:nvPr/>
          </p:nvCxnSpPr>
          <p:spPr>
            <a:xfrm flipV="1">
              <a:off x="9849394" y="683055"/>
              <a:ext cx="652227" cy="3428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1" name="link2_sensor_6: ray"/>
            <p:cNvCxnSpPr/>
            <p:nvPr/>
          </p:nvCxnSpPr>
          <p:spPr>
            <a:xfrm flipH="1">
              <a:off x="8345449" y="2708065"/>
              <a:ext cx="930618" cy="1729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2" name="link6_sensor_4: ray"/>
            <p:cNvCxnSpPr/>
            <p:nvPr/>
          </p:nvCxnSpPr>
          <p:spPr>
            <a:xfrm flipH="1" flipV="1">
              <a:off x="9772310" y="187060"/>
              <a:ext cx="16865" cy="80312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3" name="link6_sensor_0: ray"/>
            <p:cNvCxnSpPr/>
            <p:nvPr/>
          </p:nvCxnSpPr>
          <p:spPr>
            <a:xfrm flipV="1">
              <a:off x="9849394" y="426763"/>
              <a:ext cx="322617" cy="59913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4" name="link6_sensor_3: ray"/>
            <p:cNvCxnSpPr/>
            <p:nvPr/>
          </p:nvCxnSpPr>
          <p:spPr>
            <a:xfrm flipH="1" flipV="1">
              <a:off x="9494318" y="584541"/>
              <a:ext cx="124393" cy="41750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5" name="link6_sensor_0: ray"/>
            <p:cNvCxnSpPr/>
            <p:nvPr/>
          </p:nvCxnSpPr>
          <p:spPr>
            <a:xfrm flipV="1">
              <a:off x="9849394" y="833166"/>
              <a:ext cx="904464" cy="19273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6" name="link6_sensor_4: ray"/>
            <p:cNvCxnSpPr/>
            <p:nvPr/>
          </p:nvCxnSpPr>
          <p:spPr>
            <a:xfrm flipV="1">
              <a:off x="9789175" y="329776"/>
              <a:ext cx="212789" cy="6604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7" name="link6_sensor_0: ray"/>
            <p:cNvCxnSpPr/>
            <p:nvPr/>
          </p:nvCxnSpPr>
          <p:spPr>
            <a:xfrm flipV="1">
              <a:off x="9849394" y="552143"/>
              <a:ext cx="538953" cy="4737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8" name="link6_sensor_4: ray"/>
            <p:cNvCxnSpPr/>
            <p:nvPr/>
          </p:nvCxnSpPr>
          <p:spPr>
            <a:xfrm flipV="1">
              <a:off x="9789175" y="466477"/>
              <a:ext cx="432774" cy="5237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9" name="link6_sensor_3: ray"/>
            <p:cNvCxnSpPr/>
            <p:nvPr/>
          </p:nvCxnSpPr>
          <p:spPr>
            <a:xfrm flipH="1" flipV="1">
              <a:off x="9445212" y="912559"/>
              <a:ext cx="173499" cy="894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0" name="link6_sensor_4: ray"/>
            <p:cNvCxnSpPr/>
            <p:nvPr/>
          </p:nvCxnSpPr>
          <p:spPr>
            <a:xfrm flipV="1">
              <a:off x="9789175" y="597539"/>
              <a:ext cx="643691" cy="3926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1" name="link5_back_sensor_4: ray"/>
            <p:cNvCxnSpPr/>
            <p:nvPr/>
          </p:nvCxnSpPr>
          <p:spPr>
            <a:xfrm flipH="1">
              <a:off x="7939153" y="1209241"/>
              <a:ext cx="1501581" cy="136199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2" name="link6_sensor_0: ray"/>
            <p:cNvCxnSpPr/>
            <p:nvPr/>
          </p:nvCxnSpPr>
          <p:spPr>
            <a:xfrm flipV="1">
              <a:off x="9849394" y="692404"/>
              <a:ext cx="780942" cy="33349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3" name="link6_sensor_4: ray"/>
            <p:cNvCxnSpPr/>
            <p:nvPr/>
          </p:nvCxnSpPr>
          <p:spPr>
            <a:xfrm flipV="1">
              <a:off x="9789175" y="192790"/>
              <a:ext cx="96629" cy="79739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4" name="link6_sensor_0: ray"/>
            <p:cNvCxnSpPr/>
            <p:nvPr/>
          </p:nvCxnSpPr>
          <p:spPr>
            <a:xfrm flipV="1">
              <a:off x="9849394" y="424628"/>
              <a:ext cx="428620" cy="6012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5" name="link6_sensor_4: ray"/>
            <p:cNvCxnSpPr/>
            <p:nvPr/>
          </p:nvCxnSpPr>
          <p:spPr>
            <a:xfrm flipV="1">
              <a:off x="9789175" y="335814"/>
              <a:ext cx="324531" cy="6543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6" name="link6_sensor_0: ray"/>
            <p:cNvCxnSpPr/>
            <p:nvPr/>
          </p:nvCxnSpPr>
          <p:spPr>
            <a:xfrm flipV="1">
              <a:off x="9849394" y="1002985"/>
              <a:ext cx="1164030" cy="2291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7" name="link6_sensor_0: ray"/>
            <p:cNvCxnSpPr/>
            <p:nvPr/>
          </p:nvCxnSpPr>
          <p:spPr>
            <a:xfrm flipV="1">
              <a:off x="9849394" y="850342"/>
              <a:ext cx="1053480" cy="17556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8" name="link2_sensor_6: ray"/>
            <p:cNvCxnSpPr/>
            <p:nvPr/>
          </p:nvCxnSpPr>
          <p:spPr>
            <a:xfrm flipH="1">
              <a:off x="8013284" y="2708065"/>
              <a:ext cx="1262783" cy="1885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9" name="link6_sensor_4: ray"/>
            <p:cNvCxnSpPr/>
            <p:nvPr/>
          </p:nvCxnSpPr>
          <p:spPr>
            <a:xfrm flipV="1">
              <a:off x="9789175" y="472792"/>
              <a:ext cx="542810" cy="5173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0" name="link6_sensor_0: ray"/>
            <p:cNvCxnSpPr/>
            <p:nvPr/>
          </p:nvCxnSpPr>
          <p:spPr>
            <a:xfrm flipV="1">
              <a:off x="9849394" y="555506"/>
              <a:ext cx="660830" cy="47039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1" name="link6_sensor_0: ray"/>
            <p:cNvCxnSpPr/>
            <p:nvPr/>
          </p:nvCxnSpPr>
          <p:spPr>
            <a:xfrm flipV="1">
              <a:off x="9849394" y="300399"/>
              <a:ext cx="321105" cy="72550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2" name="link6_sensor_3: ray"/>
            <p:cNvCxnSpPr/>
            <p:nvPr/>
          </p:nvCxnSpPr>
          <p:spPr>
            <a:xfrm flipH="1" flipV="1">
              <a:off x="9485061" y="473202"/>
              <a:ext cx="133650" cy="52884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3" name="link6_sensor_4: ray"/>
            <p:cNvCxnSpPr/>
            <p:nvPr/>
          </p:nvCxnSpPr>
          <p:spPr>
            <a:xfrm flipV="1">
              <a:off x="9789175" y="198555"/>
              <a:ext cx="210829" cy="79162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4" name="link6_sensor_0: ray"/>
            <p:cNvCxnSpPr/>
            <p:nvPr/>
          </p:nvCxnSpPr>
          <p:spPr>
            <a:xfrm flipV="1">
              <a:off x="9849394" y="702637"/>
              <a:ext cx="921904" cy="3232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5" name="link6_sensor_3: ray"/>
            <p:cNvCxnSpPr/>
            <p:nvPr/>
          </p:nvCxnSpPr>
          <p:spPr>
            <a:xfrm flipH="1" flipV="1">
              <a:off x="9436605" y="827539"/>
              <a:ext cx="182106" cy="1745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6" name="link6_sensor_4: ray"/>
            <p:cNvCxnSpPr/>
            <p:nvPr/>
          </p:nvCxnSpPr>
          <p:spPr>
            <a:xfrm flipV="1">
              <a:off x="9789175" y="341889"/>
              <a:ext cx="436953" cy="64829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7" name="link6_sensor_0: ray"/>
            <p:cNvCxnSpPr/>
            <p:nvPr/>
          </p:nvCxnSpPr>
          <p:spPr>
            <a:xfrm flipV="1">
              <a:off x="9849394" y="422317"/>
              <a:ext cx="543975" cy="6035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8" name="link6_sensor_4: ray"/>
            <p:cNvCxnSpPr/>
            <p:nvPr/>
          </p:nvCxnSpPr>
          <p:spPr>
            <a:xfrm flipV="1">
              <a:off x="9789175" y="479145"/>
              <a:ext cx="653503" cy="51103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9" name="link6_sensor_0: ray"/>
            <p:cNvCxnSpPr/>
            <p:nvPr/>
          </p:nvCxnSpPr>
          <p:spPr>
            <a:xfrm flipV="1">
              <a:off x="9849394" y="559183"/>
              <a:ext cx="794126" cy="46671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0" name="link6_sensor_0: ray"/>
            <p:cNvCxnSpPr/>
            <p:nvPr/>
          </p:nvCxnSpPr>
          <p:spPr>
            <a:xfrm flipV="1">
              <a:off x="9849394" y="292692"/>
              <a:ext cx="430242" cy="7332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1" name="link6_sensor_2: ray"/>
            <p:cNvCxnSpPr/>
            <p:nvPr/>
          </p:nvCxnSpPr>
          <p:spPr>
            <a:xfrm flipV="1">
              <a:off x="9863039" y="963595"/>
              <a:ext cx="1165051" cy="1146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2" name="link6_sensor_4: ray"/>
            <p:cNvCxnSpPr/>
            <p:nvPr/>
          </p:nvCxnSpPr>
          <p:spPr>
            <a:xfrm flipV="1">
              <a:off x="9789175" y="204355"/>
              <a:ext cx="325741" cy="78582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3" name="link6_sensor_4: ray"/>
            <p:cNvCxnSpPr/>
            <p:nvPr/>
          </p:nvCxnSpPr>
          <p:spPr>
            <a:xfrm flipV="1">
              <a:off x="9789175" y="348000"/>
              <a:ext cx="550061" cy="6421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4" name="link6_sensor_0: ray"/>
            <p:cNvCxnSpPr/>
            <p:nvPr/>
          </p:nvCxnSpPr>
          <p:spPr>
            <a:xfrm flipV="1">
              <a:off x="9849394" y="713892"/>
              <a:ext cx="1076942" cy="3120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5" name="link6_sensor_0: ray"/>
            <p:cNvCxnSpPr/>
            <p:nvPr/>
          </p:nvCxnSpPr>
          <p:spPr>
            <a:xfrm flipV="1">
              <a:off x="9849394" y="419792"/>
              <a:ext cx="669984" cy="6061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6" name="link6_sensor_3: ray"/>
            <p:cNvCxnSpPr/>
            <p:nvPr/>
          </p:nvCxnSpPr>
          <p:spPr>
            <a:xfrm flipH="1" flipV="1">
              <a:off x="9427645" y="739026"/>
              <a:ext cx="191066" cy="2630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7" name="link6_sensor_3: ray"/>
            <p:cNvCxnSpPr/>
            <p:nvPr/>
          </p:nvCxnSpPr>
          <p:spPr>
            <a:xfrm flipH="1" flipV="1">
              <a:off x="9475341" y="356281"/>
              <a:ext cx="143370" cy="6457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8" name="link6_sensor_0: ray"/>
            <p:cNvCxnSpPr/>
            <p:nvPr/>
          </p:nvCxnSpPr>
          <p:spPr>
            <a:xfrm flipV="1">
              <a:off x="9849394" y="874350"/>
              <a:ext cx="1178032" cy="15155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9" name="link6_sensor_4: ray"/>
            <p:cNvCxnSpPr/>
            <p:nvPr/>
          </p:nvCxnSpPr>
          <p:spPr>
            <a:xfrm flipV="1">
              <a:off x="9789175" y="210192"/>
              <a:ext cx="441373" cy="7799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0" name="link6_sensor_0: ray"/>
            <p:cNvCxnSpPr/>
            <p:nvPr/>
          </p:nvCxnSpPr>
          <p:spPr>
            <a:xfrm flipV="1">
              <a:off x="9849394" y="563213"/>
              <a:ext cx="940545" cy="46268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1" name="link6_sensor_0: ray"/>
            <p:cNvCxnSpPr/>
            <p:nvPr/>
          </p:nvCxnSpPr>
          <p:spPr>
            <a:xfrm flipV="1">
              <a:off x="9849394" y="284293"/>
              <a:ext cx="549316" cy="7416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2" name="link6_sensor_4: ray"/>
            <p:cNvCxnSpPr/>
            <p:nvPr/>
          </p:nvCxnSpPr>
          <p:spPr>
            <a:xfrm flipV="1">
              <a:off x="9789175" y="354147"/>
              <a:ext cx="663863" cy="63603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3" name="link2_sensor_6: ray"/>
            <p:cNvCxnSpPr/>
            <p:nvPr/>
          </p:nvCxnSpPr>
          <p:spPr>
            <a:xfrm flipH="1">
              <a:off x="8243945" y="2708065"/>
              <a:ext cx="1032122" cy="2979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4" name="link6_sensor_3: ray"/>
            <p:cNvCxnSpPr/>
            <p:nvPr/>
          </p:nvCxnSpPr>
          <p:spPr>
            <a:xfrm flipH="1" flipV="1">
              <a:off x="9386070" y="931454"/>
              <a:ext cx="232641" cy="705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5" name="link6_sensor_0: ray"/>
            <p:cNvCxnSpPr/>
            <p:nvPr/>
          </p:nvCxnSpPr>
          <p:spPr>
            <a:xfrm flipV="1">
              <a:off x="9849394" y="417023"/>
              <a:ext cx="808195" cy="60887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6" name="link6_sensor_2: ray"/>
            <p:cNvCxnSpPr/>
            <p:nvPr/>
          </p:nvCxnSpPr>
          <p:spPr>
            <a:xfrm flipV="1">
              <a:off x="9863039" y="830467"/>
              <a:ext cx="1180073" cy="24780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7" name="link6_sensor_4: ray"/>
            <p:cNvCxnSpPr/>
            <p:nvPr/>
          </p:nvCxnSpPr>
          <p:spPr>
            <a:xfrm flipV="1">
              <a:off x="9789175" y="216064"/>
              <a:ext cx="557730" cy="7741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8" name="link6_sensor_3: ray"/>
            <p:cNvCxnSpPr/>
            <p:nvPr/>
          </p:nvCxnSpPr>
          <p:spPr>
            <a:xfrm flipH="1" flipV="1">
              <a:off x="9418309" y="646796"/>
              <a:ext cx="200402" cy="35524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9" name="link6_sensor_3: ray"/>
            <p:cNvCxnSpPr/>
            <p:nvPr/>
          </p:nvCxnSpPr>
          <p:spPr>
            <a:xfrm flipH="1" flipV="1">
              <a:off x="9465125" y="233364"/>
              <a:ext cx="153586" cy="7686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0" name="link6_sensor_0: ray"/>
            <p:cNvCxnSpPr/>
            <p:nvPr/>
          </p:nvCxnSpPr>
          <p:spPr>
            <a:xfrm flipV="1">
              <a:off x="9849394" y="275103"/>
              <a:ext cx="679745" cy="7507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1" name="link6_sensor_0: ray"/>
            <p:cNvCxnSpPr/>
            <p:nvPr/>
          </p:nvCxnSpPr>
          <p:spPr>
            <a:xfrm flipV="1">
              <a:off x="9849394" y="567658"/>
              <a:ext cx="1102108" cy="4582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2" name="link6_sensor_4: ray"/>
            <p:cNvCxnSpPr/>
            <p:nvPr/>
          </p:nvCxnSpPr>
          <p:spPr>
            <a:xfrm flipV="1">
              <a:off x="9789175" y="221972"/>
              <a:ext cx="674822" cy="7682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3" name="link6_sensor_3: ray"/>
            <p:cNvCxnSpPr/>
            <p:nvPr/>
          </p:nvCxnSpPr>
          <p:spPr>
            <a:xfrm flipH="1" flipV="1">
              <a:off x="9377297" y="855654"/>
              <a:ext cx="241414" cy="1463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4" name="link6_sensor_0: ray"/>
            <p:cNvCxnSpPr/>
            <p:nvPr/>
          </p:nvCxnSpPr>
          <p:spPr>
            <a:xfrm flipV="1">
              <a:off x="9849394" y="739669"/>
              <a:ext cx="1192686" cy="2862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5" name="link6_sensor_0: ray"/>
            <p:cNvCxnSpPr/>
            <p:nvPr/>
          </p:nvCxnSpPr>
          <p:spPr>
            <a:xfrm flipV="1">
              <a:off x="9849394" y="413957"/>
              <a:ext cx="960494" cy="6119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6" name="link6_sensor_3: ray"/>
            <p:cNvCxnSpPr/>
            <p:nvPr/>
          </p:nvCxnSpPr>
          <p:spPr>
            <a:xfrm flipH="1" flipV="1">
              <a:off x="9408572" y="550614"/>
              <a:ext cx="210139" cy="4514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7" name="link6_sensor_0: ray"/>
            <p:cNvCxnSpPr/>
            <p:nvPr/>
          </p:nvCxnSpPr>
          <p:spPr>
            <a:xfrm flipV="1">
              <a:off x="9849394" y="264989"/>
              <a:ext cx="823243" cy="7609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8" name="link6_sensor_2: ray"/>
            <p:cNvCxnSpPr/>
            <p:nvPr/>
          </p:nvCxnSpPr>
          <p:spPr>
            <a:xfrm flipV="1">
              <a:off x="9863039" y="688802"/>
              <a:ext cx="1196065" cy="38946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9" name="link2_sensor_6: ray"/>
            <p:cNvCxnSpPr/>
            <p:nvPr/>
          </p:nvCxnSpPr>
          <p:spPr>
            <a:xfrm flipH="1">
              <a:off x="8426744" y="2708065"/>
              <a:ext cx="849323" cy="3846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0" name="link6_sensor_3: ray"/>
            <p:cNvCxnSpPr/>
            <p:nvPr/>
          </p:nvCxnSpPr>
          <p:spPr>
            <a:xfrm flipH="1" flipV="1">
              <a:off x="9368200" y="777070"/>
              <a:ext cx="250511" cy="2249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1" name="link6_sensor_0: ray"/>
            <p:cNvCxnSpPr/>
            <p:nvPr/>
          </p:nvCxnSpPr>
          <p:spPr>
            <a:xfrm flipV="1">
              <a:off x="9849394" y="410555"/>
              <a:ext cx="1129142" cy="6153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2" name="link6_sensor_3: ray"/>
            <p:cNvCxnSpPr/>
            <p:nvPr/>
          </p:nvCxnSpPr>
          <p:spPr>
            <a:xfrm flipH="1" flipV="1">
              <a:off x="9337934" y="946834"/>
              <a:ext cx="280777" cy="552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3" name="link6_sensor_3: ray"/>
            <p:cNvCxnSpPr/>
            <p:nvPr/>
          </p:nvCxnSpPr>
          <p:spPr>
            <a:xfrm flipH="1" flipV="1">
              <a:off x="9398412" y="450226"/>
              <a:ext cx="220299" cy="5518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4" name="link6_sensor_0: ray"/>
            <p:cNvCxnSpPr/>
            <p:nvPr/>
          </p:nvCxnSpPr>
          <p:spPr>
            <a:xfrm flipV="1">
              <a:off x="9849394" y="253795"/>
              <a:ext cx="981896" cy="7721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5" name="link6_sensor_0: ray"/>
            <p:cNvCxnSpPr/>
            <p:nvPr/>
          </p:nvCxnSpPr>
          <p:spPr>
            <a:xfrm flipV="1">
              <a:off x="9849394" y="598531"/>
              <a:ext cx="1207966" cy="4273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6" name="link6_sensor_3: ray"/>
            <p:cNvCxnSpPr/>
            <p:nvPr/>
          </p:nvCxnSpPr>
          <p:spPr>
            <a:xfrm flipH="1" flipV="1">
              <a:off x="9358763" y="695543"/>
              <a:ext cx="259948" cy="30650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7" name="link6_sensor_2: ray"/>
            <p:cNvCxnSpPr/>
            <p:nvPr/>
          </p:nvCxnSpPr>
          <p:spPr>
            <a:xfrm flipV="1">
              <a:off x="9863039" y="1012549"/>
              <a:ext cx="1152269" cy="657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8" name="link6_sensor_2: ray"/>
            <p:cNvCxnSpPr/>
            <p:nvPr/>
          </p:nvCxnSpPr>
          <p:spPr>
            <a:xfrm flipV="1">
              <a:off x="9863039" y="537782"/>
              <a:ext cx="1213053" cy="5404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9" name="link6_sensor_3: ray"/>
            <p:cNvCxnSpPr/>
            <p:nvPr/>
          </p:nvCxnSpPr>
          <p:spPr>
            <a:xfrm flipH="1" flipV="1">
              <a:off x="9329205" y="878452"/>
              <a:ext cx="289506" cy="1235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0" name="link2_sensor_6: ray"/>
            <p:cNvCxnSpPr/>
            <p:nvPr/>
          </p:nvCxnSpPr>
          <p:spPr>
            <a:xfrm flipH="1">
              <a:off x="8135687" y="2708065"/>
              <a:ext cx="1140380" cy="43137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1" name="link6_sensor_3: ray"/>
            <p:cNvCxnSpPr/>
            <p:nvPr/>
          </p:nvCxnSpPr>
          <p:spPr>
            <a:xfrm flipH="1" flipV="1">
              <a:off x="9387798" y="345348"/>
              <a:ext cx="230913" cy="65669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2" name="link6_sensor_3: ray"/>
            <p:cNvCxnSpPr/>
            <p:nvPr/>
          </p:nvCxnSpPr>
          <p:spPr>
            <a:xfrm flipH="1" flipV="1">
              <a:off x="9348971" y="610917"/>
              <a:ext cx="269740" cy="3911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3" name="link6_sensor_0: ray"/>
            <p:cNvCxnSpPr/>
            <p:nvPr/>
          </p:nvCxnSpPr>
          <p:spPr>
            <a:xfrm flipV="1">
              <a:off x="9849394" y="241340"/>
              <a:ext cx="1158241" cy="7845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4" name="link6_sensor_3: ray"/>
            <p:cNvCxnSpPr/>
            <p:nvPr/>
          </p:nvCxnSpPr>
          <p:spPr>
            <a:xfrm flipH="1" flipV="1">
              <a:off x="9320185" y="807801"/>
              <a:ext cx="298526" cy="19424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5" name="link6_sensor_2: ray"/>
            <p:cNvCxnSpPr/>
            <p:nvPr/>
          </p:nvCxnSpPr>
          <p:spPr>
            <a:xfrm flipV="1">
              <a:off x="9863039" y="886446"/>
              <a:ext cx="1166229" cy="1918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6" name="link6_sensor_0: ray"/>
            <p:cNvCxnSpPr/>
            <p:nvPr/>
          </p:nvCxnSpPr>
          <p:spPr>
            <a:xfrm flipV="1">
              <a:off x="9849394" y="450463"/>
              <a:ext cx="1223971" cy="57543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7" name="link6_sensor_2: ray"/>
            <p:cNvCxnSpPr/>
            <p:nvPr/>
          </p:nvCxnSpPr>
          <p:spPr>
            <a:xfrm flipV="1">
              <a:off x="9863039" y="376447"/>
              <a:ext cx="1231178" cy="70182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8" name="link6_sensor_3: ray"/>
            <p:cNvCxnSpPr/>
            <p:nvPr/>
          </p:nvCxnSpPr>
          <p:spPr>
            <a:xfrm flipH="1" flipV="1">
              <a:off x="9376698" y="235669"/>
              <a:ext cx="242013" cy="76637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9" name="link6_sensor_3: ray"/>
            <p:cNvCxnSpPr/>
            <p:nvPr/>
          </p:nvCxnSpPr>
          <p:spPr>
            <a:xfrm flipH="1" flipV="1">
              <a:off x="9338800" y="523005"/>
              <a:ext cx="279911" cy="47903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0" name="link6_sensor_3: ray"/>
            <p:cNvCxnSpPr/>
            <p:nvPr/>
          </p:nvCxnSpPr>
          <p:spPr>
            <a:xfrm flipH="1" flipV="1">
              <a:off x="9310866" y="734768"/>
              <a:ext cx="307845" cy="2672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1" name="link2_sensor_6: ray"/>
            <p:cNvCxnSpPr/>
            <p:nvPr/>
          </p:nvCxnSpPr>
          <p:spPr>
            <a:xfrm flipH="1">
              <a:off x="8335494" y="2708065"/>
              <a:ext cx="940573" cy="50638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2" name="link6_sensor_3: ray"/>
            <p:cNvCxnSpPr/>
            <p:nvPr/>
          </p:nvCxnSpPr>
          <p:spPr>
            <a:xfrm flipH="1" flipV="1">
              <a:off x="9264331" y="970356"/>
              <a:ext cx="354380" cy="3168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3" name="link6_sensor_2: ray"/>
            <p:cNvCxnSpPr/>
            <p:nvPr/>
          </p:nvCxnSpPr>
          <p:spPr>
            <a:xfrm flipV="1">
              <a:off x="9863039" y="752603"/>
              <a:ext cx="1181106" cy="32566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4" name="link6_sensor_3: ray"/>
            <p:cNvCxnSpPr/>
            <p:nvPr/>
          </p:nvCxnSpPr>
          <p:spPr>
            <a:xfrm flipH="1" flipV="1">
              <a:off x="9301226" y="659231"/>
              <a:ext cx="317485" cy="3428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5" name="link6_sensor_3: ray"/>
            <p:cNvCxnSpPr/>
            <p:nvPr/>
          </p:nvCxnSpPr>
          <p:spPr>
            <a:xfrm flipH="1" flipV="1">
              <a:off x="9328225" y="431611"/>
              <a:ext cx="290486" cy="5704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6" name="link6_sensor_2: ray"/>
            <p:cNvCxnSpPr/>
            <p:nvPr/>
          </p:nvCxnSpPr>
          <p:spPr>
            <a:xfrm flipV="1">
              <a:off x="9863039" y="203658"/>
              <a:ext cx="1250637" cy="87461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7" name="link6_sensor_3: ray"/>
            <p:cNvCxnSpPr/>
            <p:nvPr/>
          </p:nvCxnSpPr>
          <p:spPr>
            <a:xfrm flipH="1" flipV="1">
              <a:off x="9255980" y="913175"/>
              <a:ext cx="362731" cy="888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8" name="link6_sensor_0: ray"/>
            <p:cNvCxnSpPr/>
            <p:nvPr/>
          </p:nvCxnSpPr>
          <p:spPr>
            <a:xfrm flipV="1">
              <a:off x="9849394" y="294923"/>
              <a:ext cx="1240804" cy="73097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9" name="link6_sensor_2: ray"/>
            <p:cNvCxnSpPr/>
            <p:nvPr/>
          </p:nvCxnSpPr>
          <p:spPr>
            <a:xfrm flipV="1">
              <a:off x="9863039" y="1057686"/>
              <a:ext cx="1140503" cy="205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0" name="link6_sensor_3: ray"/>
            <p:cNvCxnSpPr/>
            <p:nvPr/>
          </p:nvCxnSpPr>
          <p:spPr>
            <a:xfrm flipH="1" flipV="1">
              <a:off x="9291251" y="581057"/>
              <a:ext cx="327460" cy="4209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1" name="link3_sensor_2: ray"/>
            <p:cNvCxnSpPr/>
            <p:nvPr/>
          </p:nvCxnSpPr>
          <p:spPr>
            <a:xfrm flipH="1" flipV="1">
              <a:off x="9164902" y="1452466"/>
              <a:ext cx="109613" cy="2770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2" name="link6_sensor_3: ray"/>
            <p:cNvCxnSpPr/>
            <p:nvPr/>
          </p:nvCxnSpPr>
          <p:spPr>
            <a:xfrm flipH="1" flipV="1">
              <a:off x="9317222" y="336522"/>
              <a:ext cx="301489" cy="66552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3" name="link6_sensor_3: ray"/>
            <p:cNvCxnSpPr/>
            <p:nvPr/>
          </p:nvCxnSpPr>
          <p:spPr>
            <a:xfrm flipH="1" flipV="1">
              <a:off x="9247401" y="854404"/>
              <a:ext cx="371310" cy="14764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4" name="link6_sensor_2: ray"/>
            <p:cNvCxnSpPr/>
            <p:nvPr/>
          </p:nvCxnSpPr>
          <p:spPr>
            <a:xfrm flipV="1">
              <a:off x="9863039" y="610286"/>
              <a:ext cx="1196933" cy="4679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5" name="link2_sensor_6: ray"/>
            <p:cNvCxnSpPr/>
            <p:nvPr/>
          </p:nvCxnSpPr>
          <p:spPr>
            <a:xfrm flipH="1">
              <a:off x="8020057" y="2708065"/>
              <a:ext cx="1256010" cy="5739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6" name="link6_sensor_3: ray"/>
            <p:cNvCxnSpPr/>
            <p:nvPr/>
          </p:nvCxnSpPr>
          <p:spPr>
            <a:xfrm flipH="1" flipV="1">
              <a:off x="9280922" y="500107"/>
              <a:ext cx="337789" cy="50193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7" name="link3_sensor_1: ray"/>
            <p:cNvCxnSpPr/>
            <p:nvPr/>
          </p:nvCxnSpPr>
          <p:spPr>
            <a:xfrm flipH="1" flipV="1">
              <a:off x="8385168" y="1685952"/>
              <a:ext cx="817174" cy="2087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8" name="link6_sensor_2: ray"/>
            <p:cNvCxnSpPr/>
            <p:nvPr/>
          </p:nvCxnSpPr>
          <p:spPr>
            <a:xfrm flipV="1">
              <a:off x="9863039" y="937923"/>
              <a:ext cx="1153571" cy="1403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9" name="link6_sensor_3: ray"/>
            <p:cNvCxnSpPr/>
            <p:nvPr/>
          </p:nvCxnSpPr>
          <p:spPr>
            <a:xfrm flipH="1" flipV="1">
              <a:off x="9238580" y="793975"/>
              <a:ext cx="380131" cy="2080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0" name="link3_sensor_2: ray"/>
            <p:cNvCxnSpPr/>
            <p:nvPr/>
          </p:nvCxnSpPr>
          <p:spPr>
            <a:xfrm flipH="1" flipV="1">
              <a:off x="9152956" y="1352876"/>
              <a:ext cx="121559" cy="3765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1" name="link5_back_sensor_4: ray"/>
            <p:cNvCxnSpPr/>
            <p:nvPr/>
          </p:nvCxnSpPr>
          <p:spPr>
            <a:xfrm flipH="1">
              <a:off x="9152125" y="1209241"/>
              <a:ext cx="288609" cy="1791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2" name="link2_sensor_6: ray"/>
            <p:cNvCxnSpPr/>
            <p:nvPr/>
          </p:nvCxnSpPr>
          <p:spPr>
            <a:xfrm flipH="1">
              <a:off x="8238660" y="2708065"/>
              <a:ext cx="1037407" cy="63555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3" name="link3_sensor_1: ray"/>
            <p:cNvCxnSpPr/>
            <p:nvPr/>
          </p:nvCxnSpPr>
          <p:spPr>
            <a:xfrm flipH="1" flipV="1">
              <a:off x="8635374" y="1776587"/>
              <a:ext cx="566968" cy="11812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4" name="link6_sensor_3: ray"/>
            <p:cNvCxnSpPr/>
            <p:nvPr/>
          </p:nvCxnSpPr>
          <p:spPr>
            <a:xfrm flipH="1" flipV="1">
              <a:off x="9270218" y="416229"/>
              <a:ext cx="348493" cy="58581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5" name="link5_front_sensor_3: ray"/>
            <p:cNvCxnSpPr/>
            <p:nvPr/>
          </p:nvCxnSpPr>
          <p:spPr>
            <a:xfrm>
              <a:off x="9759654" y="1451467"/>
              <a:ext cx="926217" cy="14603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6" name="link6_sensor_3: ray"/>
            <p:cNvCxnSpPr/>
            <p:nvPr/>
          </p:nvCxnSpPr>
          <p:spPr>
            <a:xfrm flipH="1" flipV="1">
              <a:off x="9229506" y="731817"/>
              <a:ext cx="389205" cy="2702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7" name="link6_sensor_2: ray"/>
            <p:cNvCxnSpPr/>
            <p:nvPr/>
          </p:nvCxnSpPr>
          <p:spPr>
            <a:xfrm flipV="1">
              <a:off x="9863039" y="458670"/>
              <a:ext cx="1213783" cy="6195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8" name="link5_back_sensor_4: ray"/>
            <p:cNvCxnSpPr/>
            <p:nvPr/>
          </p:nvCxnSpPr>
          <p:spPr>
            <a:xfrm flipH="1">
              <a:off x="9127680" y="1209241"/>
              <a:ext cx="313054" cy="21355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9" name="link3_sensor_2: ray"/>
            <p:cNvCxnSpPr/>
            <p:nvPr/>
          </p:nvCxnSpPr>
          <p:spPr>
            <a:xfrm flipH="1" flipV="1">
              <a:off x="9140496" y="1249042"/>
              <a:ext cx="134019" cy="48042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0" name="link3_sensor_1: ray"/>
            <p:cNvCxnSpPr/>
            <p:nvPr/>
          </p:nvCxnSpPr>
          <p:spPr>
            <a:xfrm flipH="1" flipV="1">
              <a:off x="8333588" y="1541706"/>
              <a:ext cx="868754" cy="3530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1" name="link6_sensor_2: ray"/>
            <p:cNvCxnSpPr/>
            <p:nvPr/>
          </p:nvCxnSpPr>
          <p:spPr>
            <a:xfrm flipV="1">
              <a:off x="9863039" y="811123"/>
              <a:ext cx="1167426" cy="2671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2" name="link5_back_sensor_4: ray"/>
            <p:cNvCxnSpPr/>
            <p:nvPr/>
          </p:nvCxnSpPr>
          <p:spPr>
            <a:xfrm flipH="1">
              <a:off x="9133586" y="1209241"/>
              <a:ext cx="307148" cy="12835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3" name="link1_sensor_4: ray"/>
            <p:cNvCxnSpPr/>
            <p:nvPr/>
          </p:nvCxnSpPr>
          <p:spPr>
            <a:xfrm>
              <a:off x="9876066" y="2761682"/>
              <a:ext cx="653268" cy="50027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4" name="link6_sensor_3: ray"/>
            <p:cNvCxnSpPr/>
            <p:nvPr/>
          </p:nvCxnSpPr>
          <p:spPr>
            <a:xfrm flipH="1" flipV="1">
              <a:off x="9220169" y="667855"/>
              <a:ext cx="398542" cy="33418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5" name="link3_sensor_1: ray"/>
            <p:cNvCxnSpPr/>
            <p:nvPr/>
          </p:nvCxnSpPr>
          <p:spPr>
            <a:xfrm flipH="1" flipV="1">
              <a:off x="8595779" y="1656728"/>
              <a:ext cx="606563" cy="2379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6" name="link6_sensor_2: ray"/>
            <p:cNvCxnSpPr/>
            <p:nvPr/>
          </p:nvCxnSpPr>
          <p:spPr>
            <a:xfrm>
              <a:off x="9863039" y="1078269"/>
              <a:ext cx="1129609" cy="211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7" name="link5_back_sensor_4: ray"/>
            <p:cNvCxnSpPr/>
            <p:nvPr/>
          </p:nvCxnSpPr>
          <p:spPr>
            <a:xfrm flipH="1">
              <a:off x="9102119" y="1209241"/>
              <a:ext cx="338615" cy="2495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8" name="link5_back_sensor_4: ray"/>
            <p:cNvCxnSpPr/>
            <p:nvPr/>
          </p:nvCxnSpPr>
          <p:spPr>
            <a:xfrm flipH="1">
              <a:off x="9109584" y="1209241"/>
              <a:ext cx="331150" cy="16047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9" name="link6_sensor_3: ray"/>
            <p:cNvCxnSpPr/>
            <p:nvPr/>
          </p:nvCxnSpPr>
          <p:spPr>
            <a:xfrm flipH="1" flipV="1">
              <a:off x="9210556" y="602009"/>
              <a:ext cx="408155" cy="40003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0" name="link3_sensor_2: ray"/>
            <p:cNvCxnSpPr/>
            <p:nvPr/>
          </p:nvCxnSpPr>
          <p:spPr>
            <a:xfrm flipH="1" flipV="1">
              <a:off x="8556985" y="1581185"/>
              <a:ext cx="717530" cy="14828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1" name="link3_sensor_2: ray"/>
            <p:cNvCxnSpPr/>
            <p:nvPr/>
          </p:nvCxnSpPr>
          <p:spPr>
            <a:xfrm flipH="1" flipV="1">
              <a:off x="9127496" y="1140705"/>
              <a:ext cx="147019" cy="5887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2" name="link3_sensor_2: ray"/>
            <p:cNvCxnSpPr/>
            <p:nvPr/>
          </p:nvCxnSpPr>
          <p:spPr>
            <a:xfrm flipH="1" flipV="1">
              <a:off x="9078708" y="1498694"/>
              <a:ext cx="195807" cy="23077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3" name="link5_back_sensor_4: ray"/>
            <p:cNvCxnSpPr/>
            <p:nvPr/>
          </p:nvCxnSpPr>
          <p:spPr>
            <a:xfrm flipH="1">
              <a:off x="9116257" y="1209241"/>
              <a:ext cx="324477" cy="808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4" name="link1_sensor_4: ray"/>
            <p:cNvCxnSpPr/>
            <p:nvPr/>
          </p:nvCxnSpPr>
          <p:spPr>
            <a:xfrm>
              <a:off x="9876066" y="2761682"/>
              <a:ext cx="834986" cy="5667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5" name="link6_sensor_2: ray"/>
            <p:cNvCxnSpPr/>
            <p:nvPr/>
          </p:nvCxnSpPr>
          <p:spPr>
            <a:xfrm flipV="1">
              <a:off x="9863039" y="296841"/>
              <a:ext cx="1231724" cy="78142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6" name="link5_front_sensor_3: ray"/>
            <p:cNvCxnSpPr/>
            <p:nvPr/>
          </p:nvCxnSpPr>
          <p:spPr>
            <a:xfrm>
              <a:off x="9759654" y="1451467"/>
              <a:ext cx="1055365" cy="138252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7" name="link6_sensor_2: ray"/>
            <p:cNvCxnSpPr/>
            <p:nvPr/>
          </p:nvCxnSpPr>
          <p:spPr>
            <a:xfrm flipV="1">
              <a:off x="9863039" y="676636"/>
              <a:ext cx="1182153" cy="4016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8" name="link5_back_sensor_4: ray"/>
            <p:cNvCxnSpPr/>
            <p:nvPr/>
          </p:nvCxnSpPr>
          <p:spPr>
            <a:xfrm flipH="1">
              <a:off x="9075363" y="1209241"/>
              <a:ext cx="365371" cy="28719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9" name="link6_sensor_3: ray"/>
            <p:cNvCxnSpPr/>
            <p:nvPr/>
          </p:nvCxnSpPr>
          <p:spPr>
            <a:xfrm flipH="1" flipV="1">
              <a:off x="9450874" y="979830"/>
              <a:ext cx="167837" cy="2221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0" name="link1_sensor_4: ray"/>
            <p:cNvCxnSpPr/>
            <p:nvPr/>
          </p:nvCxnSpPr>
          <p:spPr>
            <a:xfrm>
              <a:off x="9876066" y="2761682"/>
              <a:ext cx="701044" cy="4071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1" name="link3_sensor_1: ray"/>
            <p:cNvCxnSpPr/>
            <p:nvPr/>
          </p:nvCxnSpPr>
          <p:spPr>
            <a:xfrm flipH="1" flipV="1">
              <a:off x="8554981" y="1533108"/>
              <a:ext cx="647361" cy="3616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2" name="link5_back_sensor_4: ray"/>
            <p:cNvCxnSpPr/>
            <p:nvPr/>
          </p:nvCxnSpPr>
          <p:spPr>
            <a:xfrm flipH="1">
              <a:off x="9084525" y="1209241"/>
              <a:ext cx="356209" cy="1940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3" name="link6_sensor_3: ray"/>
            <p:cNvCxnSpPr/>
            <p:nvPr/>
          </p:nvCxnSpPr>
          <p:spPr>
            <a:xfrm flipH="1" flipV="1">
              <a:off x="9200656" y="534194"/>
              <a:ext cx="418055" cy="46785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4" name="link6_sensor_2: ray"/>
            <p:cNvCxnSpPr/>
            <p:nvPr/>
          </p:nvCxnSpPr>
          <p:spPr>
            <a:xfrm flipV="1">
              <a:off x="9863039" y="985435"/>
              <a:ext cx="1141882" cy="9283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5" name="link5_back_sensor_4: ray"/>
            <p:cNvCxnSpPr/>
            <p:nvPr/>
          </p:nvCxnSpPr>
          <p:spPr>
            <a:xfrm flipH="1">
              <a:off x="9092694" y="1209241"/>
              <a:ext cx="348040" cy="11093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6" name="link6_sensor_3: ray"/>
            <p:cNvCxnSpPr/>
            <p:nvPr/>
          </p:nvCxnSpPr>
          <p:spPr>
            <a:xfrm flipH="1" flipV="1">
              <a:off x="9447142" y="947475"/>
              <a:ext cx="171569" cy="545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7" name="link2_sensor_4: ray"/>
            <p:cNvCxnSpPr/>
            <p:nvPr/>
          </p:nvCxnSpPr>
          <p:spPr>
            <a:xfrm flipH="1" flipV="1">
              <a:off x="8391583" y="1479661"/>
              <a:ext cx="910552" cy="96231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8" name="link5_back_sensor_4: ray"/>
            <p:cNvCxnSpPr/>
            <p:nvPr/>
          </p:nvCxnSpPr>
          <p:spPr>
            <a:xfrm flipH="1">
              <a:off x="9100025" y="1209241"/>
              <a:ext cx="340709" cy="3639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9" name="link3_sensor_2: ray"/>
            <p:cNvCxnSpPr/>
            <p:nvPr/>
          </p:nvCxnSpPr>
          <p:spPr>
            <a:xfrm flipH="1" flipV="1">
              <a:off x="9065870" y="1406551"/>
              <a:ext cx="208645" cy="32291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0" name="link3_sensor_2: ray"/>
            <p:cNvCxnSpPr/>
            <p:nvPr/>
          </p:nvCxnSpPr>
          <p:spPr>
            <a:xfrm flipH="1" flipV="1">
              <a:off x="8523020" y="1464707"/>
              <a:ext cx="751495" cy="2647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1" name="link3_sensor_2: ray"/>
            <p:cNvCxnSpPr/>
            <p:nvPr/>
          </p:nvCxnSpPr>
          <p:spPr>
            <a:xfrm flipH="1" flipV="1">
              <a:off x="9113919" y="1027568"/>
              <a:ext cx="160596" cy="70189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2" name="link6_sensor_3: ray"/>
            <p:cNvCxnSpPr/>
            <p:nvPr/>
          </p:nvCxnSpPr>
          <p:spPr>
            <a:xfrm flipH="1" flipV="1">
              <a:off x="9443331" y="914435"/>
              <a:ext cx="175380" cy="876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3" name="link5_back_sensor_4: ray"/>
            <p:cNvCxnSpPr/>
            <p:nvPr/>
          </p:nvCxnSpPr>
          <p:spPr>
            <a:xfrm flipH="1">
              <a:off x="9058335" y="1209241"/>
              <a:ext cx="382399" cy="2290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4" name="link3_sensor_2: ray"/>
            <p:cNvCxnSpPr/>
            <p:nvPr/>
          </p:nvCxnSpPr>
          <p:spPr>
            <a:xfrm flipH="1" flipV="1">
              <a:off x="8744122" y="1566808"/>
              <a:ext cx="530393" cy="16265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5" name="link5_back_sensor_4: ray"/>
            <p:cNvCxnSpPr/>
            <p:nvPr/>
          </p:nvCxnSpPr>
          <p:spPr>
            <a:xfrm flipH="1">
              <a:off x="9068128" y="1209241"/>
              <a:ext cx="372606" cy="1422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6" name="link6_sensor_3: ray"/>
            <p:cNvCxnSpPr/>
            <p:nvPr/>
          </p:nvCxnSpPr>
          <p:spPr>
            <a:xfrm flipH="1" flipV="1">
              <a:off x="9437475" y="879360"/>
              <a:ext cx="181236" cy="1226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7" name="link5_back_sensor_4: ray"/>
            <p:cNvCxnSpPr/>
            <p:nvPr/>
          </p:nvCxnSpPr>
          <p:spPr>
            <a:xfrm flipH="1">
              <a:off x="9076894" y="1209241"/>
              <a:ext cx="363840" cy="6459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8" name="link1_sensor_4: ray"/>
            <p:cNvCxnSpPr/>
            <p:nvPr/>
          </p:nvCxnSpPr>
          <p:spPr>
            <a:xfrm>
              <a:off x="9876066" y="2761682"/>
              <a:ext cx="884421" cy="4590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9" name="link3_sensor_1: ray"/>
            <p:cNvCxnSpPr/>
            <p:nvPr/>
          </p:nvCxnSpPr>
          <p:spPr>
            <a:xfrm flipH="1" flipV="1">
              <a:off x="8512905" y="1405555"/>
              <a:ext cx="689437" cy="48916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0" name="link5_back_sensor_4: ray"/>
            <p:cNvCxnSpPr/>
            <p:nvPr/>
          </p:nvCxnSpPr>
          <p:spPr>
            <a:xfrm flipH="1">
              <a:off x="9068059" y="1209241"/>
              <a:ext cx="372675" cy="30943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1" name="link5_back_sensor_4: ray"/>
            <p:cNvCxnSpPr/>
            <p:nvPr/>
          </p:nvCxnSpPr>
          <p:spPr>
            <a:xfrm flipH="1" flipV="1">
              <a:off x="9084786" y="1203883"/>
              <a:ext cx="355948" cy="535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2" name="link6_sensor_2: ray"/>
            <p:cNvCxnSpPr/>
            <p:nvPr/>
          </p:nvCxnSpPr>
          <p:spPr>
            <a:xfrm flipV="1">
              <a:off x="9863039" y="533739"/>
              <a:ext cx="1197813" cy="5445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3" name="link6_sensor_3: ray"/>
            <p:cNvCxnSpPr/>
            <p:nvPr/>
          </p:nvCxnSpPr>
          <p:spPr>
            <a:xfrm flipH="1" flipV="1">
              <a:off x="9430929" y="842357"/>
              <a:ext cx="187782" cy="1596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4" name="link1_sensor_4: ray"/>
            <p:cNvCxnSpPr/>
            <p:nvPr/>
          </p:nvCxnSpPr>
          <p:spPr>
            <a:xfrm>
              <a:off x="9876066" y="2761682"/>
              <a:ext cx="746634" cy="3183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5" name="link6_sensor_2: ray"/>
            <p:cNvCxnSpPr/>
            <p:nvPr/>
          </p:nvCxnSpPr>
          <p:spPr>
            <a:xfrm flipV="1">
              <a:off x="9863039" y="864999"/>
              <a:ext cx="1154859" cy="2132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6" name="link3_sensor_2: ray"/>
            <p:cNvCxnSpPr/>
            <p:nvPr/>
          </p:nvCxnSpPr>
          <p:spPr>
            <a:xfrm flipH="1" flipV="1">
              <a:off x="9052524" y="1310759"/>
              <a:ext cx="221991" cy="4187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7" name="link6_sensor_2: ray"/>
            <p:cNvCxnSpPr/>
            <p:nvPr/>
          </p:nvCxnSpPr>
          <p:spPr>
            <a:xfrm>
              <a:off x="9863039" y="1078269"/>
              <a:ext cx="1119496" cy="5990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8" name="link3_sensor_2: ray"/>
            <p:cNvCxnSpPr/>
            <p:nvPr/>
          </p:nvCxnSpPr>
          <p:spPr>
            <a:xfrm flipH="1" flipV="1">
              <a:off x="8486876" y="1340718"/>
              <a:ext cx="787639" cy="38874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9" name="link6_sensor_3: ray"/>
            <p:cNvCxnSpPr/>
            <p:nvPr/>
          </p:nvCxnSpPr>
          <p:spPr>
            <a:xfrm flipH="1" flipV="1">
              <a:off x="9423108" y="802524"/>
              <a:ext cx="195603" cy="1995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0" name="link3_sensor_2: ray"/>
            <p:cNvCxnSpPr/>
            <p:nvPr/>
          </p:nvCxnSpPr>
          <p:spPr>
            <a:xfrm flipH="1" flipV="1">
              <a:off x="9099725" y="909295"/>
              <a:ext cx="174790" cy="8201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1" name="link3_sensor_1: ray"/>
            <p:cNvCxnSpPr/>
            <p:nvPr/>
          </p:nvCxnSpPr>
          <p:spPr>
            <a:xfrm flipH="1" flipV="1">
              <a:off x="8757108" y="1893125"/>
              <a:ext cx="445234" cy="15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2" name="link5_back_sensor_4: ray"/>
            <p:cNvCxnSpPr/>
            <p:nvPr/>
          </p:nvCxnSpPr>
          <p:spPr>
            <a:xfrm flipH="1">
              <a:off x="9042492" y="1209241"/>
              <a:ext cx="398242" cy="17498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3" name="link5_back_sensor_4: ray"/>
            <p:cNvCxnSpPr/>
            <p:nvPr/>
          </p:nvCxnSpPr>
          <p:spPr>
            <a:xfrm flipH="1">
              <a:off x="9031740" y="1209241"/>
              <a:ext cx="408994" cy="3560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4" name="link2_sensor_4: ray"/>
            <p:cNvCxnSpPr/>
            <p:nvPr/>
          </p:nvCxnSpPr>
          <p:spPr>
            <a:xfrm flipH="1" flipV="1">
              <a:off x="8352347" y="1329682"/>
              <a:ext cx="949788" cy="111229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5" name="link5_back_sensor_4: ray"/>
            <p:cNvCxnSpPr/>
            <p:nvPr/>
          </p:nvCxnSpPr>
          <p:spPr>
            <a:xfrm flipH="1">
              <a:off x="9052810" y="1209241"/>
              <a:ext cx="387924" cy="9395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6" name="link3_sensor_2: ray"/>
            <p:cNvCxnSpPr/>
            <p:nvPr/>
          </p:nvCxnSpPr>
          <p:spPr>
            <a:xfrm flipH="1" flipV="1">
              <a:off x="8719334" y="1463789"/>
              <a:ext cx="555181" cy="26567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7" name="link5_back_sensor_4: ray"/>
            <p:cNvCxnSpPr/>
            <p:nvPr/>
          </p:nvCxnSpPr>
          <p:spPr>
            <a:xfrm flipH="1">
              <a:off x="9062079" y="1209241"/>
              <a:ext cx="378655" cy="2114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8" name="link5_back_sensor_4: ray"/>
            <p:cNvCxnSpPr/>
            <p:nvPr/>
          </p:nvCxnSpPr>
          <p:spPr>
            <a:xfrm flipH="1" flipV="1">
              <a:off x="9070453" y="1164614"/>
              <a:ext cx="370281" cy="446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9" name="link6_sensor_3: ray"/>
            <p:cNvCxnSpPr/>
            <p:nvPr/>
          </p:nvCxnSpPr>
          <p:spPr>
            <a:xfrm flipH="1" flipV="1">
              <a:off x="9415443" y="760975"/>
              <a:ext cx="203268" cy="2410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0" name="link5_back_sensor_4: ray"/>
            <p:cNvCxnSpPr/>
            <p:nvPr/>
          </p:nvCxnSpPr>
          <p:spPr>
            <a:xfrm flipH="1">
              <a:off x="9052826" y="1209241"/>
              <a:ext cx="387908" cy="2515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1" name="link3_sensor_1: ray"/>
            <p:cNvCxnSpPr/>
            <p:nvPr/>
          </p:nvCxnSpPr>
          <p:spPr>
            <a:xfrm flipH="1" flipV="1">
              <a:off x="8469421" y="1273832"/>
              <a:ext cx="732921" cy="6208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2" name="link2_sensor_4: ray"/>
            <p:cNvCxnSpPr/>
            <p:nvPr/>
          </p:nvCxnSpPr>
          <p:spPr>
            <a:xfrm flipH="1" flipV="1">
              <a:off x="8610397" y="1432542"/>
              <a:ext cx="691738" cy="100943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3" name="link6_sensor_3: ray"/>
            <p:cNvCxnSpPr/>
            <p:nvPr/>
          </p:nvCxnSpPr>
          <p:spPr>
            <a:xfrm flipH="1" flipV="1">
              <a:off x="9407415" y="717145"/>
              <a:ext cx="211296" cy="2848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4" name="link3_sensor_2: ray"/>
            <p:cNvCxnSpPr/>
            <p:nvPr/>
          </p:nvCxnSpPr>
          <p:spPr>
            <a:xfrm flipH="1" flipV="1">
              <a:off x="9038638" y="1211099"/>
              <a:ext cx="235877" cy="51836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5" name="link5_back_sensor_4: ray"/>
            <p:cNvCxnSpPr/>
            <p:nvPr/>
          </p:nvCxnSpPr>
          <p:spPr>
            <a:xfrm flipH="1">
              <a:off x="9002247" y="1209241"/>
              <a:ext cx="438487" cy="30414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6" name="link1_sensor_4: ray"/>
            <p:cNvCxnSpPr/>
            <p:nvPr/>
          </p:nvCxnSpPr>
          <p:spPr>
            <a:xfrm>
              <a:off x="9876066" y="2761682"/>
              <a:ext cx="1126074" cy="5273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7" name="link1_sensor_4: ray"/>
            <p:cNvCxnSpPr/>
            <p:nvPr/>
          </p:nvCxnSpPr>
          <p:spPr>
            <a:xfrm>
              <a:off x="9876066" y="2761682"/>
              <a:ext cx="931250" cy="35696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8" name="link1_sensor_4: ray"/>
            <p:cNvCxnSpPr/>
            <p:nvPr/>
          </p:nvCxnSpPr>
          <p:spPr>
            <a:xfrm>
              <a:off x="9876066" y="2761682"/>
              <a:ext cx="790175" cy="23353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9" name="link5_back_sensor_4: ray"/>
            <p:cNvCxnSpPr/>
            <p:nvPr/>
          </p:nvCxnSpPr>
          <p:spPr>
            <a:xfrm flipH="1">
              <a:off x="9038467" y="1209241"/>
              <a:ext cx="402267" cy="486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0" name="link5_back_sensor_4: ray"/>
            <p:cNvCxnSpPr/>
            <p:nvPr/>
          </p:nvCxnSpPr>
          <p:spPr>
            <a:xfrm flipH="1" flipV="1">
              <a:off x="9048162" y="1189567"/>
              <a:ext cx="392572" cy="196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1" name="link5_back_sensor_4: ray"/>
            <p:cNvCxnSpPr/>
            <p:nvPr/>
          </p:nvCxnSpPr>
          <p:spPr>
            <a:xfrm flipH="1" flipV="1">
              <a:off x="9056947" y="1127612"/>
              <a:ext cx="383787" cy="8162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2" name="link2_sensor_4: ray"/>
            <p:cNvCxnSpPr/>
            <p:nvPr/>
          </p:nvCxnSpPr>
          <p:spPr>
            <a:xfrm flipH="1" flipV="1">
              <a:off x="8800954" y="1508355"/>
              <a:ext cx="501181" cy="9336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3" name="link6_sensor_2: ray"/>
            <p:cNvCxnSpPr/>
            <p:nvPr/>
          </p:nvCxnSpPr>
          <p:spPr>
            <a:xfrm flipV="1">
              <a:off x="9863039" y="381643"/>
              <a:ext cx="1214446" cy="6966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4" name="link6_sensor_2: ray"/>
            <p:cNvCxnSpPr/>
            <p:nvPr/>
          </p:nvCxnSpPr>
          <p:spPr>
            <a:xfrm flipV="1">
              <a:off x="9863039" y="737561"/>
              <a:ext cx="1168615" cy="3407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5" name="link6_sensor_2: ray"/>
            <p:cNvCxnSpPr/>
            <p:nvPr/>
          </p:nvCxnSpPr>
          <p:spPr>
            <a:xfrm flipV="1">
              <a:off x="9863039" y="1029421"/>
              <a:ext cx="1131052" cy="4884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6" name="link3_sensor_2: ray"/>
            <p:cNvCxnSpPr/>
            <p:nvPr/>
          </p:nvCxnSpPr>
          <p:spPr>
            <a:xfrm flipH="1" flipV="1">
              <a:off x="8905206" y="1561247"/>
              <a:ext cx="369309" cy="16821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7" name="link5_back_sensor_4: ray"/>
            <p:cNvCxnSpPr/>
            <p:nvPr/>
          </p:nvCxnSpPr>
          <p:spPr>
            <a:xfrm flipH="1">
              <a:off x="9041388" y="1209241"/>
              <a:ext cx="399346" cy="1204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8" name="link3_sensor_2: ray"/>
            <p:cNvCxnSpPr/>
            <p:nvPr/>
          </p:nvCxnSpPr>
          <p:spPr>
            <a:xfrm flipH="1" flipV="1">
              <a:off x="8448337" y="1208471"/>
              <a:ext cx="826178" cy="52099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9" name="link3_sensor_2: ray"/>
            <p:cNvCxnSpPr/>
            <p:nvPr/>
          </p:nvCxnSpPr>
          <p:spPr>
            <a:xfrm flipH="1" flipV="1">
              <a:off x="8693178" y="1354950"/>
              <a:ext cx="581337" cy="3745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0" name="link5_back_sensor_4: ray"/>
            <p:cNvCxnSpPr/>
            <p:nvPr/>
          </p:nvCxnSpPr>
          <p:spPr>
            <a:xfrm flipH="1">
              <a:off x="9038614" y="1209241"/>
              <a:ext cx="402120" cy="1978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1" name="link3_sensor_2: ray"/>
            <p:cNvCxnSpPr/>
            <p:nvPr/>
          </p:nvCxnSpPr>
          <p:spPr>
            <a:xfrm flipH="1" flipV="1">
              <a:off x="9084875" y="785543"/>
              <a:ext cx="189640" cy="9439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2" name="link3_sensor_2: ray"/>
            <p:cNvCxnSpPr/>
            <p:nvPr/>
          </p:nvCxnSpPr>
          <p:spPr>
            <a:xfrm flipH="1" flipV="1">
              <a:off x="9012095" y="1545676"/>
              <a:ext cx="262420" cy="1837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3" name="link3_sensor_2: ray"/>
            <p:cNvCxnSpPr/>
            <p:nvPr/>
          </p:nvCxnSpPr>
          <p:spPr>
            <a:xfrm flipH="1" flipV="1">
              <a:off x="8878434" y="1466084"/>
              <a:ext cx="396081" cy="2633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4" name="link5_back_sensor_4: ray"/>
            <p:cNvCxnSpPr/>
            <p:nvPr/>
          </p:nvCxnSpPr>
          <p:spPr>
            <a:xfrm flipH="1" flipV="1">
              <a:off x="9044200" y="1092687"/>
              <a:ext cx="396534" cy="1165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5" name="link5_back_sensor_4: ray"/>
            <p:cNvCxnSpPr/>
            <p:nvPr/>
          </p:nvCxnSpPr>
          <p:spPr>
            <a:xfrm flipH="1" flipV="1">
              <a:off x="9035064" y="1151151"/>
              <a:ext cx="405670" cy="580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6" name="link5_back_sensor_4: ray"/>
            <p:cNvCxnSpPr/>
            <p:nvPr/>
          </p:nvCxnSpPr>
          <p:spPr>
            <a:xfrm flipH="1">
              <a:off x="9025010" y="1209241"/>
              <a:ext cx="415724" cy="624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7" name="link3_sensor_1: ray"/>
            <p:cNvCxnSpPr/>
            <p:nvPr/>
          </p:nvCxnSpPr>
          <p:spPr>
            <a:xfrm flipH="1" flipV="1">
              <a:off x="8424505" y="1137758"/>
              <a:ext cx="777837" cy="7569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8" name="link2_sensor_6: ray"/>
            <p:cNvCxnSpPr/>
            <p:nvPr/>
          </p:nvCxnSpPr>
          <p:spPr>
            <a:xfrm flipH="1">
              <a:off x="8880818" y="2708065"/>
              <a:ext cx="395249" cy="1397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9" name="link3_sensor_2: ray"/>
            <p:cNvCxnSpPr/>
            <p:nvPr/>
          </p:nvCxnSpPr>
          <p:spPr>
            <a:xfrm flipH="1" flipV="1">
              <a:off x="9024186" y="1107345"/>
              <a:ext cx="250329" cy="62212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0" name="link2_sensor_4: ray"/>
            <p:cNvCxnSpPr/>
            <p:nvPr/>
          </p:nvCxnSpPr>
          <p:spPr>
            <a:xfrm flipH="1" flipV="1">
              <a:off x="8961889" y="1602085"/>
              <a:ext cx="340246" cy="83989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1" name="link2_sensor_4: ray"/>
            <p:cNvCxnSpPr/>
            <p:nvPr/>
          </p:nvCxnSpPr>
          <p:spPr>
            <a:xfrm flipH="1" flipV="1">
              <a:off x="8306232" y="1153334"/>
              <a:ext cx="995903" cy="12886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2" name="link5_back_sensor_4: ray"/>
            <p:cNvCxnSpPr/>
            <p:nvPr/>
          </p:nvCxnSpPr>
          <p:spPr>
            <a:xfrm flipH="1">
              <a:off x="9037113" y="1209241"/>
              <a:ext cx="403621" cy="731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3" name="link5_back_sensor_4: ray"/>
            <p:cNvCxnSpPr/>
            <p:nvPr/>
          </p:nvCxnSpPr>
          <p:spPr>
            <a:xfrm flipH="1">
              <a:off x="9025449" y="1209241"/>
              <a:ext cx="415285" cy="1479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4" name="link1_sensor_4: ray"/>
            <p:cNvCxnSpPr/>
            <p:nvPr/>
          </p:nvCxnSpPr>
          <p:spPr>
            <a:xfrm>
              <a:off x="9876066" y="2761682"/>
              <a:ext cx="831790" cy="15247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5" name="link3_sensor_2: ray"/>
            <p:cNvCxnSpPr/>
            <p:nvPr/>
          </p:nvCxnSpPr>
          <p:spPr>
            <a:xfrm flipH="1" flipV="1">
              <a:off x="8999247" y="1462969"/>
              <a:ext cx="275268" cy="2664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6" name="link2_sensor_4: ray"/>
            <p:cNvCxnSpPr/>
            <p:nvPr/>
          </p:nvCxnSpPr>
          <p:spPr>
            <a:xfrm flipH="1" flipV="1">
              <a:off x="8590777" y="1292247"/>
              <a:ext cx="711358" cy="11497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7" name="link3_sensor_2: ray"/>
            <p:cNvCxnSpPr/>
            <p:nvPr/>
          </p:nvCxnSpPr>
          <p:spPr>
            <a:xfrm flipH="1" flipV="1">
              <a:off x="8854530" y="1366111"/>
              <a:ext cx="419985" cy="36335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8" name="link6_sensor_2: ray"/>
            <p:cNvCxnSpPr/>
            <p:nvPr/>
          </p:nvCxnSpPr>
          <p:spPr>
            <a:xfrm>
              <a:off x="9863039" y="1078269"/>
              <a:ext cx="1110095" cy="9593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9" name="link3_sensor_2: ray"/>
            <p:cNvCxnSpPr/>
            <p:nvPr/>
          </p:nvCxnSpPr>
          <p:spPr>
            <a:xfrm flipH="1" flipV="1">
              <a:off x="8665528" y="1239795"/>
              <a:ext cx="608987" cy="4896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0" name="link1_sensor_4: ray"/>
            <p:cNvCxnSpPr/>
            <p:nvPr/>
          </p:nvCxnSpPr>
          <p:spPr>
            <a:xfrm>
              <a:off x="9876066" y="2761682"/>
              <a:ext cx="975744" cy="26015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1" name="link5_back_sensor_4: ray"/>
            <p:cNvCxnSpPr/>
            <p:nvPr/>
          </p:nvCxnSpPr>
          <p:spPr>
            <a:xfrm flipH="1" flipV="1">
              <a:off x="9022713" y="1114929"/>
              <a:ext cx="418021" cy="943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2" name="link6_sensor_2: ray"/>
            <p:cNvCxnSpPr/>
            <p:nvPr/>
          </p:nvCxnSpPr>
          <p:spPr>
            <a:xfrm flipV="1">
              <a:off x="9863039" y="914768"/>
              <a:ext cx="1143245" cy="16350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3" name="link2_sensor_4: ray"/>
            <p:cNvCxnSpPr/>
            <p:nvPr/>
          </p:nvCxnSpPr>
          <p:spPr>
            <a:xfrm flipH="1" flipV="1">
              <a:off x="8796190" y="1392388"/>
              <a:ext cx="505945" cy="10495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4" name="link3_sensor_2: ray"/>
            <p:cNvCxnSpPr/>
            <p:nvPr/>
          </p:nvCxnSpPr>
          <p:spPr>
            <a:xfrm flipH="1" flipV="1">
              <a:off x="8407044" y="1067035"/>
              <a:ext cx="867471" cy="6624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5" name="link3_sensor_2: ray"/>
            <p:cNvCxnSpPr/>
            <p:nvPr/>
          </p:nvCxnSpPr>
          <p:spPr>
            <a:xfrm flipH="1" flipV="1">
              <a:off x="9069320" y="655921"/>
              <a:ext cx="205195" cy="10735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6" name="link6_sensor_2: ray"/>
            <p:cNvCxnSpPr/>
            <p:nvPr/>
          </p:nvCxnSpPr>
          <p:spPr>
            <a:xfrm flipV="1">
              <a:off x="9863039" y="602497"/>
              <a:ext cx="1183193" cy="47577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7" name="link5_back_sensor_4: ray"/>
            <p:cNvCxnSpPr/>
            <p:nvPr/>
          </p:nvCxnSpPr>
          <p:spPr>
            <a:xfrm flipH="1" flipV="1">
              <a:off x="9026814" y="1176708"/>
              <a:ext cx="413920" cy="325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8" name="link5_back_sensor_4: ray"/>
            <p:cNvCxnSpPr/>
            <p:nvPr/>
          </p:nvCxnSpPr>
          <p:spPr>
            <a:xfrm flipH="1">
              <a:off x="9003554" y="1209241"/>
              <a:ext cx="437180" cy="1036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9" name="link6_sensor_2: ray"/>
            <p:cNvCxnSpPr/>
            <p:nvPr/>
          </p:nvCxnSpPr>
          <p:spPr>
            <a:xfrm flipV="1">
              <a:off x="9863039" y="219447"/>
              <a:ext cx="1232143" cy="85882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0" name="link5_back_sensor_4: ray"/>
            <p:cNvCxnSpPr/>
            <p:nvPr/>
          </p:nvCxnSpPr>
          <p:spPr>
            <a:xfrm flipH="1">
              <a:off x="9025090" y="1209241"/>
              <a:ext cx="415644" cy="313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1" name="link4_sensor_3: ray"/>
            <p:cNvCxnSpPr/>
            <p:nvPr/>
          </p:nvCxnSpPr>
          <p:spPr>
            <a:xfrm>
              <a:off x="9841676" y="1932772"/>
              <a:ext cx="1133652" cy="6579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2" name="link3_sensor_2: ray"/>
            <p:cNvCxnSpPr/>
            <p:nvPr/>
          </p:nvCxnSpPr>
          <p:spPr>
            <a:xfrm flipH="1" flipV="1">
              <a:off x="9009127" y="999230"/>
              <a:ext cx="265388" cy="73023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3" name="link5_front_sensor_3: ray"/>
            <p:cNvCxnSpPr/>
            <p:nvPr/>
          </p:nvCxnSpPr>
          <p:spPr>
            <a:xfrm>
              <a:off x="9759654" y="1451467"/>
              <a:ext cx="739011" cy="6524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4" name="link3_sensor_2: ray"/>
            <p:cNvCxnSpPr/>
            <p:nvPr/>
          </p:nvCxnSpPr>
          <p:spPr>
            <a:xfrm flipH="1" flipV="1">
              <a:off x="8985901" y="1377230"/>
              <a:ext cx="288614" cy="35223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5" name="link5_front_sensor_3: ray"/>
            <p:cNvCxnSpPr/>
            <p:nvPr/>
          </p:nvCxnSpPr>
          <p:spPr>
            <a:xfrm>
              <a:off x="9759654" y="1451467"/>
              <a:ext cx="614061" cy="65275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6" name="link3_sensor_2: ray"/>
            <p:cNvCxnSpPr/>
            <p:nvPr/>
          </p:nvCxnSpPr>
          <p:spPr>
            <a:xfrm flipH="1" flipV="1">
              <a:off x="8834124" y="1264115"/>
              <a:ext cx="440391" cy="46535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7" name="link5_back_sensor_4: ray"/>
            <p:cNvCxnSpPr/>
            <p:nvPr/>
          </p:nvCxnSpPr>
          <p:spPr>
            <a:xfrm flipH="1" flipV="1">
              <a:off x="9022436" y="1141540"/>
              <a:ext cx="418298" cy="6770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8" name="link5_front_sensor_3: ray"/>
            <p:cNvCxnSpPr/>
            <p:nvPr/>
          </p:nvCxnSpPr>
          <p:spPr>
            <a:xfrm>
              <a:off x="9759654" y="1451467"/>
              <a:ext cx="510115" cy="65302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9" name="link5_back_sensor_4: ray"/>
            <p:cNvCxnSpPr/>
            <p:nvPr/>
          </p:nvCxnSpPr>
          <p:spPr>
            <a:xfrm flipH="1">
              <a:off x="8979868" y="1209241"/>
              <a:ext cx="460866" cy="606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0" name="link1_sensor_4: ray"/>
            <p:cNvCxnSpPr/>
            <p:nvPr/>
          </p:nvCxnSpPr>
          <p:spPr>
            <a:xfrm>
              <a:off x="9876066" y="2761682"/>
              <a:ext cx="871612" cy="7492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1" name="link5_back_sensor_4: ray"/>
            <p:cNvCxnSpPr/>
            <p:nvPr/>
          </p:nvCxnSpPr>
          <p:spPr>
            <a:xfrm flipH="1" flipV="1">
              <a:off x="9013792" y="1201386"/>
              <a:ext cx="426942" cy="785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2" name="link2_sensor_4: ray"/>
            <p:cNvCxnSpPr/>
            <p:nvPr/>
          </p:nvCxnSpPr>
          <p:spPr>
            <a:xfrm flipH="1" flipV="1">
              <a:off x="8972979" y="1527652"/>
              <a:ext cx="329156" cy="9143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3" name="link3_sensor_2: ray"/>
            <p:cNvCxnSpPr/>
            <p:nvPr/>
          </p:nvCxnSpPr>
          <p:spPr>
            <a:xfrm flipH="1" flipV="1">
              <a:off x="8636172" y="1117696"/>
              <a:ext cx="638343" cy="6117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4" name="link6_sensor_2: ray"/>
            <p:cNvCxnSpPr/>
            <p:nvPr/>
          </p:nvCxnSpPr>
          <p:spPr>
            <a:xfrm flipV="1">
              <a:off x="9863039" y="1070260"/>
              <a:ext cx="1120998" cy="80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5" name="link1_sensor_4: ray"/>
            <p:cNvCxnSpPr/>
            <p:nvPr/>
          </p:nvCxnSpPr>
          <p:spPr>
            <a:xfrm>
              <a:off x="9876066" y="2761682"/>
              <a:ext cx="1018020" cy="1681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6" name="link6_sensor_2: ray"/>
            <p:cNvCxnSpPr/>
            <p:nvPr/>
          </p:nvCxnSpPr>
          <p:spPr>
            <a:xfrm flipV="1">
              <a:off x="9863039" y="793713"/>
              <a:ext cx="1156137" cy="28455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7" name="link5_front_sensor_3: ray"/>
            <p:cNvCxnSpPr/>
            <p:nvPr/>
          </p:nvCxnSpPr>
          <p:spPr>
            <a:xfrm>
              <a:off x="9759654" y="1451467"/>
              <a:ext cx="455866" cy="5247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8" name="link5_front_sensor_3: ray"/>
            <p:cNvCxnSpPr/>
            <p:nvPr/>
          </p:nvCxnSpPr>
          <p:spPr>
            <a:xfrm>
              <a:off x="9759654" y="1451467"/>
              <a:ext cx="932859" cy="10190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9" name="link2_sensor_4: ray"/>
            <p:cNvCxnSpPr/>
            <p:nvPr/>
          </p:nvCxnSpPr>
          <p:spPr>
            <a:xfrm flipH="1" flipV="1">
              <a:off x="8790779" y="1260692"/>
              <a:ext cx="511356" cy="118128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0" name="link5_back_sensor_4: ray"/>
            <p:cNvCxnSpPr/>
            <p:nvPr/>
          </p:nvCxnSpPr>
          <p:spPr>
            <a:xfrm flipH="1">
              <a:off x="8964299" y="1209241"/>
              <a:ext cx="476435" cy="180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1" name="link5_back_sensor_4: ray"/>
            <p:cNvCxnSpPr/>
            <p:nvPr/>
          </p:nvCxnSpPr>
          <p:spPr>
            <a:xfrm flipH="1" flipV="1">
              <a:off x="9003173" y="1164526"/>
              <a:ext cx="437561" cy="4471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2" name="link2_sensor_4: ray"/>
            <p:cNvCxnSpPr/>
            <p:nvPr/>
          </p:nvCxnSpPr>
          <p:spPr>
            <a:xfrm flipH="1" flipV="1">
              <a:off x="8568016" y="1129573"/>
              <a:ext cx="734119" cy="13124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3" name="link6_sensor_2: ray"/>
            <p:cNvCxnSpPr/>
            <p:nvPr/>
          </p:nvCxnSpPr>
          <p:spPr>
            <a:xfrm flipV="1">
              <a:off x="9863039" y="459099"/>
              <a:ext cx="1198671" cy="6191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4" name="link3_sensor_2: ray"/>
            <p:cNvCxnSpPr/>
            <p:nvPr/>
          </p:nvCxnSpPr>
          <p:spPr>
            <a:xfrm flipH="1" flipV="1">
              <a:off x="8972113" y="1288392"/>
              <a:ext cx="302402" cy="4410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5" name="link3_sensor_2: ray"/>
            <p:cNvCxnSpPr/>
            <p:nvPr/>
          </p:nvCxnSpPr>
          <p:spPr>
            <a:xfrm flipH="1" flipV="1">
              <a:off x="8993414" y="886453"/>
              <a:ext cx="281101" cy="8430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6" name="link3_sensor_2: ray"/>
            <p:cNvCxnSpPr/>
            <p:nvPr/>
          </p:nvCxnSpPr>
          <p:spPr>
            <a:xfrm flipH="1" flipV="1">
              <a:off x="8812619" y="1156686"/>
              <a:ext cx="461896" cy="5727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7" name="link2_sensor_4: ray"/>
            <p:cNvCxnSpPr/>
            <p:nvPr/>
          </p:nvCxnSpPr>
          <p:spPr>
            <a:xfrm flipH="1" flipV="1">
              <a:off x="8968697" y="1397625"/>
              <a:ext cx="333438" cy="104435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8" name="link1_sensor_4: ray"/>
            <p:cNvCxnSpPr/>
            <p:nvPr/>
          </p:nvCxnSpPr>
          <p:spPr>
            <a:xfrm>
              <a:off x="9876066" y="2761682"/>
              <a:ext cx="909759" cy="6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9" name="link6_sensor_2: ray"/>
            <p:cNvCxnSpPr/>
            <p:nvPr/>
          </p:nvCxnSpPr>
          <p:spPr>
            <a:xfrm>
              <a:off x="9863039" y="1078269"/>
              <a:ext cx="1101328" cy="1295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0" name="link4_sensor_3: ray"/>
            <p:cNvCxnSpPr/>
            <p:nvPr/>
          </p:nvCxnSpPr>
          <p:spPr>
            <a:xfrm>
              <a:off x="9841676" y="1932772"/>
              <a:ext cx="1227738" cy="57969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1" name="link5_front_sensor_3: ray"/>
            <p:cNvCxnSpPr/>
            <p:nvPr/>
          </p:nvCxnSpPr>
          <p:spPr>
            <a:xfrm>
              <a:off x="9759654" y="1451467"/>
              <a:ext cx="505715" cy="4825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2" name="link4_sensor_3: ray"/>
            <p:cNvCxnSpPr/>
            <p:nvPr/>
          </p:nvCxnSpPr>
          <p:spPr>
            <a:xfrm>
              <a:off x="9841676" y="1932772"/>
              <a:ext cx="925740" cy="4561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3" name="link1_sensor_4: ray"/>
            <p:cNvCxnSpPr/>
            <p:nvPr/>
          </p:nvCxnSpPr>
          <p:spPr>
            <a:xfrm>
              <a:off x="9876066" y="2761682"/>
              <a:ext cx="1058246" cy="806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4" name="link5_front_sensor_3: ray"/>
            <p:cNvCxnSpPr/>
            <p:nvPr/>
          </p:nvCxnSpPr>
          <p:spPr>
            <a:xfrm>
              <a:off x="9759654" y="1451467"/>
              <a:ext cx="492400" cy="69987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5" name="link5_front_sensor_3: ray"/>
            <p:cNvCxnSpPr/>
            <p:nvPr/>
          </p:nvCxnSpPr>
          <p:spPr>
            <a:xfrm>
              <a:off x="9759654" y="1451467"/>
              <a:ext cx="595962" cy="7039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6" name="link5_back_sensor_5: ray"/>
            <p:cNvCxnSpPr/>
            <p:nvPr/>
          </p:nvCxnSpPr>
          <p:spPr>
            <a:xfrm flipH="1" flipV="1">
              <a:off x="9008881" y="812048"/>
              <a:ext cx="407618" cy="17203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7" name="link3_sensor_2: ray"/>
            <p:cNvCxnSpPr/>
            <p:nvPr/>
          </p:nvCxnSpPr>
          <p:spPr>
            <a:xfrm flipH="1" flipV="1">
              <a:off x="8956658" y="1194295"/>
              <a:ext cx="317857" cy="5351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8" name="link5_front_sensor_3: ray"/>
            <p:cNvCxnSpPr/>
            <p:nvPr/>
          </p:nvCxnSpPr>
          <p:spPr>
            <a:xfrm>
              <a:off x="9759654" y="1451467"/>
              <a:ext cx="720737" cy="70887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9" name="link6_sensor_2: ray"/>
            <p:cNvCxnSpPr/>
            <p:nvPr/>
          </p:nvCxnSpPr>
          <p:spPr>
            <a:xfrm flipV="1">
              <a:off x="9863039" y="665704"/>
              <a:ext cx="1169770" cy="4125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0" name="link2_sensor_3: ray"/>
            <p:cNvCxnSpPr/>
            <p:nvPr/>
          </p:nvCxnSpPr>
          <p:spPr>
            <a:xfrm flipH="1" flipV="1">
              <a:off x="9212674" y="2372947"/>
              <a:ext cx="130215" cy="13270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1" name="link5_front_sensor_3: ray"/>
            <p:cNvCxnSpPr/>
            <p:nvPr/>
          </p:nvCxnSpPr>
          <p:spPr>
            <a:xfrm>
              <a:off x="9759654" y="1451467"/>
              <a:ext cx="873968" cy="71489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2" name="link5_front_sensor_3: ray"/>
            <p:cNvCxnSpPr/>
            <p:nvPr/>
          </p:nvCxnSpPr>
          <p:spPr>
            <a:xfrm>
              <a:off x="9759654" y="1451467"/>
              <a:ext cx="752758" cy="5502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3" name="link3_sensor_2: ray"/>
            <p:cNvCxnSpPr/>
            <p:nvPr/>
          </p:nvCxnSpPr>
          <p:spPr>
            <a:xfrm flipH="1" flipV="1">
              <a:off x="8977011" y="768721"/>
              <a:ext cx="297504" cy="9607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4" name="link6_sensor_2: ray"/>
            <p:cNvCxnSpPr/>
            <p:nvPr/>
          </p:nvCxnSpPr>
          <p:spPr>
            <a:xfrm flipV="1">
              <a:off x="9863039" y="978793"/>
              <a:ext cx="959702" cy="994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5" name="link5_front_sensor_3: ray"/>
            <p:cNvCxnSpPr/>
            <p:nvPr/>
          </p:nvCxnSpPr>
          <p:spPr>
            <a:xfrm>
              <a:off x="9759654" y="1451467"/>
              <a:ext cx="556322" cy="4391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6" name="link1_sensor_4: ray"/>
            <p:cNvCxnSpPr/>
            <p:nvPr/>
          </p:nvCxnSpPr>
          <p:spPr>
            <a:xfrm flipV="1">
              <a:off x="9876066" y="2691121"/>
              <a:ext cx="946333" cy="705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7" name="link5_back_sensor_5: ray"/>
            <p:cNvCxnSpPr/>
            <p:nvPr/>
          </p:nvCxnSpPr>
          <p:spPr>
            <a:xfrm flipH="1" flipV="1">
              <a:off x="9004517" y="760667"/>
              <a:ext cx="411982" cy="2234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8" name="link6_sensor_2: ray"/>
            <p:cNvCxnSpPr/>
            <p:nvPr/>
          </p:nvCxnSpPr>
          <p:spPr>
            <a:xfrm flipV="1">
              <a:off x="9863039" y="306615"/>
              <a:ext cx="1215067" cy="7716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9" name="link2_sensor_3: ray"/>
            <p:cNvCxnSpPr/>
            <p:nvPr/>
          </p:nvCxnSpPr>
          <p:spPr>
            <a:xfrm flipH="1" flipV="1">
              <a:off x="9207353" y="2339434"/>
              <a:ext cx="135536" cy="16621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0" name="link2_sensor_4: ray"/>
            <p:cNvCxnSpPr/>
            <p:nvPr/>
          </p:nvCxnSpPr>
          <p:spPr>
            <a:xfrm flipH="1" flipV="1">
              <a:off x="8784536" y="1109721"/>
              <a:ext cx="517599" cy="13322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1" name="link1_sensor_3: ray"/>
            <p:cNvCxnSpPr/>
            <p:nvPr/>
          </p:nvCxnSpPr>
          <p:spPr>
            <a:xfrm>
              <a:off x="9896883" y="2618847"/>
              <a:ext cx="973866" cy="3353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2" name="link2_sensor_4: ray"/>
            <p:cNvCxnSpPr/>
            <p:nvPr/>
          </p:nvCxnSpPr>
          <p:spPr>
            <a:xfrm flipH="1" flipV="1">
              <a:off x="8971100" y="1269481"/>
              <a:ext cx="331035" cy="11724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3" name="link5_front_sensor_3: ray"/>
            <p:cNvCxnSpPr/>
            <p:nvPr/>
          </p:nvCxnSpPr>
          <p:spPr>
            <a:xfrm>
              <a:off x="9759654" y="1451467"/>
              <a:ext cx="1034571" cy="7007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4" name="link6_sensor_2: ray"/>
            <p:cNvCxnSpPr/>
            <p:nvPr/>
          </p:nvCxnSpPr>
          <p:spPr>
            <a:xfrm>
              <a:off x="9863039" y="1078269"/>
              <a:ext cx="1111639" cy="300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5" name="link2_sensor_3: ray"/>
            <p:cNvCxnSpPr/>
            <p:nvPr/>
          </p:nvCxnSpPr>
          <p:spPr>
            <a:xfrm flipH="1" flipV="1">
              <a:off x="8833172" y="2488823"/>
              <a:ext cx="509717" cy="1682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6" name="link3_sensor_2: ray"/>
            <p:cNvCxnSpPr/>
            <p:nvPr/>
          </p:nvCxnSpPr>
          <p:spPr>
            <a:xfrm flipH="1" flipV="1">
              <a:off x="8938132" y="1091403"/>
              <a:ext cx="336383" cy="6380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7" name="link5_back_sensor_5: ray"/>
            <p:cNvCxnSpPr/>
            <p:nvPr/>
          </p:nvCxnSpPr>
          <p:spPr>
            <a:xfrm flipH="1" flipV="1">
              <a:off x="8999696" y="703914"/>
              <a:ext cx="416803" cy="2801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8" name="link5_back_sensor_5: ray"/>
            <p:cNvCxnSpPr/>
            <p:nvPr/>
          </p:nvCxnSpPr>
          <p:spPr>
            <a:xfrm flipH="1" flipV="1">
              <a:off x="8998591" y="833203"/>
              <a:ext cx="417908" cy="1508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9" name="link1_sensor_4: ray"/>
            <p:cNvCxnSpPr/>
            <p:nvPr/>
          </p:nvCxnSpPr>
          <p:spPr>
            <a:xfrm flipV="1">
              <a:off x="9876066" y="2758917"/>
              <a:ext cx="1096578" cy="27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0" name="link2_sensor_3: ray"/>
            <p:cNvCxnSpPr/>
            <p:nvPr/>
          </p:nvCxnSpPr>
          <p:spPr>
            <a:xfrm flipH="1" flipV="1">
              <a:off x="9202019" y="2305841"/>
              <a:ext cx="140870" cy="1998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1" name="link1_sensor_3: ray"/>
            <p:cNvCxnSpPr/>
            <p:nvPr/>
          </p:nvCxnSpPr>
          <p:spPr>
            <a:xfrm>
              <a:off x="9896883" y="2618847"/>
              <a:ext cx="1136473" cy="1143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2" name="link2_sensor_3: ray"/>
            <p:cNvCxnSpPr/>
            <p:nvPr/>
          </p:nvCxnSpPr>
          <p:spPr>
            <a:xfrm flipH="1" flipV="1">
              <a:off x="9186743" y="2398654"/>
              <a:ext cx="156146" cy="1069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3" name="link5_front_sensor_3: ray"/>
            <p:cNvCxnSpPr/>
            <p:nvPr/>
          </p:nvCxnSpPr>
          <p:spPr>
            <a:xfrm>
              <a:off x="9759654" y="1451467"/>
              <a:ext cx="608007" cy="3950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4" name="link2_sensor_0: ray"/>
            <p:cNvCxnSpPr/>
            <p:nvPr/>
          </p:nvCxnSpPr>
          <p:spPr>
            <a:xfrm flipH="1" flipV="1">
              <a:off x="8879025" y="2491490"/>
              <a:ext cx="348725" cy="839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5" name="link5_front_sensor_3: ray"/>
            <p:cNvCxnSpPr/>
            <p:nvPr/>
          </p:nvCxnSpPr>
          <p:spPr>
            <a:xfrm>
              <a:off x="9759654" y="1451467"/>
              <a:ext cx="822725" cy="4945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6" name="link4_sensor_3: ray"/>
            <p:cNvCxnSpPr/>
            <p:nvPr/>
          </p:nvCxnSpPr>
          <p:spPr>
            <a:xfrm>
              <a:off x="9841676" y="1932772"/>
              <a:ext cx="1310873" cy="26976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7" name="link2_sensor_3: ray"/>
            <p:cNvCxnSpPr/>
            <p:nvPr/>
          </p:nvCxnSpPr>
          <p:spPr>
            <a:xfrm flipH="1" flipV="1">
              <a:off x="8812841" y="2436242"/>
              <a:ext cx="530048" cy="694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8" name="link5_back_sensor_5: ray"/>
            <p:cNvCxnSpPr/>
            <p:nvPr/>
          </p:nvCxnSpPr>
          <p:spPr>
            <a:xfrm flipH="1" flipV="1">
              <a:off x="8993165" y="783395"/>
              <a:ext cx="423334" cy="2006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9" name="link5_back_sensor_5: ray"/>
            <p:cNvCxnSpPr/>
            <p:nvPr/>
          </p:nvCxnSpPr>
          <p:spPr>
            <a:xfrm flipH="1" flipV="1">
              <a:off x="8994344" y="640898"/>
              <a:ext cx="422155" cy="3431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0" name="link6_sensor_2: ray"/>
            <p:cNvCxnSpPr/>
            <p:nvPr/>
          </p:nvCxnSpPr>
          <p:spPr>
            <a:xfrm>
              <a:off x="9863039" y="1078269"/>
              <a:ext cx="1093107" cy="16093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1" name="link4_sensor_3: ray"/>
            <p:cNvCxnSpPr/>
            <p:nvPr/>
          </p:nvCxnSpPr>
          <p:spPr>
            <a:xfrm>
              <a:off x="9841676" y="1932772"/>
              <a:ext cx="977489" cy="2126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2" name="link2_sensor_3: ray"/>
            <p:cNvCxnSpPr/>
            <p:nvPr/>
          </p:nvCxnSpPr>
          <p:spPr>
            <a:xfrm flipH="1" flipV="1">
              <a:off x="9196672" y="2272168"/>
              <a:ext cx="146217" cy="2334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3" name="link4_sensor_3: ray"/>
            <p:cNvCxnSpPr/>
            <p:nvPr/>
          </p:nvCxnSpPr>
          <p:spPr>
            <a:xfrm>
              <a:off x="9841676" y="1932772"/>
              <a:ext cx="854942" cy="2638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4" name="link6_sensor_2: ray"/>
            <p:cNvCxnSpPr/>
            <p:nvPr/>
          </p:nvCxnSpPr>
          <p:spPr>
            <a:xfrm flipV="1">
              <a:off x="9863039" y="530123"/>
              <a:ext cx="1184213" cy="5481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5" name="link1_sensor_3: ray"/>
            <p:cNvCxnSpPr/>
            <p:nvPr/>
          </p:nvCxnSpPr>
          <p:spPr>
            <a:xfrm flipV="1">
              <a:off x="9896883" y="2571175"/>
              <a:ext cx="982267" cy="4767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6" name="link2_sensor_3: ray"/>
            <p:cNvCxnSpPr/>
            <p:nvPr/>
          </p:nvCxnSpPr>
          <p:spPr>
            <a:xfrm flipH="1" flipV="1">
              <a:off x="9181650" y="2366788"/>
              <a:ext cx="161239" cy="1388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7" name="link6_sensor_2: ray"/>
            <p:cNvCxnSpPr/>
            <p:nvPr/>
          </p:nvCxnSpPr>
          <p:spPr>
            <a:xfrm flipV="1">
              <a:off x="9863039" y="893679"/>
              <a:ext cx="908200" cy="1845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8" name="link2_sensor_0: ray"/>
            <p:cNvCxnSpPr/>
            <p:nvPr/>
          </p:nvCxnSpPr>
          <p:spPr>
            <a:xfrm flipH="1" flipV="1">
              <a:off x="8863764" y="2445014"/>
              <a:ext cx="363986" cy="1304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9" name="link5_back_sensor_5: ray"/>
            <p:cNvCxnSpPr/>
            <p:nvPr/>
          </p:nvCxnSpPr>
          <p:spPr>
            <a:xfrm flipH="1" flipV="1">
              <a:off x="8974010" y="849261"/>
              <a:ext cx="442489" cy="13482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0" name="link2_sensor_4: ray"/>
            <p:cNvCxnSpPr/>
            <p:nvPr/>
          </p:nvCxnSpPr>
          <p:spPr>
            <a:xfrm flipH="1" flipV="1">
              <a:off x="8965125" y="1086691"/>
              <a:ext cx="337010" cy="13552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1" name="link6_sensor_2: ray"/>
            <p:cNvCxnSpPr/>
            <p:nvPr/>
          </p:nvCxnSpPr>
          <p:spPr>
            <a:xfrm flipV="1">
              <a:off x="9863039" y="1003734"/>
              <a:ext cx="1122478" cy="7453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2" name="link5_back_sensor_5: ray"/>
            <p:cNvCxnSpPr/>
            <p:nvPr/>
          </p:nvCxnSpPr>
          <p:spPr>
            <a:xfrm flipH="1" flipV="1">
              <a:off x="8987163" y="728295"/>
              <a:ext cx="429336" cy="2557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3" name="link3_sensor_2: ray"/>
            <p:cNvCxnSpPr/>
            <p:nvPr/>
          </p:nvCxnSpPr>
          <p:spPr>
            <a:xfrm flipH="1" flipV="1">
              <a:off x="8922394" y="990386"/>
              <a:ext cx="352121" cy="7390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4" name="link2_sensor_3: ray"/>
            <p:cNvCxnSpPr/>
            <p:nvPr/>
          </p:nvCxnSpPr>
          <p:spPr>
            <a:xfrm flipH="1" flipV="1">
              <a:off x="9176545" y="2334851"/>
              <a:ext cx="166344" cy="1708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5" name="link5_back_sensor_5: ray"/>
            <p:cNvCxnSpPr/>
            <p:nvPr/>
          </p:nvCxnSpPr>
          <p:spPr>
            <a:xfrm flipH="1" flipV="1">
              <a:off x="8988367" y="570526"/>
              <a:ext cx="428132" cy="4135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6" name="link5_front_sensor_3: ray"/>
            <p:cNvCxnSpPr/>
            <p:nvPr/>
          </p:nvCxnSpPr>
          <p:spPr>
            <a:xfrm>
              <a:off x="9759654" y="1451467"/>
              <a:ext cx="660677" cy="34992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7" name="link2_sensor_3: ray"/>
            <p:cNvCxnSpPr/>
            <p:nvPr/>
          </p:nvCxnSpPr>
          <p:spPr>
            <a:xfrm flipH="1" flipV="1">
              <a:off x="9163202" y="2421996"/>
              <a:ext cx="179687" cy="8365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8" name="link4_sensor_3: ray"/>
            <p:cNvCxnSpPr/>
            <p:nvPr/>
          </p:nvCxnSpPr>
          <p:spPr>
            <a:xfrm>
              <a:off x="9841676" y="1932772"/>
              <a:ext cx="924099" cy="3598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9" name="link1_sensor_3: ray"/>
            <p:cNvCxnSpPr/>
            <p:nvPr/>
          </p:nvCxnSpPr>
          <p:spPr>
            <a:xfrm>
              <a:off x="9896883" y="2618847"/>
              <a:ext cx="1148783" cy="2143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0" name="link2_sensor_0: ray"/>
            <p:cNvCxnSpPr/>
            <p:nvPr/>
          </p:nvCxnSpPr>
          <p:spPr>
            <a:xfrm flipH="1" flipV="1">
              <a:off x="8847970" y="2396924"/>
              <a:ext cx="379780" cy="1785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1" name="link5_back_sensor_5: ray"/>
            <p:cNvCxnSpPr/>
            <p:nvPr/>
          </p:nvCxnSpPr>
          <p:spPr>
            <a:xfrm flipH="1" flipV="1">
              <a:off x="8967218" y="799319"/>
              <a:ext cx="449281" cy="18476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2" name="link5_front_sensor_3: ray"/>
            <p:cNvCxnSpPr/>
            <p:nvPr/>
          </p:nvCxnSpPr>
          <p:spPr>
            <a:xfrm>
              <a:off x="9759654" y="1451467"/>
              <a:ext cx="894156" cy="43714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3" name="link5_front_sensor_3: ray"/>
            <p:cNvCxnSpPr/>
            <p:nvPr/>
          </p:nvCxnSpPr>
          <p:spPr>
            <a:xfrm>
              <a:off x="9759654" y="1451467"/>
              <a:ext cx="855344" cy="7796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4" name="link4_sensor_1: ray"/>
            <p:cNvCxnSpPr/>
            <p:nvPr/>
          </p:nvCxnSpPr>
          <p:spPr>
            <a:xfrm flipV="1">
              <a:off x="9864092" y="1533413"/>
              <a:ext cx="1034152" cy="21874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5" name="link2_sensor_3: ray"/>
            <p:cNvCxnSpPr/>
            <p:nvPr/>
          </p:nvCxnSpPr>
          <p:spPr>
            <a:xfrm flipH="1" flipV="1">
              <a:off x="9171430" y="2302842"/>
              <a:ext cx="171459" cy="2028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6" name="link2_sensor_3: ray"/>
            <p:cNvCxnSpPr/>
            <p:nvPr/>
          </p:nvCxnSpPr>
          <p:spPr>
            <a:xfrm flipH="1" flipV="1">
              <a:off x="9158319" y="2391624"/>
              <a:ext cx="184570" cy="1140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7" name="link4_sensor_3: ray"/>
            <p:cNvCxnSpPr/>
            <p:nvPr/>
          </p:nvCxnSpPr>
          <p:spPr>
            <a:xfrm>
              <a:off x="9841676" y="1932772"/>
              <a:ext cx="710302" cy="2893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8" name="link5_back_sensor_5: ray"/>
            <p:cNvCxnSpPr/>
            <p:nvPr/>
          </p:nvCxnSpPr>
          <p:spPr>
            <a:xfrm flipH="1" flipV="1">
              <a:off x="8980487" y="667012"/>
              <a:ext cx="436012" cy="31707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9" name="link4_sensor_3: ray"/>
            <p:cNvCxnSpPr/>
            <p:nvPr/>
          </p:nvCxnSpPr>
          <p:spPr>
            <a:xfrm>
              <a:off x="9841676" y="1932772"/>
              <a:ext cx="1057098" cy="1406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0" name="link5_back_sensor_5: ray"/>
            <p:cNvCxnSpPr/>
            <p:nvPr/>
          </p:nvCxnSpPr>
          <p:spPr>
            <a:xfrm flipH="1" flipV="1">
              <a:off x="8932049" y="861762"/>
              <a:ext cx="484450" cy="1223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1" name="link1_sensor_3: ray"/>
            <p:cNvCxnSpPr/>
            <p:nvPr/>
          </p:nvCxnSpPr>
          <p:spPr>
            <a:xfrm flipV="1">
              <a:off x="9896883" y="2487727"/>
              <a:ext cx="990888" cy="1311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2" name="link2_sensor_3: ray"/>
            <p:cNvCxnSpPr/>
            <p:nvPr/>
          </p:nvCxnSpPr>
          <p:spPr>
            <a:xfrm flipH="1" flipV="1">
              <a:off x="9013800" y="2471267"/>
              <a:ext cx="329089" cy="343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3" name="link5_front_sensor_3: ray"/>
            <p:cNvCxnSpPr/>
            <p:nvPr/>
          </p:nvCxnSpPr>
          <p:spPr>
            <a:xfrm>
              <a:off x="9759654" y="1451467"/>
              <a:ext cx="1068350" cy="5943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4" name="link4_sensor_3: ray"/>
            <p:cNvCxnSpPr/>
            <p:nvPr/>
          </p:nvCxnSpPr>
          <p:spPr>
            <a:xfrm>
              <a:off x="9841676" y="1932772"/>
              <a:ext cx="1205686" cy="4490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5" name="link6_sensor_2: ray"/>
            <p:cNvCxnSpPr/>
            <p:nvPr/>
          </p:nvCxnSpPr>
          <p:spPr>
            <a:xfrm>
              <a:off x="9863039" y="1078269"/>
              <a:ext cx="1102897" cy="654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6" name="link5_back_sensor_5: ray"/>
            <p:cNvCxnSpPr/>
            <p:nvPr/>
          </p:nvCxnSpPr>
          <p:spPr>
            <a:xfrm flipH="1" flipV="1">
              <a:off x="8981650" y="491427"/>
              <a:ext cx="434849" cy="49265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7" name="link6_sensor_2: ray"/>
            <p:cNvCxnSpPr/>
            <p:nvPr/>
          </p:nvCxnSpPr>
          <p:spPr>
            <a:xfrm flipV="1">
              <a:off x="9863039" y="798136"/>
              <a:ext cx="915223" cy="2801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8" name="link4_sensor_3: ray"/>
            <p:cNvCxnSpPr/>
            <p:nvPr/>
          </p:nvCxnSpPr>
          <p:spPr>
            <a:xfrm>
              <a:off x="9841676" y="1932772"/>
              <a:ext cx="1030082" cy="3028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9" name="link2_sensor_0: ray"/>
            <p:cNvCxnSpPr/>
            <p:nvPr/>
          </p:nvCxnSpPr>
          <p:spPr>
            <a:xfrm flipH="1" flipV="1">
              <a:off x="8831619" y="2347137"/>
              <a:ext cx="396131" cy="2283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0" name="link5_front_sensor_3: ray"/>
            <p:cNvCxnSpPr/>
            <p:nvPr/>
          </p:nvCxnSpPr>
          <p:spPr>
            <a:xfrm>
              <a:off x="9759654" y="1451467"/>
              <a:ext cx="1048897" cy="79586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1" name="link5_back_sensor_5: ray"/>
            <p:cNvCxnSpPr/>
            <p:nvPr/>
          </p:nvCxnSpPr>
          <p:spPr>
            <a:xfrm flipH="1" flipV="1">
              <a:off x="8959691" y="743965"/>
              <a:ext cx="456808" cy="2401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2" name="link2_sensor_3: ray"/>
            <p:cNvCxnSpPr/>
            <p:nvPr/>
          </p:nvCxnSpPr>
          <p:spPr>
            <a:xfrm flipH="1" flipV="1">
              <a:off x="9153425" y="2361187"/>
              <a:ext cx="189464" cy="14446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3" name="link2_sensor_3: ray"/>
            <p:cNvCxnSpPr/>
            <p:nvPr/>
          </p:nvCxnSpPr>
          <p:spPr>
            <a:xfrm flipH="1" flipV="1">
              <a:off x="9141731" y="2443283"/>
              <a:ext cx="201158" cy="6236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4" name="link4_sensor_3: ray"/>
            <p:cNvCxnSpPr/>
            <p:nvPr/>
          </p:nvCxnSpPr>
          <p:spPr>
            <a:xfrm>
              <a:off x="9841676" y="1932772"/>
              <a:ext cx="1743552" cy="33938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5" name="link5_front_sensor_3: ray"/>
            <p:cNvCxnSpPr/>
            <p:nvPr/>
          </p:nvCxnSpPr>
          <p:spPr>
            <a:xfrm>
              <a:off x="9759654" y="1451467"/>
              <a:ext cx="714488" cy="30393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6" name="link2_sensor_3: ray"/>
            <p:cNvCxnSpPr/>
            <p:nvPr/>
          </p:nvCxnSpPr>
          <p:spPr>
            <a:xfrm flipH="1" flipV="1">
              <a:off x="9002360" y="2433428"/>
              <a:ext cx="340529" cy="722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7" name="link3_sensor_2: ray"/>
            <p:cNvCxnSpPr/>
            <p:nvPr/>
          </p:nvCxnSpPr>
          <p:spPr>
            <a:xfrm flipH="1" flipV="1">
              <a:off x="8906012" y="885285"/>
              <a:ext cx="368503" cy="84418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8" name="link6_sensor_2: ray"/>
            <p:cNvCxnSpPr/>
            <p:nvPr/>
          </p:nvCxnSpPr>
          <p:spPr>
            <a:xfrm flipV="1">
              <a:off x="9863039" y="386317"/>
              <a:ext cx="1199470" cy="69195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9" name="link5_back_sensor_5: ray"/>
            <p:cNvCxnSpPr/>
            <p:nvPr/>
          </p:nvCxnSpPr>
          <p:spPr>
            <a:xfrm flipH="1" flipV="1">
              <a:off x="8973016" y="598445"/>
              <a:ext cx="443483" cy="38564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0" name="link6_sensor_2: ray"/>
            <p:cNvCxnSpPr/>
            <p:nvPr/>
          </p:nvCxnSpPr>
          <p:spPr>
            <a:xfrm flipV="1">
              <a:off x="9863039" y="893778"/>
              <a:ext cx="1133894" cy="18449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1" name="link2_sensor_4: ray"/>
            <p:cNvCxnSpPr/>
            <p:nvPr/>
          </p:nvCxnSpPr>
          <p:spPr>
            <a:xfrm flipH="1" flipV="1">
              <a:off x="8949826" y="824776"/>
              <a:ext cx="352309" cy="161720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2" name="link2_sensor_3: ray"/>
            <p:cNvCxnSpPr/>
            <p:nvPr/>
          </p:nvCxnSpPr>
          <p:spPr>
            <a:xfrm flipH="1" flipV="1">
              <a:off x="9137041" y="2414271"/>
              <a:ext cx="205848" cy="913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3" name="link2_sensor_3: ray"/>
            <p:cNvCxnSpPr/>
            <p:nvPr/>
          </p:nvCxnSpPr>
          <p:spPr>
            <a:xfrm flipH="1" flipV="1">
              <a:off x="9148520" y="2330685"/>
              <a:ext cx="194369" cy="17496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4" name="link4_sensor_3: ray"/>
            <p:cNvCxnSpPr/>
            <p:nvPr/>
          </p:nvCxnSpPr>
          <p:spPr>
            <a:xfrm>
              <a:off x="9841676" y="1932772"/>
              <a:ext cx="1379501" cy="17088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5" name="link2_sensor_3: ray"/>
            <p:cNvCxnSpPr/>
            <p:nvPr/>
          </p:nvCxnSpPr>
          <p:spPr>
            <a:xfrm flipH="1" flipV="1">
              <a:off x="8990513" y="2394261"/>
              <a:ext cx="352376" cy="1113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6" name="link1_sensor_3: ray"/>
            <p:cNvCxnSpPr/>
            <p:nvPr/>
          </p:nvCxnSpPr>
          <p:spPr>
            <a:xfrm flipV="1">
              <a:off x="9896883" y="2544369"/>
              <a:ext cx="1161488" cy="744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7" name="link4_sensor_3: ray"/>
            <p:cNvCxnSpPr/>
            <p:nvPr/>
          </p:nvCxnSpPr>
          <p:spPr>
            <a:xfrm>
              <a:off x="9841676" y="1932772"/>
              <a:ext cx="1162001" cy="6351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8" name="link5_front_sensor_3: ray"/>
            <p:cNvCxnSpPr/>
            <p:nvPr/>
          </p:nvCxnSpPr>
          <p:spPr>
            <a:xfrm>
              <a:off x="9759654" y="1451467"/>
              <a:ext cx="1300765" cy="8169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9" name="link5_back_sensor_5: ray"/>
            <p:cNvCxnSpPr/>
            <p:nvPr/>
          </p:nvCxnSpPr>
          <p:spPr>
            <a:xfrm flipH="1" flipV="1">
              <a:off x="8974044" y="401869"/>
              <a:ext cx="442455" cy="5822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0" name="link5_front_sensor_3: ray"/>
            <p:cNvCxnSpPr/>
            <p:nvPr/>
          </p:nvCxnSpPr>
          <p:spPr>
            <a:xfrm>
              <a:off x="9759654" y="1451467"/>
              <a:ext cx="1254683" cy="5660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1" name="link1_sensor_5: ray"/>
            <p:cNvCxnSpPr/>
            <p:nvPr/>
          </p:nvCxnSpPr>
          <p:spPr>
            <a:xfrm>
              <a:off x="9739191" y="2952209"/>
              <a:ext cx="79375" cy="2629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2" name="link5_back_sensor_5: ray"/>
            <p:cNvCxnSpPr/>
            <p:nvPr/>
          </p:nvCxnSpPr>
          <p:spPr>
            <a:xfrm flipH="1" flipV="1">
              <a:off x="8951306" y="682272"/>
              <a:ext cx="465193" cy="3018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3" name="link2_sensor_3: ray"/>
            <p:cNvCxnSpPr/>
            <p:nvPr/>
          </p:nvCxnSpPr>
          <p:spPr>
            <a:xfrm flipH="1" flipV="1">
              <a:off x="9223556" y="2295261"/>
              <a:ext cx="119333" cy="2103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4" name="link1_sensor_5: ray"/>
            <p:cNvCxnSpPr/>
            <p:nvPr/>
          </p:nvCxnSpPr>
          <p:spPr>
            <a:xfrm>
              <a:off x="9739191" y="2952209"/>
              <a:ext cx="123235" cy="2652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5" name="link5_front_sensor_3: ray"/>
            <p:cNvCxnSpPr/>
            <p:nvPr/>
          </p:nvCxnSpPr>
          <p:spPr>
            <a:xfrm>
              <a:off x="9759654" y="1451467"/>
              <a:ext cx="967426" cy="37818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6" name="link1_sensor_5: ray"/>
            <p:cNvCxnSpPr/>
            <p:nvPr/>
          </p:nvCxnSpPr>
          <p:spPr>
            <a:xfrm>
              <a:off x="9739191" y="2952209"/>
              <a:ext cx="171375" cy="2678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7" name="link2_sensor_3: ray"/>
            <p:cNvCxnSpPr/>
            <p:nvPr/>
          </p:nvCxnSpPr>
          <p:spPr>
            <a:xfrm flipH="1" flipV="1">
              <a:off x="9116527" y="2461699"/>
              <a:ext cx="226362" cy="4395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8" name="link1_sensor_3: ray"/>
            <p:cNvCxnSpPr/>
            <p:nvPr/>
          </p:nvCxnSpPr>
          <p:spPr>
            <a:xfrm flipV="1">
              <a:off x="9896883" y="2401950"/>
              <a:ext cx="999746" cy="2168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9" name="link1_sensor_5: ray"/>
            <p:cNvCxnSpPr/>
            <p:nvPr/>
          </p:nvCxnSpPr>
          <p:spPr>
            <a:xfrm>
              <a:off x="9739191" y="2952209"/>
              <a:ext cx="224454" cy="27059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0" name="link1_sensor_5: ray"/>
            <p:cNvCxnSpPr/>
            <p:nvPr/>
          </p:nvCxnSpPr>
          <p:spPr>
            <a:xfrm>
              <a:off x="9739191" y="2952209"/>
              <a:ext cx="283272" cy="2736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1" name="link1_sensor_3: ray"/>
            <p:cNvCxnSpPr/>
            <p:nvPr/>
          </p:nvCxnSpPr>
          <p:spPr>
            <a:xfrm flipV="1">
              <a:off x="9896883" y="2280964"/>
              <a:ext cx="1117242" cy="3378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2" name="link1_sensor_5: ray"/>
            <p:cNvCxnSpPr/>
            <p:nvPr/>
          </p:nvCxnSpPr>
          <p:spPr>
            <a:xfrm>
              <a:off x="9739191" y="2952209"/>
              <a:ext cx="348813" cy="27712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3" name="link2_sensor_3: ray"/>
            <p:cNvCxnSpPr/>
            <p:nvPr/>
          </p:nvCxnSpPr>
          <p:spPr>
            <a:xfrm flipH="1" flipV="1">
              <a:off x="9132341" y="2385199"/>
              <a:ext cx="210548" cy="12045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4" name="link4_sensor_1: ray"/>
            <p:cNvCxnSpPr/>
            <p:nvPr/>
          </p:nvCxnSpPr>
          <p:spPr>
            <a:xfrm flipV="1">
              <a:off x="9864092" y="1435402"/>
              <a:ext cx="1043630" cy="31675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5" name="link2_sensor_3: ray"/>
            <p:cNvCxnSpPr/>
            <p:nvPr/>
          </p:nvCxnSpPr>
          <p:spPr>
            <a:xfrm flipH="1" flipV="1">
              <a:off x="8978244" y="2353695"/>
              <a:ext cx="364645" cy="15195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6" name="link5_front_sensor_3: ray"/>
            <p:cNvCxnSpPr/>
            <p:nvPr/>
          </p:nvCxnSpPr>
          <p:spPr>
            <a:xfrm>
              <a:off x="9759654" y="1451467"/>
              <a:ext cx="769415" cy="25700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7" name="link2_sensor_3: ray"/>
            <p:cNvCxnSpPr/>
            <p:nvPr/>
          </p:nvCxnSpPr>
          <p:spPr>
            <a:xfrm flipH="1" flipV="1">
              <a:off x="9107493" y="2431851"/>
              <a:ext cx="235396" cy="738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8" name="link5_back_sensor_5: ray"/>
            <p:cNvCxnSpPr/>
            <p:nvPr/>
          </p:nvCxnSpPr>
          <p:spPr>
            <a:xfrm flipH="1" flipV="1">
              <a:off x="8964600" y="521211"/>
              <a:ext cx="451899" cy="4628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9" name="link6_sensor_2: ray"/>
            <p:cNvCxnSpPr/>
            <p:nvPr/>
          </p:nvCxnSpPr>
          <p:spPr>
            <a:xfrm flipV="1">
              <a:off x="9863039" y="710122"/>
              <a:ext cx="892882" cy="3681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0" name="link2_sensor_3: ray"/>
            <p:cNvCxnSpPr/>
            <p:nvPr/>
          </p:nvCxnSpPr>
          <p:spPr>
            <a:xfrm flipH="1" flipV="1">
              <a:off x="9219465" y="2268889"/>
              <a:ext cx="123424" cy="2367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1" name="link6_sensor_2: ray"/>
            <p:cNvCxnSpPr/>
            <p:nvPr/>
          </p:nvCxnSpPr>
          <p:spPr>
            <a:xfrm flipV="1">
              <a:off x="9863039" y="1043653"/>
              <a:ext cx="1113161" cy="346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2" name="link2_sensor_3: ray"/>
            <p:cNvCxnSpPr/>
            <p:nvPr/>
          </p:nvCxnSpPr>
          <p:spPr>
            <a:xfrm flipH="1" flipV="1">
              <a:off x="9127631" y="2356068"/>
              <a:ext cx="215258" cy="1495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3" name="link2_sensor_3: ray"/>
            <p:cNvCxnSpPr/>
            <p:nvPr/>
          </p:nvCxnSpPr>
          <p:spPr>
            <a:xfrm flipH="1" flipV="1">
              <a:off x="9099746" y="2401489"/>
              <a:ext cx="243143" cy="1041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4" name="link5_back_sensor_5: ray"/>
            <p:cNvCxnSpPr/>
            <p:nvPr/>
          </p:nvCxnSpPr>
          <p:spPr>
            <a:xfrm flipH="1" flipV="1">
              <a:off x="8941870" y="613055"/>
              <a:ext cx="474629" cy="3710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5" name="link2_sensor_3: ray"/>
            <p:cNvCxnSpPr/>
            <p:nvPr/>
          </p:nvCxnSpPr>
          <p:spPr>
            <a:xfrm flipH="1" flipV="1">
              <a:off x="9215380" y="2242528"/>
              <a:ext cx="127509" cy="2631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6" name="link2_sensor_3: ray"/>
            <p:cNvCxnSpPr/>
            <p:nvPr/>
          </p:nvCxnSpPr>
          <p:spPr>
            <a:xfrm flipH="1" flipV="1">
              <a:off x="9204191" y="2321159"/>
              <a:ext cx="138698" cy="1844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7" name="link5_back_sensor_5: ray"/>
            <p:cNvCxnSpPr/>
            <p:nvPr/>
          </p:nvCxnSpPr>
          <p:spPr>
            <a:xfrm flipH="1" flipV="1">
              <a:off x="8965360" y="299632"/>
              <a:ext cx="451139" cy="68445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8" name="link1_sensor_5: ray"/>
            <p:cNvCxnSpPr/>
            <p:nvPr/>
          </p:nvCxnSpPr>
          <p:spPr>
            <a:xfrm>
              <a:off x="9739191" y="2952209"/>
              <a:ext cx="68654" cy="2978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9" name="link1_sensor_5: ray"/>
            <p:cNvCxnSpPr/>
            <p:nvPr/>
          </p:nvCxnSpPr>
          <p:spPr>
            <a:xfrm>
              <a:off x="9739191" y="2952209"/>
              <a:ext cx="112481" cy="30178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0" name="link2_sensor_3: ray"/>
            <p:cNvCxnSpPr/>
            <p:nvPr/>
          </p:nvCxnSpPr>
          <p:spPr>
            <a:xfrm flipH="1" flipV="1">
              <a:off x="8729382" y="2309492"/>
              <a:ext cx="613507" cy="1961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1" name="link1_sensor_5: ray"/>
            <p:cNvCxnSpPr/>
            <p:nvPr/>
          </p:nvCxnSpPr>
          <p:spPr>
            <a:xfrm>
              <a:off x="9739191" y="2952209"/>
              <a:ext cx="160632" cy="30614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2" name="link4_sensor_3: ray"/>
            <p:cNvCxnSpPr/>
            <p:nvPr/>
          </p:nvCxnSpPr>
          <p:spPr>
            <a:xfrm>
              <a:off x="9841676" y="1932772"/>
              <a:ext cx="1278435" cy="35820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3" name="link2_sensor_3: ray"/>
            <p:cNvCxnSpPr/>
            <p:nvPr/>
          </p:nvCxnSpPr>
          <p:spPr>
            <a:xfrm flipH="1" flipV="1">
              <a:off x="9091799" y="2370298"/>
              <a:ext cx="251090" cy="13535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4" name="link1_sensor_3: ray"/>
            <p:cNvCxnSpPr/>
            <p:nvPr/>
          </p:nvCxnSpPr>
          <p:spPr>
            <a:xfrm flipV="1">
              <a:off x="9896883" y="2445337"/>
              <a:ext cx="1174590" cy="1735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5" name="link1_sensor_5: ray"/>
            <p:cNvCxnSpPr/>
            <p:nvPr/>
          </p:nvCxnSpPr>
          <p:spPr>
            <a:xfrm>
              <a:off x="9739191" y="2952209"/>
              <a:ext cx="213782" cy="3109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6" name="link5_front_sensor_3: ray"/>
            <p:cNvCxnSpPr/>
            <p:nvPr/>
          </p:nvCxnSpPr>
          <p:spPr>
            <a:xfrm>
              <a:off x="9759654" y="1451467"/>
              <a:ext cx="1443905" cy="5180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7" name="link2_sensor_3: ray"/>
            <p:cNvCxnSpPr/>
            <p:nvPr/>
          </p:nvCxnSpPr>
          <p:spPr>
            <a:xfrm flipH="1" flipV="1">
              <a:off x="9200311" y="2296134"/>
              <a:ext cx="142578" cy="20951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8" name="link2_sensor_3: ray"/>
            <p:cNvCxnSpPr/>
            <p:nvPr/>
          </p:nvCxnSpPr>
          <p:spPr>
            <a:xfrm flipH="1" flipV="1">
              <a:off x="9211298" y="2216173"/>
              <a:ext cx="131591" cy="2894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9" name="link6_sensor_2: ray"/>
            <p:cNvCxnSpPr/>
            <p:nvPr/>
          </p:nvCxnSpPr>
          <p:spPr>
            <a:xfrm flipV="1">
              <a:off x="9863039" y="777978"/>
              <a:ext cx="1145917" cy="30029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0" name="link5_back_sensor_5: ray"/>
            <p:cNvCxnSpPr/>
            <p:nvPr/>
          </p:nvCxnSpPr>
          <p:spPr>
            <a:xfrm flipH="1" flipV="1">
              <a:off x="8955097" y="433615"/>
              <a:ext cx="461402" cy="5504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1" name="link5_front_sensor_3: ray"/>
            <p:cNvCxnSpPr/>
            <p:nvPr/>
          </p:nvCxnSpPr>
          <p:spPr>
            <a:xfrm>
              <a:off x="9759654" y="1451467"/>
              <a:ext cx="1042598" cy="3176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2" name="link1_sensor_5: ray"/>
            <p:cNvCxnSpPr/>
            <p:nvPr/>
          </p:nvCxnSpPr>
          <p:spPr>
            <a:xfrm>
              <a:off x="9739191" y="2952209"/>
              <a:ext cx="272750" cy="31629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3" name="link5_front_sensor_3: ray"/>
            <p:cNvCxnSpPr/>
            <p:nvPr/>
          </p:nvCxnSpPr>
          <p:spPr>
            <a:xfrm>
              <a:off x="9759654" y="1451467"/>
              <a:ext cx="825539" cy="20909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4" name="link4_sensor_3: ray"/>
            <p:cNvCxnSpPr/>
            <p:nvPr/>
          </p:nvCxnSpPr>
          <p:spPr>
            <a:xfrm>
              <a:off x="9841676" y="1932772"/>
              <a:ext cx="1517592" cy="7229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5" name="link6_sensor_2: ray"/>
            <p:cNvCxnSpPr/>
            <p:nvPr/>
          </p:nvCxnSpPr>
          <p:spPr>
            <a:xfrm flipV="1">
              <a:off x="9863039" y="233489"/>
              <a:ext cx="1215683" cy="8447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6" name="link1_sensor_5: ray"/>
            <p:cNvCxnSpPr/>
            <p:nvPr/>
          </p:nvCxnSpPr>
          <p:spPr>
            <a:xfrm>
              <a:off x="9739191" y="2952209"/>
              <a:ext cx="338549" cy="3222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7" name="link1_sensor_3: ray"/>
            <p:cNvCxnSpPr/>
            <p:nvPr/>
          </p:nvCxnSpPr>
          <p:spPr>
            <a:xfrm flipV="1">
              <a:off x="9896883" y="2179894"/>
              <a:ext cx="1129112" cy="43895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8" name="link4_sensor_3: ray"/>
            <p:cNvCxnSpPr/>
            <p:nvPr/>
          </p:nvCxnSpPr>
          <p:spPr>
            <a:xfrm flipV="1">
              <a:off x="9841676" y="1909941"/>
              <a:ext cx="1241480" cy="228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9" name="link2_sensor_3: ray"/>
            <p:cNvCxnSpPr/>
            <p:nvPr/>
          </p:nvCxnSpPr>
          <p:spPr>
            <a:xfrm flipH="1" flipV="1">
              <a:off x="9186696" y="2344559"/>
              <a:ext cx="156193" cy="1610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0" name="link2_sensor_3: ray"/>
            <p:cNvCxnSpPr/>
            <p:nvPr/>
          </p:nvCxnSpPr>
          <p:spPr>
            <a:xfrm flipH="1" flipV="1">
              <a:off x="9196430" y="2271106"/>
              <a:ext cx="146459" cy="2345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1" name="link1_sensor_3: ray"/>
            <p:cNvCxnSpPr/>
            <p:nvPr/>
          </p:nvCxnSpPr>
          <p:spPr>
            <a:xfrm flipV="1">
              <a:off x="9896883" y="2312946"/>
              <a:ext cx="1317710" cy="30590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2" name="link6_sensor_5: ray"/>
            <p:cNvCxnSpPr/>
            <p:nvPr/>
          </p:nvCxnSpPr>
          <p:spPr>
            <a:xfrm>
              <a:off x="9819574" y="1184149"/>
              <a:ext cx="669318" cy="33528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3" name="link5_back_sensor_5: ray"/>
            <p:cNvCxnSpPr/>
            <p:nvPr/>
          </p:nvCxnSpPr>
          <p:spPr>
            <a:xfrm flipH="1" flipV="1">
              <a:off x="8931234" y="534893"/>
              <a:ext cx="485265" cy="4491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4" name="link2_sensor_0: ray"/>
            <p:cNvCxnSpPr/>
            <p:nvPr/>
          </p:nvCxnSpPr>
          <p:spPr>
            <a:xfrm flipH="1" flipV="1">
              <a:off x="8760050" y="2129116"/>
              <a:ext cx="467700" cy="4463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5" name="link2_sensor_3: ray"/>
            <p:cNvCxnSpPr/>
            <p:nvPr/>
          </p:nvCxnSpPr>
          <p:spPr>
            <a:xfrm flipH="1" flipV="1">
              <a:off x="8695487" y="2246481"/>
              <a:ext cx="647402" cy="2591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6" name="link4_sensor_1: ray"/>
            <p:cNvCxnSpPr/>
            <p:nvPr/>
          </p:nvCxnSpPr>
          <p:spPr>
            <a:xfrm flipV="1">
              <a:off x="9864092" y="1332107"/>
              <a:ext cx="1053619" cy="4200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7" name="link2_sensor_0: ray"/>
            <p:cNvCxnSpPr/>
            <p:nvPr/>
          </p:nvCxnSpPr>
          <p:spPr>
            <a:xfrm flipH="1" flipV="1">
              <a:off x="8776893" y="2289461"/>
              <a:ext cx="450857" cy="28598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8" name="link1_sensor_5: ray"/>
            <p:cNvCxnSpPr/>
            <p:nvPr/>
          </p:nvCxnSpPr>
          <p:spPr>
            <a:xfrm>
              <a:off x="9739191" y="2952209"/>
              <a:ext cx="57711" cy="33338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9" name="link4_sensor_1: ray"/>
            <p:cNvCxnSpPr/>
            <p:nvPr/>
          </p:nvCxnSpPr>
          <p:spPr>
            <a:xfrm flipV="1">
              <a:off x="9864092" y="1600810"/>
              <a:ext cx="1019339" cy="15134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0" name="link2_sensor_3: ray"/>
            <p:cNvCxnSpPr/>
            <p:nvPr/>
          </p:nvCxnSpPr>
          <p:spPr>
            <a:xfrm flipH="1" flipV="1">
              <a:off x="9183003" y="2320743"/>
              <a:ext cx="159886" cy="1849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1" name="link6_sensor_2: ray"/>
            <p:cNvCxnSpPr/>
            <p:nvPr/>
          </p:nvCxnSpPr>
          <p:spPr>
            <a:xfrm flipV="1">
              <a:off x="9863039" y="938549"/>
              <a:ext cx="1123945" cy="1397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2" name="link2_sensor_4: ray"/>
            <p:cNvCxnSpPr/>
            <p:nvPr/>
          </p:nvCxnSpPr>
          <p:spPr>
            <a:xfrm flipH="1" flipV="1">
              <a:off x="8940212" y="532573"/>
              <a:ext cx="361923" cy="19094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3" name="link2_sensor_3: ray"/>
            <p:cNvCxnSpPr/>
            <p:nvPr/>
          </p:nvCxnSpPr>
          <p:spPr>
            <a:xfrm flipH="1" flipV="1">
              <a:off x="9192558" y="2246093"/>
              <a:ext cx="150331" cy="25955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4" name="link4_sensor_1: ray"/>
            <p:cNvCxnSpPr/>
            <p:nvPr/>
          </p:nvCxnSpPr>
          <p:spPr>
            <a:xfrm flipV="1">
              <a:off x="9864092" y="1655173"/>
              <a:ext cx="791433" cy="969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5" name="link1_sensor_5: ray"/>
            <p:cNvCxnSpPr/>
            <p:nvPr/>
          </p:nvCxnSpPr>
          <p:spPr>
            <a:xfrm>
              <a:off x="9739191" y="2952209"/>
              <a:ext cx="101493" cy="3390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6" name="link6_sensor_2: ray"/>
            <p:cNvCxnSpPr/>
            <p:nvPr/>
          </p:nvCxnSpPr>
          <p:spPr>
            <a:xfrm flipV="1">
              <a:off x="9863039" y="494591"/>
              <a:ext cx="1117913" cy="5836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7" name="link1_sensor_5: ray"/>
            <p:cNvCxnSpPr/>
            <p:nvPr/>
          </p:nvCxnSpPr>
          <p:spPr>
            <a:xfrm>
              <a:off x="9739191" y="2952209"/>
              <a:ext cx="149645" cy="34535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8" name="link5_back_sensor_5: ray"/>
            <p:cNvCxnSpPr/>
            <p:nvPr/>
          </p:nvCxnSpPr>
          <p:spPr>
            <a:xfrm flipH="1" flipV="1">
              <a:off x="8987404" y="392867"/>
              <a:ext cx="429095" cy="5912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9" name="link4_sensor_1: ray"/>
            <p:cNvCxnSpPr/>
            <p:nvPr/>
          </p:nvCxnSpPr>
          <p:spPr>
            <a:xfrm flipV="1">
              <a:off x="9864092" y="1695845"/>
              <a:ext cx="907453" cy="563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0" name="link2_sensor_3: ray"/>
            <p:cNvCxnSpPr/>
            <p:nvPr/>
          </p:nvCxnSpPr>
          <p:spPr>
            <a:xfrm flipH="1" flipV="1">
              <a:off x="9170811" y="2365804"/>
              <a:ext cx="172078" cy="1398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1" name="link2_sensor_3: ray"/>
            <p:cNvCxnSpPr/>
            <p:nvPr/>
          </p:nvCxnSpPr>
          <p:spPr>
            <a:xfrm flipH="1" flipV="1">
              <a:off x="9179311" y="2296926"/>
              <a:ext cx="163578" cy="20872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2" name="link1_sensor_5: ray"/>
            <p:cNvCxnSpPr/>
            <p:nvPr/>
          </p:nvCxnSpPr>
          <p:spPr>
            <a:xfrm>
              <a:off x="9739191" y="2952209"/>
              <a:ext cx="202854" cy="3522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3" name="link2_sensor_0: ray"/>
            <p:cNvCxnSpPr/>
            <p:nvPr/>
          </p:nvCxnSpPr>
          <p:spPr>
            <a:xfrm flipH="1" flipV="1">
              <a:off x="8909632" y="2329190"/>
              <a:ext cx="318118" cy="2462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4" name="link1_sensor_5: ray"/>
            <p:cNvCxnSpPr/>
            <p:nvPr/>
          </p:nvCxnSpPr>
          <p:spPr>
            <a:xfrm>
              <a:off x="9739191" y="2952209"/>
              <a:ext cx="261962" cy="35997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5" name="link2_sensor_3: ray"/>
            <p:cNvCxnSpPr/>
            <p:nvPr/>
          </p:nvCxnSpPr>
          <p:spPr>
            <a:xfrm flipH="1" flipV="1">
              <a:off x="9167294" y="2343090"/>
              <a:ext cx="175595" cy="1625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6" name="link6_sensor_5: ray"/>
            <p:cNvCxnSpPr/>
            <p:nvPr/>
          </p:nvCxnSpPr>
          <p:spPr>
            <a:xfrm>
              <a:off x="9819574" y="1184149"/>
              <a:ext cx="831596" cy="33821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7" name="link2_sensor_3: ray"/>
            <p:cNvCxnSpPr/>
            <p:nvPr/>
          </p:nvCxnSpPr>
          <p:spPr>
            <a:xfrm flipH="1" flipV="1">
              <a:off x="9175629" y="2273124"/>
              <a:ext cx="167260" cy="2325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8" name="link5_back_sensor_5: ray"/>
            <p:cNvCxnSpPr/>
            <p:nvPr/>
          </p:nvCxnSpPr>
          <p:spPr>
            <a:xfrm flipH="1" flipV="1">
              <a:off x="8919125" y="445912"/>
              <a:ext cx="497374" cy="53817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9" name="link1_sensor_5: ray"/>
            <p:cNvCxnSpPr/>
            <p:nvPr/>
          </p:nvCxnSpPr>
          <p:spPr>
            <a:xfrm>
              <a:off x="9739191" y="2952209"/>
              <a:ext cx="328009" cy="3685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0" name="link6_sensor_5: ray"/>
            <p:cNvCxnSpPr/>
            <p:nvPr/>
          </p:nvCxnSpPr>
          <p:spPr>
            <a:xfrm>
              <a:off x="9819574" y="1184149"/>
              <a:ext cx="637601" cy="3635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1" name="link2_sensor_3: ray"/>
            <p:cNvCxnSpPr/>
            <p:nvPr/>
          </p:nvCxnSpPr>
          <p:spPr>
            <a:xfrm flipH="1" flipV="1">
              <a:off x="9029841" y="2378047"/>
              <a:ext cx="313048" cy="12760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2" name="link2_sensor_3: ray"/>
            <p:cNvCxnSpPr/>
            <p:nvPr/>
          </p:nvCxnSpPr>
          <p:spPr>
            <a:xfrm flipH="1" flipV="1">
              <a:off x="9156327" y="2385180"/>
              <a:ext cx="186562" cy="1204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3" name="link6_sensor_2: ray"/>
            <p:cNvCxnSpPr/>
            <p:nvPr/>
          </p:nvCxnSpPr>
          <p:spPr>
            <a:xfrm flipV="1">
              <a:off x="9863039" y="655855"/>
              <a:ext cx="1158596" cy="42241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4" name="link1_sensor_5: ray"/>
            <p:cNvCxnSpPr/>
            <p:nvPr/>
          </p:nvCxnSpPr>
          <p:spPr>
            <a:xfrm>
              <a:off x="9739191" y="2952209"/>
              <a:ext cx="46540" cy="3697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5" name="link2_sensor_3: ray"/>
            <p:cNvCxnSpPr/>
            <p:nvPr/>
          </p:nvCxnSpPr>
          <p:spPr>
            <a:xfrm flipH="1" flipV="1">
              <a:off x="9139016" y="2273471"/>
              <a:ext cx="203873" cy="2321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6" name="link2_sensor_0: ray"/>
            <p:cNvCxnSpPr/>
            <p:nvPr/>
          </p:nvCxnSpPr>
          <p:spPr>
            <a:xfrm flipH="1" flipV="1">
              <a:off x="8896778" y="2288742"/>
              <a:ext cx="330972" cy="2867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7" name="link2_sensor_3: ray"/>
            <p:cNvCxnSpPr/>
            <p:nvPr/>
          </p:nvCxnSpPr>
          <p:spPr>
            <a:xfrm flipH="1" flipV="1">
              <a:off x="9163768" y="2320368"/>
              <a:ext cx="179121" cy="1852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8" name="link4_sensor_1: ray"/>
            <p:cNvCxnSpPr/>
            <p:nvPr/>
          </p:nvCxnSpPr>
          <p:spPr>
            <a:xfrm>
              <a:off x="9864092" y="1752153"/>
              <a:ext cx="1257650" cy="664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9" name="link1_sensor_3: ray"/>
            <p:cNvCxnSpPr/>
            <p:nvPr/>
          </p:nvCxnSpPr>
          <p:spPr>
            <a:xfrm flipV="1">
              <a:off x="9896883" y="2086826"/>
              <a:ext cx="1117774" cy="53202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0" name="link1_sensor_5: ray"/>
            <p:cNvCxnSpPr/>
            <p:nvPr/>
          </p:nvCxnSpPr>
          <p:spPr>
            <a:xfrm>
              <a:off x="9739191" y="2952209"/>
              <a:ext cx="90265" cy="37720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1" name="link4_sensor_3: ray"/>
            <p:cNvCxnSpPr/>
            <p:nvPr/>
          </p:nvCxnSpPr>
          <p:spPr>
            <a:xfrm flipV="1">
              <a:off x="9841676" y="1817934"/>
              <a:ext cx="1326038" cy="11483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2" name="link1_sensor_3: ray"/>
            <p:cNvCxnSpPr/>
            <p:nvPr/>
          </p:nvCxnSpPr>
          <p:spPr>
            <a:xfrm flipV="1">
              <a:off x="9896883" y="2194973"/>
              <a:ext cx="1335399" cy="4238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3" name="link4_sensor_1: ray"/>
            <p:cNvCxnSpPr/>
            <p:nvPr/>
          </p:nvCxnSpPr>
          <p:spPr>
            <a:xfrm>
              <a:off x="9864092" y="1752153"/>
              <a:ext cx="1578569" cy="1696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4" name="link2_sensor_3: ray"/>
            <p:cNvCxnSpPr/>
            <p:nvPr/>
          </p:nvCxnSpPr>
          <p:spPr>
            <a:xfrm flipH="1" flipV="1">
              <a:off x="9017948" y="2344954"/>
              <a:ext cx="324941" cy="1606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5" name="link2_sensor_3: ray"/>
            <p:cNvCxnSpPr/>
            <p:nvPr/>
          </p:nvCxnSpPr>
          <p:spPr>
            <a:xfrm flipH="1" flipV="1">
              <a:off x="9152964" y="2363466"/>
              <a:ext cx="189925" cy="1421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6" name="link1_sensor_5: ray"/>
            <p:cNvCxnSpPr/>
            <p:nvPr/>
          </p:nvCxnSpPr>
          <p:spPr>
            <a:xfrm>
              <a:off x="9739191" y="2952209"/>
              <a:ext cx="138404" cy="3854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7" name="link4_sensor_1: ray"/>
            <p:cNvCxnSpPr/>
            <p:nvPr/>
          </p:nvCxnSpPr>
          <p:spPr>
            <a:xfrm flipV="1">
              <a:off x="9864092" y="1748537"/>
              <a:ext cx="997643" cy="36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8" name="link4_sensor_1: ray"/>
            <p:cNvCxnSpPr/>
            <p:nvPr/>
          </p:nvCxnSpPr>
          <p:spPr>
            <a:xfrm flipV="1">
              <a:off x="9864092" y="1223088"/>
              <a:ext cx="1064162" cy="5290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9" name="link2_sensor_4: ray"/>
            <p:cNvCxnSpPr/>
            <p:nvPr/>
          </p:nvCxnSpPr>
          <p:spPr>
            <a:xfrm flipH="1" flipV="1">
              <a:off x="9187021" y="2189175"/>
              <a:ext cx="115114" cy="25280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0" name="link2_sensor_3: ray"/>
            <p:cNvCxnSpPr/>
            <p:nvPr/>
          </p:nvCxnSpPr>
          <p:spPr>
            <a:xfrm flipH="1" flipV="1">
              <a:off x="9143064" y="2402923"/>
              <a:ext cx="199825" cy="10272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1" name="link4_sensor_3: ray"/>
            <p:cNvCxnSpPr/>
            <p:nvPr/>
          </p:nvCxnSpPr>
          <p:spPr>
            <a:xfrm flipV="1">
              <a:off x="9841676" y="1894398"/>
              <a:ext cx="1633342" cy="383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2" name="link1_sensor_5: ray"/>
            <p:cNvCxnSpPr/>
            <p:nvPr/>
          </p:nvCxnSpPr>
          <p:spPr>
            <a:xfrm>
              <a:off x="9739191" y="2952209"/>
              <a:ext cx="191661" cy="39461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3" name="link6_sensor_2: ray"/>
            <p:cNvCxnSpPr/>
            <p:nvPr/>
          </p:nvCxnSpPr>
          <p:spPr>
            <a:xfrm flipV="1">
              <a:off x="9863039" y="828060"/>
              <a:ext cx="1135276" cy="2502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4" name="link4_sensor_1: ray"/>
            <p:cNvCxnSpPr/>
            <p:nvPr/>
          </p:nvCxnSpPr>
          <p:spPr>
            <a:xfrm flipV="1">
              <a:off x="9864092" y="1510133"/>
              <a:ext cx="1017883" cy="2420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5" name="link2_sensor_3: ray"/>
            <p:cNvCxnSpPr/>
            <p:nvPr/>
          </p:nvCxnSpPr>
          <p:spPr>
            <a:xfrm flipH="1" flipV="1">
              <a:off x="9149591" y="2341744"/>
              <a:ext cx="193298" cy="1639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6" name="link2_sensor_3: ray"/>
            <p:cNvCxnSpPr/>
            <p:nvPr/>
          </p:nvCxnSpPr>
          <p:spPr>
            <a:xfrm flipH="1" flipV="1">
              <a:off x="9005502" y="2310304"/>
              <a:ext cx="337387" cy="1953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7" name="link1_sensor_3: ray"/>
            <p:cNvCxnSpPr/>
            <p:nvPr/>
          </p:nvCxnSpPr>
          <p:spPr>
            <a:xfrm flipV="1">
              <a:off x="9896883" y="2357996"/>
              <a:ext cx="1600174" cy="26085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8" name="link2_sensor_3: ray"/>
            <p:cNvCxnSpPr/>
            <p:nvPr/>
          </p:nvCxnSpPr>
          <p:spPr>
            <a:xfrm flipH="1" flipV="1">
              <a:off x="9139843" y="2382124"/>
              <a:ext cx="203046" cy="1235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9" name="link5_back_sensor_5: ray"/>
            <p:cNvCxnSpPr/>
            <p:nvPr/>
          </p:nvCxnSpPr>
          <p:spPr>
            <a:xfrm flipH="1" flipV="1">
              <a:off x="8905167" y="343638"/>
              <a:ext cx="511332" cy="6404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0" name="link2_sensor_3: ray"/>
            <p:cNvCxnSpPr/>
            <p:nvPr/>
          </p:nvCxnSpPr>
          <p:spPr>
            <a:xfrm flipH="1" flipV="1">
              <a:off x="9146235" y="2320035"/>
              <a:ext cx="196654" cy="1856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1" name="link6_sensor_2: ray"/>
            <p:cNvCxnSpPr/>
            <p:nvPr/>
          </p:nvCxnSpPr>
          <p:spPr>
            <a:xfrm flipV="1">
              <a:off x="9863039" y="315304"/>
              <a:ext cx="1200256" cy="7629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2" name="link2_sensor_3: ray"/>
            <p:cNvCxnSpPr/>
            <p:nvPr/>
          </p:nvCxnSpPr>
          <p:spPr>
            <a:xfrm flipH="1" flipV="1">
              <a:off x="9136611" y="2361318"/>
              <a:ext cx="206278" cy="1443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3" name="link2_sensor_4: ray"/>
            <p:cNvCxnSpPr/>
            <p:nvPr/>
          </p:nvCxnSpPr>
          <p:spPr>
            <a:xfrm flipH="1" flipV="1">
              <a:off x="9119734" y="2202113"/>
              <a:ext cx="182401" cy="2398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4" name="link2_sensor_4: ray"/>
            <p:cNvCxnSpPr/>
            <p:nvPr/>
          </p:nvCxnSpPr>
          <p:spPr>
            <a:xfrm flipH="1" flipV="1">
              <a:off x="9167249" y="2216498"/>
              <a:ext cx="134886" cy="2254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5" name="link6_sensor_5: ray"/>
            <p:cNvCxnSpPr/>
            <p:nvPr/>
          </p:nvCxnSpPr>
          <p:spPr>
            <a:xfrm>
              <a:off x="9819574" y="1184149"/>
              <a:ext cx="1091896" cy="34306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6" name="link1_sensor_3: ray"/>
            <p:cNvCxnSpPr/>
            <p:nvPr/>
          </p:nvCxnSpPr>
          <p:spPr>
            <a:xfrm flipV="1">
              <a:off x="9896883" y="1981585"/>
              <a:ext cx="1129786" cy="6372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7" name="link2_sensor_3: ray"/>
            <p:cNvCxnSpPr/>
            <p:nvPr/>
          </p:nvCxnSpPr>
          <p:spPr>
            <a:xfrm flipH="1" flipV="1">
              <a:off x="9133398" y="2340525"/>
              <a:ext cx="209491" cy="1651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8" name="link4_sensor_1: ray"/>
            <p:cNvCxnSpPr/>
            <p:nvPr/>
          </p:nvCxnSpPr>
          <p:spPr>
            <a:xfrm flipV="1">
              <a:off x="9864092" y="1714515"/>
              <a:ext cx="1305936" cy="3763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9" name="link6_sensor_2: ray"/>
            <p:cNvCxnSpPr/>
            <p:nvPr/>
          </p:nvCxnSpPr>
          <p:spPr>
            <a:xfrm flipV="1">
              <a:off x="9863039" y="526887"/>
              <a:ext cx="1171965" cy="5513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0" name="link6_sensor_5: ray"/>
            <p:cNvCxnSpPr/>
            <p:nvPr/>
          </p:nvCxnSpPr>
          <p:spPr>
            <a:xfrm>
              <a:off x="9819574" y="1184149"/>
              <a:ext cx="1120634" cy="52560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1" name="link2_sensor_4: ray"/>
            <p:cNvCxnSpPr/>
            <p:nvPr/>
          </p:nvCxnSpPr>
          <p:spPr>
            <a:xfrm flipH="1" flipV="1">
              <a:off x="8783765" y="577671"/>
              <a:ext cx="518370" cy="18643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2" name="link4_sensor_1: ray"/>
            <p:cNvCxnSpPr/>
            <p:nvPr/>
          </p:nvCxnSpPr>
          <p:spPr>
            <a:xfrm flipV="1">
              <a:off x="9864092" y="1664066"/>
              <a:ext cx="1005437" cy="880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3" name="link1_sensor_3: ray"/>
            <p:cNvCxnSpPr/>
            <p:nvPr/>
          </p:nvCxnSpPr>
          <p:spPr>
            <a:xfrm flipV="1">
              <a:off x="9896883" y="2084090"/>
              <a:ext cx="1325179" cy="5347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4" name="link4_sensor_3: ray"/>
            <p:cNvCxnSpPr/>
            <p:nvPr/>
          </p:nvCxnSpPr>
          <p:spPr>
            <a:xfrm flipV="1">
              <a:off x="9841676" y="1719695"/>
              <a:ext cx="1416374" cy="21307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5" name="link4_sensor_1: ray"/>
            <p:cNvCxnSpPr/>
            <p:nvPr/>
          </p:nvCxnSpPr>
          <p:spPr>
            <a:xfrm>
              <a:off x="9864092" y="1752153"/>
              <a:ext cx="1658603" cy="4644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6" name="link4_sensor_1: ray"/>
            <p:cNvCxnSpPr/>
            <p:nvPr/>
          </p:nvCxnSpPr>
          <p:spPr>
            <a:xfrm flipV="1">
              <a:off x="9864092" y="1107855"/>
              <a:ext cx="1075307" cy="64429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7" name="link6_sensor_2: ray"/>
            <p:cNvCxnSpPr/>
            <p:nvPr/>
          </p:nvCxnSpPr>
          <p:spPr>
            <a:xfrm flipV="1">
              <a:off x="9863039" y="711762"/>
              <a:ext cx="1147204" cy="3665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8" name="link4_sensor_1: ray"/>
            <p:cNvCxnSpPr/>
            <p:nvPr/>
          </p:nvCxnSpPr>
          <p:spPr>
            <a:xfrm flipV="1">
              <a:off x="9864092" y="1420991"/>
              <a:ext cx="1003267" cy="3311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9" name="link1_sensor_3: ray"/>
            <p:cNvCxnSpPr/>
            <p:nvPr/>
          </p:nvCxnSpPr>
          <p:spPr>
            <a:xfrm flipV="1">
              <a:off x="9896883" y="2216371"/>
              <a:ext cx="1627879" cy="4024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0" name="link4_sensor_2: ray"/>
            <p:cNvCxnSpPr/>
            <p:nvPr/>
          </p:nvCxnSpPr>
          <p:spPr>
            <a:xfrm flipV="1">
              <a:off x="9687989" y="251155"/>
              <a:ext cx="1191374" cy="12281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1" name="link4_sensor_1: ray"/>
            <p:cNvCxnSpPr/>
            <p:nvPr/>
          </p:nvCxnSpPr>
          <p:spPr>
            <a:xfrm flipV="1">
              <a:off x="9864092" y="1565640"/>
              <a:ext cx="1069816" cy="1865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2" name="link4_sensor_3: ray"/>
            <p:cNvCxnSpPr/>
            <p:nvPr/>
          </p:nvCxnSpPr>
          <p:spPr>
            <a:xfrm flipV="1">
              <a:off x="9841676" y="1774449"/>
              <a:ext cx="1758796" cy="1583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3" name="link4_sensor_1: ray"/>
            <p:cNvCxnSpPr/>
            <p:nvPr/>
          </p:nvCxnSpPr>
          <p:spPr>
            <a:xfrm flipV="1">
              <a:off x="9864092" y="1594451"/>
              <a:ext cx="1394267" cy="15770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4" name="link6_sensor_5: ray"/>
            <p:cNvCxnSpPr/>
            <p:nvPr/>
          </p:nvCxnSpPr>
          <p:spPr>
            <a:xfrm>
              <a:off x="9819574" y="1184149"/>
              <a:ext cx="1120559" cy="2502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5" name="link6_sensor_2: ray"/>
            <p:cNvCxnSpPr/>
            <p:nvPr/>
          </p:nvCxnSpPr>
          <p:spPr>
            <a:xfrm flipV="1">
              <a:off x="9863039" y="390493"/>
              <a:ext cx="1186075" cy="6877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6" name="link1_sensor_3: ray"/>
            <p:cNvCxnSpPr/>
            <p:nvPr/>
          </p:nvCxnSpPr>
          <p:spPr>
            <a:xfrm flipV="1">
              <a:off x="9896883" y="1959946"/>
              <a:ext cx="1343257" cy="65890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7" name="link4_sensor_1: ray"/>
            <p:cNvCxnSpPr/>
            <p:nvPr/>
          </p:nvCxnSpPr>
          <p:spPr>
            <a:xfrm flipV="1">
              <a:off x="9864092" y="1315757"/>
              <a:ext cx="1025427" cy="43639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8" name="link6_sensor_2: ray"/>
            <p:cNvCxnSpPr/>
            <p:nvPr/>
          </p:nvCxnSpPr>
          <p:spPr>
            <a:xfrm flipV="1">
              <a:off x="9863039" y="589182"/>
              <a:ext cx="1159778" cy="4890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9" name="link6_sensor_1: ray"/>
            <p:cNvCxnSpPr/>
            <p:nvPr/>
          </p:nvCxnSpPr>
          <p:spPr>
            <a:xfrm flipV="1">
              <a:off x="9809466" y="618160"/>
              <a:ext cx="1184759" cy="41983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0" name="link4_sensor_1: ray"/>
            <p:cNvCxnSpPr/>
            <p:nvPr/>
          </p:nvCxnSpPr>
          <p:spPr>
            <a:xfrm flipV="1">
              <a:off x="9864092" y="985860"/>
              <a:ext cx="1087108" cy="76629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1" name="link4_sensor_1: ray"/>
            <p:cNvCxnSpPr/>
            <p:nvPr/>
          </p:nvCxnSpPr>
          <p:spPr>
            <a:xfrm flipV="1">
              <a:off x="9864092" y="1455512"/>
              <a:ext cx="1123847" cy="29664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2" name="link4_sensor_1: ray"/>
            <p:cNvCxnSpPr/>
            <p:nvPr/>
          </p:nvCxnSpPr>
          <p:spPr>
            <a:xfrm flipV="1">
              <a:off x="9864092" y="1657704"/>
              <a:ext cx="1750476" cy="9444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3" name="link4_sensor_2: ray"/>
            <p:cNvCxnSpPr/>
            <p:nvPr/>
          </p:nvCxnSpPr>
          <p:spPr>
            <a:xfrm flipV="1">
              <a:off x="9687989" y="253692"/>
              <a:ext cx="991613" cy="122563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4" name="link6_sensor_5: ray"/>
            <p:cNvCxnSpPr/>
            <p:nvPr/>
          </p:nvCxnSpPr>
          <p:spPr>
            <a:xfrm>
              <a:off x="9819574" y="1184149"/>
              <a:ext cx="1130179" cy="1516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5" name="link1_sensor_3: ray"/>
            <p:cNvCxnSpPr/>
            <p:nvPr/>
          </p:nvCxnSpPr>
          <p:spPr>
            <a:xfrm flipV="1">
              <a:off x="9896883" y="2068209"/>
              <a:ext cx="1657039" cy="55063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6" name="link4_sensor_1: ray"/>
            <p:cNvCxnSpPr/>
            <p:nvPr/>
          </p:nvCxnSpPr>
          <p:spPr>
            <a:xfrm flipV="1">
              <a:off x="9864092" y="1460588"/>
              <a:ext cx="1456770" cy="2915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7" name="link6_sensor_1: ray"/>
            <p:cNvCxnSpPr/>
            <p:nvPr/>
          </p:nvCxnSpPr>
          <p:spPr>
            <a:xfrm flipV="1">
              <a:off x="9809466" y="484983"/>
              <a:ext cx="1196866" cy="5530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8" name="link4_sensor_1: ray"/>
            <p:cNvCxnSpPr/>
            <p:nvPr/>
          </p:nvCxnSpPr>
          <p:spPr>
            <a:xfrm flipV="1">
              <a:off x="9864092" y="1209294"/>
              <a:ext cx="1035182" cy="5428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9" name="link4_sensor_1: ray"/>
            <p:cNvCxnSpPr/>
            <p:nvPr/>
          </p:nvCxnSpPr>
          <p:spPr>
            <a:xfrm flipV="1">
              <a:off x="9864092" y="1337317"/>
              <a:ext cx="1163345" cy="41483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0" name="link6_sensor_2: ray"/>
            <p:cNvCxnSpPr/>
            <p:nvPr/>
          </p:nvCxnSpPr>
          <p:spPr>
            <a:xfrm flipV="1">
              <a:off x="9863039" y="459825"/>
              <a:ext cx="1173001" cy="6184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1" name="link4_sensor_1: ray"/>
            <p:cNvCxnSpPr/>
            <p:nvPr/>
          </p:nvCxnSpPr>
          <p:spPr>
            <a:xfrm flipV="1">
              <a:off x="9864092" y="856485"/>
              <a:ext cx="1099630" cy="89566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2" name="link6_sensor_1: ray"/>
            <p:cNvCxnSpPr/>
            <p:nvPr/>
          </p:nvCxnSpPr>
          <p:spPr>
            <a:xfrm flipV="1">
              <a:off x="9809466" y="331012"/>
              <a:ext cx="1210844" cy="7069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3" name="link6_sensor_5: ray"/>
            <p:cNvCxnSpPr/>
            <p:nvPr/>
          </p:nvCxnSpPr>
          <p:spPr>
            <a:xfrm>
              <a:off x="9819574" y="1184149"/>
              <a:ext cx="1153475" cy="536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4" name="link6_sensor_1: ray"/>
            <p:cNvCxnSpPr/>
            <p:nvPr/>
          </p:nvCxnSpPr>
          <p:spPr>
            <a:xfrm flipV="1">
              <a:off x="9809466" y="647305"/>
              <a:ext cx="1173431" cy="39069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5" name="link4_sensor_1: ray"/>
            <p:cNvCxnSpPr/>
            <p:nvPr/>
          </p:nvCxnSpPr>
          <p:spPr>
            <a:xfrm flipV="1">
              <a:off x="9864092" y="1494954"/>
              <a:ext cx="1856474" cy="2571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6" name="link1_sensor_3: ray"/>
            <p:cNvCxnSpPr/>
            <p:nvPr/>
          </p:nvCxnSpPr>
          <p:spPr>
            <a:xfrm flipV="1">
              <a:off x="9896883" y="1913171"/>
              <a:ext cx="1687353" cy="7056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7" name="link4_sensor_2: ray"/>
            <p:cNvCxnSpPr/>
            <p:nvPr/>
          </p:nvCxnSpPr>
          <p:spPr>
            <a:xfrm flipV="1">
              <a:off x="9687989" y="268247"/>
              <a:ext cx="1201752" cy="12110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8" name="link4_sensor_1: ray"/>
            <p:cNvCxnSpPr/>
            <p:nvPr/>
          </p:nvCxnSpPr>
          <p:spPr>
            <a:xfrm flipV="1">
              <a:off x="9864092" y="1096931"/>
              <a:ext cx="1045406" cy="65522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9" name="link4_sensor_0: ray"/>
            <p:cNvCxnSpPr/>
            <p:nvPr/>
          </p:nvCxnSpPr>
          <p:spPr>
            <a:xfrm flipH="1" flipV="1">
              <a:off x="9352179" y="235832"/>
              <a:ext cx="158045" cy="11139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0" name="link6_sensor_1: ray"/>
            <p:cNvCxnSpPr/>
            <p:nvPr/>
          </p:nvCxnSpPr>
          <p:spPr>
            <a:xfrm flipV="1">
              <a:off x="9809466" y="512329"/>
              <a:ext cx="1185080" cy="52566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1" name="link4_sensor_0: ray"/>
            <p:cNvCxnSpPr/>
            <p:nvPr/>
          </p:nvCxnSpPr>
          <p:spPr>
            <a:xfrm flipH="1" flipV="1">
              <a:off x="9463694" y="237402"/>
              <a:ext cx="46530" cy="11123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2" name="link6_sensor_5: ray"/>
            <p:cNvCxnSpPr/>
            <p:nvPr/>
          </p:nvCxnSpPr>
          <p:spPr>
            <a:xfrm flipV="1">
              <a:off x="9819574" y="1138123"/>
              <a:ext cx="1163522" cy="460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3" name="link4_sensor_2: ray"/>
            <p:cNvCxnSpPr/>
            <p:nvPr/>
          </p:nvCxnSpPr>
          <p:spPr>
            <a:xfrm flipV="1">
              <a:off x="9687989" y="529099"/>
              <a:ext cx="630294" cy="9502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4" name="link4_sensor_0: ray"/>
            <p:cNvCxnSpPr/>
            <p:nvPr/>
          </p:nvCxnSpPr>
          <p:spPr>
            <a:xfrm flipV="1">
              <a:off x="9510224" y="238971"/>
              <a:ext cx="64083" cy="11108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5" name="link6_sensor_1: ray"/>
            <p:cNvCxnSpPr/>
            <p:nvPr/>
          </p:nvCxnSpPr>
          <p:spPr>
            <a:xfrm flipV="1">
              <a:off x="9809466" y="425650"/>
              <a:ext cx="374010" cy="6123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6" name="link4_sensor_2: ray"/>
            <p:cNvCxnSpPr/>
            <p:nvPr/>
          </p:nvCxnSpPr>
          <p:spPr>
            <a:xfrm flipV="1">
              <a:off x="9687989" y="451145"/>
              <a:ext cx="545674" cy="10281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7" name="link4_sensor_0: ray"/>
            <p:cNvCxnSpPr/>
            <p:nvPr/>
          </p:nvCxnSpPr>
          <p:spPr>
            <a:xfrm flipV="1">
              <a:off x="9510224" y="240528"/>
              <a:ext cx="173804" cy="11092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8" name="link4_sensor_2: ray"/>
            <p:cNvCxnSpPr/>
            <p:nvPr/>
          </p:nvCxnSpPr>
          <p:spPr>
            <a:xfrm flipV="1">
              <a:off x="9687989" y="356820"/>
              <a:ext cx="459761" cy="11225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9" name="link6_sensor_1: ray"/>
            <p:cNvCxnSpPr/>
            <p:nvPr/>
          </p:nvCxnSpPr>
          <p:spPr>
            <a:xfrm flipV="1">
              <a:off x="9809466" y="678110"/>
              <a:ext cx="1161458" cy="35988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0" name="link6_sensor_1: ray"/>
            <p:cNvCxnSpPr/>
            <p:nvPr/>
          </p:nvCxnSpPr>
          <p:spPr>
            <a:xfrm flipV="1">
              <a:off x="9809466" y="355599"/>
              <a:ext cx="1198575" cy="6823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1" name="link4_sensor_0: ray"/>
            <p:cNvCxnSpPr/>
            <p:nvPr/>
          </p:nvCxnSpPr>
          <p:spPr>
            <a:xfrm flipV="1">
              <a:off x="9510224" y="242072"/>
              <a:ext cx="282642" cy="110771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2" name="link4_sensor_2: ray"/>
            <p:cNvCxnSpPr/>
            <p:nvPr/>
          </p:nvCxnSpPr>
          <p:spPr>
            <a:xfrm flipV="1">
              <a:off x="9687989" y="261644"/>
              <a:ext cx="363459" cy="12176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3" name="link4_sensor_1: ray"/>
            <p:cNvCxnSpPr/>
            <p:nvPr/>
          </p:nvCxnSpPr>
          <p:spPr>
            <a:xfrm flipV="1">
              <a:off x="9864092" y="978091"/>
              <a:ext cx="1056263" cy="7740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4" name="link4_sensor_0: ray"/>
            <p:cNvCxnSpPr/>
            <p:nvPr/>
          </p:nvCxnSpPr>
          <p:spPr>
            <a:xfrm flipV="1">
              <a:off x="9510224" y="243604"/>
              <a:ext cx="390608" cy="11061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5" name="link6_sensor_5: ray"/>
            <p:cNvCxnSpPr/>
            <p:nvPr/>
          </p:nvCxnSpPr>
          <p:spPr>
            <a:xfrm flipV="1">
              <a:off x="9819574" y="1038464"/>
              <a:ext cx="1173600" cy="1456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6" name="link6_sensor_1: ray"/>
            <p:cNvCxnSpPr/>
            <p:nvPr/>
          </p:nvCxnSpPr>
          <p:spPr>
            <a:xfrm flipV="1">
              <a:off x="9809466" y="434836"/>
              <a:ext cx="356786" cy="60316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7" name="link4_sensor_0: ray"/>
            <p:cNvCxnSpPr/>
            <p:nvPr/>
          </p:nvCxnSpPr>
          <p:spPr>
            <a:xfrm flipV="1">
              <a:off x="9510224" y="245124"/>
              <a:ext cx="497713" cy="11046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8" name="link4_sensor_2: ray"/>
            <p:cNvCxnSpPr/>
            <p:nvPr/>
          </p:nvCxnSpPr>
          <p:spPr>
            <a:xfrm flipV="1">
              <a:off x="9687989" y="493569"/>
              <a:ext cx="815391" cy="98576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9" name="link4_sensor_2: ray"/>
            <p:cNvCxnSpPr/>
            <p:nvPr/>
          </p:nvCxnSpPr>
          <p:spPr>
            <a:xfrm flipV="1">
              <a:off x="9687989" y="263220"/>
              <a:ext cx="238625" cy="12161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0" name="link4_sensor_2: ray"/>
            <p:cNvCxnSpPr/>
            <p:nvPr/>
          </p:nvCxnSpPr>
          <p:spPr>
            <a:xfrm flipV="1">
              <a:off x="9687989" y="394371"/>
              <a:ext cx="735537" cy="108495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1" name="link6_sensor_1: ray"/>
            <p:cNvCxnSpPr/>
            <p:nvPr/>
          </p:nvCxnSpPr>
          <p:spPr>
            <a:xfrm flipV="1">
              <a:off x="9809466" y="541365"/>
              <a:ext cx="1172544" cy="4966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2" name="link6_sensor_1: ray"/>
            <p:cNvCxnSpPr/>
            <p:nvPr/>
          </p:nvCxnSpPr>
          <p:spPr>
            <a:xfrm flipV="1">
              <a:off x="9809466" y="432006"/>
              <a:ext cx="445255" cy="6059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3" name="link4_sensor_2: ray"/>
            <p:cNvCxnSpPr/>
            <p:nvPr/>
          </p:nvCxnSpPr>
          <p:spPr>
            <a:xfrm flipV="1">
              <a:off x="9687989" y="182755"/>
              <a:ext cx="131964" cy="12965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4" name="link4_sensor_2: ray"/>
            <p:cNvCxnSpPr/>
            <p:nvPr/>
          </p:nvCxnSpPr>
          <p:spPr>
            <a:xfrm flipV="1">
              <a:off x="9687989" y="272759"/>
              <a:ext cx="654466" cy="12065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5" name="link5_front_sensor_0: ray"/>
            <p:cNvCxnSpPr/>
            <p:nvPr/>
          </p:nvCxnSpPr>
          <p:spPr>
            <a:xfrm flipV="1">
              <a:off x="9749357" y="774682"/>
              <a:ext cx="1260347" cy="4959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6" name="link6_sensor_1: ray"/>
            <p:cNvCxnSpPr/>
            <p:nvPr/>
          </p:nvCxnSpPr>
          <p:spPr>
            <a:xfrm flipV="1">
              <a:off x="9809466" y="428442"/>
              <a:ext cx="556631" cy="6095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7" name="link6_sensor_1: ray"/>
            <p:cNvCxnSpPr/>
            <p:nvPr/>
          </p:nvCxnSpPr>
          <p:spPr>
            <a:xfrm flipV="1">
              <a:off x="9809466" y="716890"/>
              <a:ext cx="1127127" cy="32110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8" name="link4_sensor_2: ray"/>
            <p:cNvCxnSpPr/>
            <p:nvPr/>
          </p:nvCxnSpPr>
          <p:spPr>
            <a:xfrm flipV="1">
              <a:off x="9687989" y="273987"/>
              <a:ext cx="504793" cy="120534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9" name="link6_sensor_1: ray"/>
            <p:cNvCxnSpPr/>
            <p:nvPr/>
          </p:nvCxnSpPr>
          <p:spPr>
            <a:xfrm flipV="1">
              <a:off x="9809466" y="381827"/>
              <a:ext cx="1185482" cy="6561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0" name="link4_sensor_2: ray"/>
            <p:cNvCxnSpPr/>
            <p:nvPr/>
          </p:nvCxnSpPr>
          <p:spPr>
            <a:xfrm flipV="1">
              <a:off x="9687989" y="437435"/>
              <a:ext cx="1057994" cy="104189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1" name="link6_sensor_1: ray"/>
            <p:cNvCxnSpPr/>
            <p:nvPr/>
          </p:nvCxnSpPr>
          <p:spPr>
            <a:xfrm flipV="1">
              <a:off x="9809466" y="423812"/>
              <a:ext cx="701139" cy="6141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2" name="link4_sensor_2: ray"/>
            <p:cNvCxnSpPr/>
            <p:nvPr/>
          </p:nvCxnSpPr>
          <p:spPr>
            <a:xfrm flipV="1">
              <a:off x="9687989" y="197042"/>
              <a:ext cx="391834" cy="12822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3" name="link5_front_sensor_0: ray"/>
            <p:cNvCxnSpPr/>
            <p:nvPr/>
          </p:nvCxnSpPr>
          <p:spPr>
            <a:xfrm flipV="1">
              <a:off x="9749357" y="642249"/>
              <a:ext cx="1276336" cy="6284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4" name="link4_sensor_2: ray"/>
            <p:cNvCxnSpPr/>
            <p:nvPr/>
          </p:nvCxnSpPr>
          <p:spPr>
            <a:xfrm flipV="1">
              <a:off x="9687989" y="286302"/>
              <a:ext cx="1009269" cy="11930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5" name="link6_sensor_1: ray"/>
            <p:cNvCxnSpPr/>
            <p:nvPr/>
          </p:nvCxnSpPr>
          <p:spPr>
            <a:xfrm flipV="1">
              <a:off x="9809466" y="581166"/>
              <a:ext cx="1136993" cy="4568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6" name="link6_sensor_1: ray"/>
            <p:cNvCxnSpPr/>
            <p:nvPr/>
          </p:nvCxnSpPr>
          <p:spPr>
            <a:xfrm flipV="1">
              <a:off x="9809466" y="417562"/>
              <a:ext cx="896144" cy="62043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7" name="link4_sensor_2: ray"/>
            <p:cNvCxnSpPr/>
            <p:nvPr/>
          </p:nvCxnSpPr>
          <p:spPr>
            <a:xfrm flipV="1">
              <a:off x="9687989" y="287000"/>
              <a:ext cx="826412" cy="119232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8" name="link6_sensor_1: ray"/>
            <p:cNvCxnSpPr/>
            <p:nvPr/>
          </p:nvCxnSpPr>
          <p:spPr>
            <a:xfrm flipV="1">
              <a:off x="9809466" y="193318"/>
              <a:ext cx="1200719" cy="8446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9" name="link5_front_sensor_0: ray"/>
            <p:cNvCxnSpPr/>
            <p:nvPr/>
          </p:nvCxnSpPr>
          <p:spPr>
            <a:xfrm flipV="1">
              <a:off x="9749357" y="485683"/>
              <a:ext cx="1295394" cy="78497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0" name="link4_sensor_2: ray"/>
            <p:cNvCxnSpPr/>
            <p:nvPr/>
          </p:nvCxnSpPr>
          <p:spPr>
            <a:xfrm flipV="1">
              <a:off x="9687989" y="287619"/>
              <a:ext cx="660834" cy="11917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1" name="link6_sensor_1: ray"/>
            <p:cNvCxnSpPr/>
            <p:nvPr/>
          </p:nvCxnSpPr>
          <p:spPr>
            <a:xfrm flipV="1">
              <a:off x="9809466" y="422162"/>
              <a:ext cx="1148540" cy="61583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2" name="link4_sensor_2: ray"/>
            <p:cNvCxnSpPr/>
            <p:nvPr/>
          </p:nvCxnSpPr>
          <p:spPr>
            <a:xfrm flipV="1">
              <a:off x="9687989" y="303034"/>
              <a:ext cx="1222832" cy="117629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3" name="link5_front_sensor_0: ray"/>
            <p:cNvCxnSpPr/>
            <p:nvPr/>
          </p:nvCxnSpPr>
          <p:spPr>
            <a:xfrm flipV="1">
              <a:off x="9749357" y="297897"/>
              <a:ext cx="1318155" cy="9727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4" name="link4_sensor_2: ray"/>
            <p:cNvCxnSpPr/>
            <p:nvPr/>
          </p:nvCxnSpPr>
          <p:spPr>
            <a:xfrm flipV="1">
              <a:off x="9687989" y="302887"/>
              <a:ext cx="1018223" cy="117644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5" name="link5_front_sensor_0: ray"/>
            <p:cNvCxnSpPr/>
            <p:nvPr/>
          </p:nvCxnSpPr>
          <p:spPr>
            <a:xfrm flipV="1">
              <a:off x="9749357" y="255383"/>
              <a:ext cx="1136675" cy="101527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6" name="link6_sensor_3: grid"/>
            <p:cNvCxnSpPr/>
            <p:nvPr/>
          </p:nvCxnSpPr>
          <p:spPr>
            <a:xfrm flipV="1">
              <a:off x="9616159" y="856309"/>
              <a:ext cx="102562" cy="632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37" name="link6_sensor_4: grid"/>
            <p:cNvCxnSpPr/>
            <p:nvPr/>
          </p:nvCxnSpPr>
          <p:spPr>
            <a:xfrm>
              <a:off x="9718854" y="870358"/>
              <a:ext cx="96649" cy="669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38" name="link6_sensor_4: grid"/>
            <p:cNvCxnSpPr/>
            <p:nvPr/>
          </p:nvCxnSpPr>
          <p:spPr>
            <a:xfrm>
              <a:off x="9815503" y="877050"/>
              <a:ext cx="97161" cy="672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39" name="link6_sensor_4: grid"/>
            <p:cNvCxnSpPr/>
            <p:nvPr/>
          </p:nvCxnSpPr>
          <p:spPr>
            <a:xfrm>
              <a:off x="9710181" y="769661"/>
              <a:ext cx="99011" cy="658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0" name="link6_sensor_4: grid"/>
            <p:cNvCxnSpPr/>
            <p:nvPr/>
          </p:nvCxnSpPr>
          <p:spPr>
            <a:xfrm>
              <a:off x="9710181" y="769661"/>
              <a:ext cx="8673" cy="10069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1" name="link6_sensor_3: grid"/>
            <p:cNvCxnSpPr/>
            <p:nvPr/>
          </p:nvCxnSpPr>
          <p:spPr>
            <a:xfrm flipV="1">
              <a:off x="9609631" y="752512"/>
              <a:ext cx="105546" cy="117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2" name="link6_sensor_3: grid"/>
            <p:cNvCxnSpPr/>
            <p:nvPr/>
          </p:nvCxnSpPr>
          <p:spPr>
            <a:xfrm>
              <a:off x="9609631" y="753690"/>
              <a:ext cx="6528" cy="10893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3" name="link6_sensor_4: grid"/>
            <p:cNvCxnSpPr/>
            <p:nvPr/>
          </p:nvCxnSpPr>
          <p:spPr>
            <a:xfrm>
              <a:off x="9912664" y="883776"/>
              <a:ext cx="97678" cy="676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4" name="link6_sensor_4: grid"/>
            <p:cNvCxnSpPr/>
            <p:nvPr/>
          </p:nvCxnSpPr>
          <p:spPr>
            <a:xfrm>
              <a:off x="9809192" y="776244"/>
              <a:ext cx="99550" cy="661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5" name="link6_sensor_4: grid"/>
            <p:cNvCxnSpPr/>
            <p:nvPr/>
          </p:nvCxnSpPr>
          <p:spPr>
            <a:xfrm>
              <a:off x="9809192" y="776244"/>
              <a:ext cx="6311" cy="10080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6" name="link6_sensor_3: grid"/>
            <p:cNvCxnSpPr/>
            <p:nvPr/>
          </p:nvCxnSpPr>
          <p:spPr>
            <a:xfrm>
              <a:off x="9715177" y="752512"/>
              <a:ext cx="3544" cy="10379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7" name="link6_sensor_4: grid"/>
            <p:cNvCxnSpPr/>
            <p:nvPr/>
          </p:nvCxnSpPr>
          <p:spPr>
            <a:xfrm>
              <a:off x="10010342" y="890539"/>
              <a:ext cx="98199" cy="679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8" name="link6_sensor_4: grid"/>
            <p:cNvCxnSpPr/>
            <p:nvPr/>
          </p:nvCxnSpPr>
          <p:spPr>
            <a:xfrm>
              <a:off x="9701071" y="663881"/>
              <a:ext cx="101492" cy="64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9" name="link6_sensor_4: grid"/>
            <p:cNvCxnSpPr/>
            <p:nvPr/>
          </p:nvCxnSpPr>
          <p:spPr>
            <a:xfrm>
              <a:off x="9701071" y="663881"/>
              <a:ext cx="9110" cy="10578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0" name="link6_sensor_3: grid"/>
            <p:cNvCxnSpPr/>
            <p:nvPr/>
          </p:nvCxnSpPr>
          <p:spPr>
            <a:xfrm>
              <a:off x="9602735" y="638632"/>
              <a:ext cx="108708" cy="454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1" name="link6_sensor_3: grid"/>
            <p:cNvCxnSpPr/>
            <p:nvPr/>
          </p:nvCxnSpPr>
          <p:spPr>
            <a:xfrm>
              <a:off x="9602735" y="638632"/>
              <a:ext cx="6896" cy="11505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2" name="link6_sensor_4: grid"/>
            <p:cNvCxnSpPr/>
            <p:nvPr/>
          </p:nvCxnSpPr>
          <p:spPr>
            <a:xfrm>
              <a:off x="9908742" y="782863"/>
              <a:ext cx="100092" cy="66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3" name="link6_sensor_4: grid"/>
            <p:cNvCxnSpPr/>
            <p:nvPr/>
          </p:nvCxnSpPr>
          <p:spPr>
            <a:xfrm>
              <a:off x="9908742" y="782863"/>
              <a:ext cx="3922" cy="10091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4" name="link6_sensor_4: grid"/>
            <p:cNvCxnSpPr/>
            <p:nvPr/>
          </p:nvCxnSpPr>
          <p:spPr>
            <a:xfrm>
              <a:off x="10108541" y="897337"/>
              <a:ext cx="98724" cy="683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5" name="link6_sensor_4: grid"/>
            <p:cNvCxnSpPr/>
            <p:nvPr/>
          </p:nvCxnSpPr>
          <p:spPr>
            <a:xfrm>
              <a:off x="9802563" y="670337"/>
              <a:ext cx="102058" cy="649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6" name="link6_sensor_4: grid"/>
            <p:cNvCxnSpPr/>
            <p:nvPr/>
          </p:nvCxnSpPr>
          <p:spPr>
            <a:xfrm>
              <a:off x="9802563" y="670337"/>
              <a:ext cx="6629" cy="10590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7" name="link6_sensor_3: grid"/>
            <p:cNvCxnSpPr/>
            <p:nvPr/>
          </p:nvCxnSpPr>
          <p:spPr>
            <a:xfrm>
              <a:off x="9711443" y="643176"/>
              <a:ext cx="3734" cy="10933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8" name="link6_sensor_4: grid"/>
            <p:cNvCxnSpPr/>
            <p:nvPr/>
          </p:nvCxnSpPr>
          <p:spPr>
            <a:xfrm>
              <a:off x="10008834" y="789519"/>
              <a:ext cx="100638" cy="669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9" name="link6_sensor_4: grid"/>
            <p:cNvCxnSpPr/>
            <p:nvPr/>
          </p:nvCxnSpPr>
          <p:spPr>
            <a:xfrm>
              <a:off x="10008834" y="789519"/>
              <a:ext cx="1508" cy="10102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0" name="link6_sensor_0: grid"/>
            <p:cNvCxnSpPr/>
            <p:nvPr/>
          </p:nvCxnSpPr>
          <p:spPr>
            <a:xfrm>
              <a:off x="10177287" y="868374"/>
              <a:ext cx="95078" cy="1480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1" name="link6_sensor_4: grid"/>
            <p:cNvCxnSpPr/>
            <p:nvPr/>
          </p:nvCxnSpPr>
          <p:spPr>
            <a:xfrm>
              <a:off x="9691489" y="552625"/>
              <a:ext cx="104100" cy="630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2" name="link6_sensor_4: grid"/>
            <p:cNvCxnSpPr/>
            <p:nvPr/>
          </p:nvCxnSpPr>
          <p:spPr>
            <a:xfrm>
              <a:off x="9691489" y="552625"/>
              <a:ext cx="9582" cy="1112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3" name="link6_sensor_4: grid"/>
            <p:cNvCxnSpPr/>
            <p:nvPr/>
          </p:nvCxnSpPr>
          <p:spPr>
            <a:xfrm>
              <a:off x="10207265" y="904172"/>
              <a:ext cx="99254" cy="687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4" name="link6_sensor_4: grid"/>
            <p:cNvCxnSpPr/>
            <p:nvPr/>
          </p:nvCxnSpPr>
          <p:spPr>
            <a:xfrm>
              <a:off x="9904621" y="676828"/>
              <a:ext cx="102627" cy="652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5" name="link6_sensor_4: grid"/>
            <p:cNvCxnSpPr/>
            <p:nvPr/>
          </p:nvCxnSpPr>
          <p:spPr>
            <a:xfrm>
              <a:off x="9904621" y="676828"/>
              <a:ext cx="4121" cy="10603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6" name="link6_sensor_3: grid"/>
            <p:cNvCxnSpPr/>
            <p:nvPr/>
          </p:nvCxnSpPr>
          <p:spPr>
            <a:xfrm>
              <a:off x="9595441" y="516922"/>
              <a:ext cx="112063" cy="1092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7" name="link6_sensor_3: grid"/>
            <p:cNvCxnSpPr/>
            <p:nvPr/>
          </p:nvCxnSpPr>
          <p:spPr>
            <a:xfrm>
              <a:off x="9595441" y="516922"/>
              <a:ext cx="7294" cy="12171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8" name="link6_sensor_0: grid"/>
            <p:cNvCxnSpPr/>
            <p:nvPr/>
          </p:nvCxnSpPr>
          <p:spPr>
            <a:xfrm>
              <a:off x="10272365" y="883183"/>
              <a:ext cx="102556" cy="1597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9" name="link6_sensor_4: grid"/>
            <p:cNvCxnSpPr/>
            <p:nvPr/>
          </p:nvCxnSpPr>
          <p:spPr>
            <a:xfrm>
              <a:off x="10109472" y="796211"/>
              <a:ext cx="101190" cy="672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0" name="link6_sensor_4: grid"/>
            <p:cNvCxnSpPr/>
            <p:nvPr/>
          </p:nvCxnSpPr>
          <p:spPr>
            <a:xfrm flipH="1">
              <a:off x="10108541" y="796211"/>
              <a:ext cx="931" cy="10112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1" name="link6_sensor_4: grid"/>
            <p:cNvCxnSpPr/>
            <p:nvPr/>
          </p:nvCxnSpPr>
          <p:spPr>
            <a:xfrm>
              <a:off x="9795589" y="558930"/>
              <a:ext cx="104695" cy="634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2" name="link6_sensor_4: grid"/>
            <p:cNvCxnSpPr/>
            <p:nvPr/>
          </p:nvCxnSpPr>
          <p:spPr>
            <a:xfrm>
              <a:off x="9795589" y="558930"/>
              <a:ext cx="6974" cy="11140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3" name="link6_sensor_4: grid"/>
            <p:cNvCxnSpPr/>
            <p:nvPr/>
          </p:nvCxnSpPr>
          <p:spPr>
            <a:xfrm>
              <a:off x="10306519" y="911043"/>
              <a:ext cx="99787" cy="690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4" name="link6_sensor_4: grid"/>
            <p:cNvCxnSpPr/>
            <p:nvPr/>
          </p:nvCxnSpPr>
          <p:spPr>
            <a:xfrm>
              <a:off x="10007248" y="683357"/>
              <a:ext cx="103203" cy="656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5" name="link6_sensor_4: grid"/>
            <p:cNvCxnSpPr/>
            <p:nvPr/>
          </p:nvCxnSpPr>
          <p:spPr>
            <a:xfrm>
              <a:off x="10007248" y="683357"/>
              <a:ext cx="1586" cy="10616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6" name="link6_sensor_3: grid"/>
            <p:cNvCxnSpPr/>
            <p:nvPr/>
          </p:nvCxnSpPr>
          <p:spPr>
            <a:xfrm>
              <a:off x="9707504" y="527850"/>
              <a:ext cx="3939" cy="11532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7" name="link6_sensor_0: grid"/>
            <p:cNvCxnSpPr/>
            <p:nvPr/>
          </p:nvCxnSpPr>
          <p:spPr>
            <a:xfrm>
              <a:off x="10176071" y="766557"/>
              <a:ext cx="97593" cy="1125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8" name="link6_sensor_0: grid"/>
            <p:cNvCxnSpPr/>
            <p:nvPr/>
          </p:nvCxnSpPr>
          <p:spPr>
            <a:xfrm>
              <a:off x="10176071" y="766557"/>
              <a:ext cx="1216" cy="10181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9" name="link6_sensor_0: grid"/>
            <p:cNvCxnSpPr/>
            <p:nvPr/>
          </p:nvCxnSpPr>
          <p:spPr>
            <a:xfrm>
              <a:off x="10374921" y="899158"/>
              <a:ext cx="110956" cy="1728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0" name="link6_sensor_4: grid"/>
            <p:cNvCxnSpPr/>
            <p:nvPr/>
          </p:nvCxnSpPr>
          <p:spPr>
            <a:xfrm>
              <a:off x="9681397" y="435451"/>
              <a:ext cx="106846" cy="613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1" name="link6_sensor_4: grid"/>
            <p:cNvCxnSpPr/>
            <p:nvPr/>
          </p:nvCxnSpPr>
          <p:spPr>
            <a:xfrm>
              <a:off x="9681397" y="435451"/>
              <a:ext cx="10092" cy="11717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2" name="link6_sensor_4: grid"/>
            <p:cNvCxnSpPr/>
            <p:nvPr/>
          </p:nvCxnSpPr>
          <p:spPr>
            <a:xfrm>
              <a:off x="10210662" y="802939"/>
              <a:ext cx="101747" cy="676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3" name="link6_sensor_4: grid"/>
            <p:cNvCxnSpPr/>
            <p:nvPr/>
          </p:nvCxnSpPr>
          <p:spPr>
            <a:xfrm flipH="1">
              <a:off x="10207265" y="802939"/>
              <a:ext cx="3397" cy="10123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4" name="link6_sensor_4: grid"/>
            <p:cNvCxnSpPr/>
            <p:nvPr/>
          </p:nvCxnSpPr>
          <p:spPr>
            <a:xfrm>
              <a:off x="9900284" y="565272"/>
              <a:ext cx="105295" cy="638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5" name="link6_sensor_4: grid"/>
            <p:cNvCxnSpPr/>
            <p:nvPr/>
          </p:nvCxnSpPr>
          <p:spPr>
            <a:xfrm>
              <a:off x="9900284" y="565272"/>
              <a:ext cx="4337" cy="1115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6" name="link6_sensor_0: grid"/>
            <p:cNvCxnSpPr/>
            <p:nvPr/>
          </p:nvCxnSpPr>
          <p:spPr>
            <a:xfrm>
              <a:off x="10273664" y="777807"/>
              <a:ext cx="105483" cy="1216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7" name="link6_sensor_0: grid"/>
            <p:cNvCxnSpPr/>
            <p:nvPr/>
          </p:nvCxnSpPr>
          <p:spPr>
            <a:xfrm flipH="1">
              <a:off x="10272365" y="777807"/>
              <a:ext cx="1299" cy="10537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8" name="link6_sensor_3: grid"/>
            <p:cNvCxnSpPr/>
            <p:nvPr/>
          </p:nvCxnSpPr>
          <p:spPr>
            <a:xfrm>
              <a:off x="9587713" y="387966"/>
              <a:ext cx="115630" cy="1805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9" name="link6_sensor_3: grid"/>
            <p:cNvCxnSpPr/>
            <p:nvPr/>
          </p:nvCxnSpPr>
          <p:spPr>
            <a:xfrm>
              <a:off x="9587713" y="387966"/>
              <a:ext cx="7728" cy="1289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0" name="link6_sensor_4: grid"/>
            <p:cNvCxnSpPr/>
            <p:nvPr/>
          </p:nvCxnSpPr>
          <p:spPr>
            <a:xfrm>
              <a:off x="10110451" y="689922"/>
              <a:ext cx="103783" cy="660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1" name="link6_sensor_4: grid"/>
            <p:cNvCxnSpPr/>
            <p:nvPr/>
          </p:nvCxnSpPr>
          <p:spPr>
            <a:xfrm flipH="1">
              <a:off x="10109472" y="689922"/>
              <a:ext cx="979" cy="1062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2" name="link6_sensor_0: grid"/>
            <p:cNvCxnSpPr/>
            <p:nvPr/>
          </p:nvCxnSpPr>
          <p:spPr>
            <a:xfrm>
              <a:off x="10485877" y="916440"/>
              <a:ext cx="120439" cy="1875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3" name="link6_sensor_4: grid"/>
            <p:cNvCxnSpPr/>
            <p:nvPr/>
          </p:nvCxnSpPr>
          <p:spPr>
            <a:xfrm>
              <a:off x="10312409" y="809704"/>
              <a:ext cx="102307" cy="68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4" name="link6_sensor_4: grid"/>
            <p:cNvCxnSpPr/>
            <p:nvPr/>
          </p:nvCxnSpPr>
          <p:spPr>
            <a:xfrm flipH="1">
              <a:off x="10306519" y="809704"/>
              <a:ext cx="5890" cy="10133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5" name="link6_sensor_4: grid"/>
            <p:cNvCxnSpPr/>
            <p:nvPr/>
          </p:nvCxnSpPr>
          <p:spPr>
            <a:xfrm>
              <a:off x="9788243" y="441585"/>
              <a:ext cx="107472" cy="616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6" name="link6_sensor_4: grid"/>
            <p:cNvCxnSpPr/>
            <p:nvPr/>
          </p:nvCxnSpPr>
          <p:spPr>
            <a:xfrm>
              <a:off x="9788243" y="441585"/>
              <a:ext cx="7346" cy="11734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7" name="link6_sensor_3: grid"/>
            <p:cNvCxnSpPr/>
            <p:nvPr/>
          </p:nvCxnSpPr>
          <p:spPr>
            <a:xfrm>
              <a:off x="9511561" y="791983"/>
              <a:ext cx="8048" cy="9679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8" name="link6_sensor_0: grid"/>
            <p:cNvCxnSpPr/>
            <p:nvPr/>
          </p:nvCxnSpPr>
          <p:spPr>
            <a:xfrm>
              <a:off x="10174789" y="659322"/>
              <a:ext cx="100245" cy="727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9" name="link6_sensor_0: grid"/>
            <p:cNvCxnSpPr/>
            <p:nvPr/>
          </p:nvCxnSpPr>
          <p:spPr>
            <a:xfrm>
              <a:off x="10174789" y="659322"/>
              <a:ext cx="1282" cy="10723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0" name="link6_sensor_4: grid"/>
            <p:cNvCxnSpPr/>
            <p:nvPr/>
          </p:nvCxnSpPr>
          <p:spPr>
            <a:xfrm>
              <a:off x="10005579" y="571652"/>
              <a:ext cx="105900" cy="641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1" name="link6_sensor_4: grid"/>
            <p:cNvCxnSpPr/>
            <p:nvPr/>
          </p:nvCxnSpPr>
          <p:spPr>
            <a:xfrm>
              <a:off x="10005579" y="571652"/>
              <a:ext cx="1669" cy="11170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2" name="link6_sensor_3: grid"/>
            <p:cNvCxnSpPr/>
            <p:nvPr/>
          </p:nvCxnSpPr>
          <p:spPr>
            <a:xfrm>
              <a:off x="9703343" y="406016"/>
              <a:ext cx="4161" cy="12183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3" name="link6_sensor_0: grid"/>
            <p:cNvCxnSpPr/>
            <p:nvPr/>
          </p:nvCxnSpPr>
          <p:spPr>
            <a:xfrm>
              <a:off x="10379147" y="789969"/>
              <a:ext cx="114371" cy="1318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4" name="link6_sensor_0: grid"/>
            <p:cNvCxnSpPr/>
            <p:nvPr/>
          </p:nvCxnSpPr>
          <p:spPr>
            <a:xfrm flipH="1">
              <a:off x="10374921" y="789969"/>
              <a:ext cx="4226" cy="1091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5" name="link6_sensor_4: grid"/>
            <p:cNvCxnSpPr/>
            <p:nvPr/>
          </p:nvCxnSpPr>
          <p:spPr>
            <a:xfrm>
              <a:off x="10214234" y="696524"/>
              <a:ext cx="104367" cy="663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6" name="link6_sensor_4: grid"/>
            <p:cNvCxnSpPr/>
            <p:nvPr/>
          </p:nvCxnSpPr>
          <p:spPr>
            <a:xfrm flipH="1">
              <a:off x="10210662" y="696524"/>
              <a:ext cx="3572" cy="10641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7" name="link6_sensor_0: grid"/>
            <p:cNvCxnSpPr/>
            <p:nvPr/>
          </p:nvCxnSpPr>
          <p:spPr>
            <a:xfrm>
              <a:off x="10606316" y="935197"/>
              <a:ext cx="131184" cy="2043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8" name="link6_sensor_4: grid"/>
            <p:cNvCxnSpPr/>
            <p:nvPr/>
          </p:nvCxnSpPr>
          <p:spPr>
            <a:xfrm>
              <a:off x="9670754" y="311877"/>
              <a:ext cx="109740" cy="593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9" name="link6_sensor_4: grid"/>
            <p:cNvCxnSpPr/>
            <p:nvPr/>
          </p:nvCxnSpPr>
          <p:spPr>
            <a:xfrm>
              <a:off x="9670754" y="311877"/>
              <a:ext cx="10643" cy="12357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0" name="link6_sensor_4: grid"/>
            <p:cNvCxnSpPr/>
            <p:nvPr/>
          </p:nvCxnSpPr>
          <p:spPr>
            <a:xfrm flipH="1">
              <a:off x="10406306" y="816507"/>
              <a:ext cx="8410" cy="10144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1" name="link6_sensor_4: grid"/>
            <p:cNvCxnSpPr/>
            <p:nvPr/>
          </p:nvCxnSpPr>
          <p:spPr>
            <a:xfrm>
              <a:off x="9895715" y="447752"/>
              <a:ext cx="108105" cy="620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2" name="link6_sensor_4: grid"/>
            <p:cNvCxnSpPr/>
            <p:nvPr/>
          </p:nvCxnSpPr>
          <p:spPr>
            <a:xfrm>
              <a:off x="9895715" y="447752"/>
              <a:ext cx="4569" cy="11752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3" name="link6_sensor_0: grid"/>
            <p:cNvCxnSpPr/>
            <p:nvPr/>
          </p:nvCxnSpPr>
          <p:spPr>
            <a:xfrm>
              <a:off x="10275034" y="666597"/>
              <a:ext cx="108581" cy="788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4" name="link6_sensor_0: grid"/>
            <p:cNvCxnSpPr/>
            <p:nvPr/>
          </p:nvCxnSpPr>
          <p:spPr>
            <a:xfrm flipH="1">
              <a:off x="10273664" y="666597"/>
              <a:ext cx="1370" cy="11121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5" name="link6_sensor_4: grid"/>
            <p:cNvCxnSpPr/>
            <p:nvPr/>
          </p:nvCxnSpPr>
          <p:spPr>
            <a:xfrm>
              <a:off x="10111479" y="578068"/>
              <a:ext cx="106511" cy="645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6" name="link6_sensor_4: grid"/>
            <p:cNvCxnSpPr/>
            <p:nvPr/>
          </p:nvCxnSpPr>
          <p:spPr>
            <a:xfrm flipH="1">
              <a:off x="10110451" y="578068"/>
              <a:ext cx="1028" cy="11185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7" name="link6_sensor_0: grid"/>
            <p:cNvCxnSpPr/>
            <p:nvPr/>
          </p:nvCxnSpPr>
          <p:spPr>
            <a:xfrm>
              <a:off x="10493518" y="803156"/>
              <a:ext cx="124439" cy="1434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8" name="link6_sensor_0: grid"/>
            <p:cNvCxnSpPr/>
            <p:nvPr/>
          </p:nvCxnSpPr>
          <p:spPr>
            <a:xfrm flipH="1">
              <a:off x="10485877" y="803156"/>
              <a:ext cx="7641" cy="11328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9" name="link6_sensor_4: grid"/>
            <p:cNvCxnSpPr/>
            <p:nvPr/>
          </p:nvCxnSpPr>
          <p:spPr>
            <a:xfrm>
              <a:off x="10318601" y="703163"/>
              <a:ext cx="104957" cy="667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0" name="link6_sensor_4: grid"/>
            <p:cNvCxnSpPr/>
            <p:nvPr/>
          </p:nvCxnSpPr>
          <p:spPr>
            <a:xfrm flipH="1">
              <a:off x="10312409" y="703163"/>
              <a:ext cx="6192" cy="10654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1" name="link6_sensor_3: grid"/>
            <p:cNvCxnSpPr/>
            <p:nvPr/>
          </p:nvCxnSpPr>
          <p:spPr>
            <a:xfrm>
              <a:off x="9579510" y="251101"/>
              <a:ext cx="119431" cy="2601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2" name="link6_sensor_3: grid"/>
            <p:cNvCxnSpPr/>
            <p:nvPr/>
          </p:nvCxnSpPr>
          <p:spPr>
            <a:xfrm>
              <a:off x="9579510" y="251101"/>
              <a:ext cx="8203" cy="13686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3" name="link6_sensor_0: grid"/>
            <p:cNvCxnSpPr/>
            <p:nvPr/>
          </p:nvCxnSpPr>
          <p:spPr>
            <a:xfrm>
              <a:off x="10737500" y="955628"/>
              <a:ext cx="143422" cy="2233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4" name="link6_sensor_4: grid"/>
            <p:cNvCxnSpPr/>
            <p:nvPr/>
          </p:nvCxnSpPr>
          <p:spPr>
            <a:xfrm>
              <a:off x="9780494" y="317808"/>
              <a:ext cx="110401" cy="596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5" name="link6_sensor_4: grid"/>
            <p:cNvCxnSpPr/>
            <p:nvPr/>
          </p:nvCxnSpPr>
          <p:spPr>
            <a:xfrm>
              <a:off x="9780494" y="317808"/>
              <a:ext cx="7749" cy="12377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6" name="link6_sensor_3: grid"/>
            <p:cNvCxnSpPr/>
            <p:nvPr/>
          </p:nvCxnSpPr>
          <p:spPr>
            <a:xfrm>
              <a:off x="9503140" y="690678"/>
              <a:ext cx="8421" cy="10130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7" name="link6_sensor_0: grid"/>
            <p:cNvCxnSpPr/>
            <p:nvPr/>
          </p:nvCxnSpPr>
          <p:spPr>
            <a:xfrm>
              <a:off x="10173438" y="546221"/>
              <a:ext cx="103044" cy="283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8" name="link6_sensor_0: grid"/>
            <p:cNvCxnSpPr/>
            <p:nvPr/>
          </p:nvCxnSpPr>
          <p:spPr>
            <a:xfrm>
              <a:off x="10173438" y="546221"/>
              <a:ext cx="1351" cy="11310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9" name="link6_sensor_4: grid"/>
            <p:cNvCxnSpPr/>
            <p:nvPr/>
          </p:nvCxnSpPr>
          <p:spPr>
            <a:xfrm>
              <a:off x="10003820" y="453957"/>
              <a:ext cx="108742" cy="624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0" name="link6_sensor_4: grid"/>
            <p:cNvCxnSpPr/>
            <p:nvPr/>
          </p:nvCxnSpPr>
          <p:spPr>
            <a:xfrm>
              <a:off x="10003820" y="453957"/>
              <a:ext cx="1759" cy="11769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1" name="link6_sensor_0: grid"/>
            <p:cNvCxnSpPr/>
            <p:nvPr/>
          </p:nvCxnSpPr>
          <p:spPr>
            <a:xfrm>
              <a:off x="10383615" y="674484"/>
              <a:ext cx="118006" cy="857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2" name="link6_sensor_0: grid"/>
            <p:cNvCxnSpPr/>
            <p:nvPr/>
          </p:nvCxnSpPr>
          <p:spPr>
            <a:xfrm flipH="1">
              <a:off x="10379147" y="674484"/>
              <a:ext cx="4468" cy="11548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3" name="link6_sensor_4: grid"/>
            <p:cNvCxnSpPr/>
            <p:nvPr/>
          </p:nvCxnSpPr>
          <p:spPr>
            <a:xfrm>
              <a:off x="10217990" y="584521"/>
              <a:ext cx="107127" cy="649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4" name="link6_sensor_4: grid"/>
            <p:cNvCxnSpPr/>
            <p:nvPr/>
          </p:nvCxnSpPr>
          <p:spPr>
            <a:xfrm flipH="1">
              <a:off x="10214234" y="584521"/>
              <a:ext cx="3756" cy="1120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5" name="link6_sensor_3: grid"/>
            <p:cNvCxnSpPr/>
            <p:nvPr/>
          </p:nvCxnSpPr>
          <p:spPr>
            <a:xfrm>
              <a:off x="9698941" y="277112"/>
              <a:ext cx="4402" cy="12890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6" name="link6_sensor_4: grid"/>
            <p:cNvCxnSpPr/>
            <p:nvPr/>
          </p:nvCxnSpPr>
          <p:spPr>
            <a:xfrm>
              <a:off x="9659514" y="181365"/>
              <a:ext cx="112796" cy="569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7" name="link6_sensor_4: grid"/>
            <p:cNvCxnSpPr/>
            <p:nvPr/>
          </p:nvCxnSpPr>
          <p:spPr>
            <a:xfrm>
              <a:off x="9659514" y="181365"/>
              <a:ext cx="11240" cy="13051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8" name="link6_sensor_0: grid"/>
            <p:cNvCxnSpPr/>
            <p:nvPr/>
          </p:nvCxnSpPr>
          <p:spPr>
            <a:xfrm>
              <a:off x="10617957" y="817502"/>
              <a:ext cx="135901" cy="1566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9" name="link6_sensor_0: grid"/>
            <p:cNvCxnSpPr/>
            <p:nvPr/>
          </p:nvCxnSpPr>
          <p:spPr>
            <a:xfrm flipH="1">
              <a:off x="10606316" y="817502"/>
              <a:ext cx="11641" cy="11769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0" name="link6_sensor_4: grid"/>
            <p:cNvCxnSpPr/>
            <p:nvPr/>
          </p:nvCxnSpPr>
          <p:spPr>
            <a:xfrm flipH="1">
              <a:off x="10414716" y="709840"/>
              <a:ext cx="8842" cy="10666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1" name="link6_sensor_4: grid"/>
            <p:cNvCxnSpPr/>
            <p:nvPr/>
          </p:nvCxnSpPr>
          <p:spPr>
            <a:xfrm>
              <a:off x="9890895" y="323775"/>
              <a:ext cx="111069" cy="600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2" name="link6_sensor_4: grid"/>
            <p:cNvCxnSpPr/>
            <p:nvPr/>
          </p:nvCxnSpPr>
          <p:spPr>
            <a:xfrm>
              <a:off x="9890895" y="323775"/>
              <a:ext cx="4820" cy="12397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3" name="link6_sensor_0: grid"/>
            <p:cNvCxnSpPr/>
            <p:nvPr/>
          </p:nvCxnSpPr>
          <p:spPr>
            <a:xfrm>
              <a:off x="10880922" y="977967"/>
              <a:ext cx="132502" cy="2501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4" name="link6_sensor_0: grid"/>
            <p:cNvCxnSpPr/>
            <p:nvPr/>
          </p:nvCxnSpPr>
          <p:spPr>
            <a:xfrm>
              <a:off x="10276482" y="549057"/>
              <a:ext cx="111865" cy="308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5" name="link6_sensor_0: grid"/>
            <p:cNvCxnSpPr/>
            <p:nvPr/>
          </p:nvCxnSpPr>
          <p:spPr>
            <a:xfrm flipH="1">
              <a:off x="10275034" y="549057"/>
              <a:ext cx="1448" cy="11754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6" name="link6_sensor_4: grid"/>
            <p:cNvCxnSpPr/>
            <p:nvPr/>
          </p:nvCxnSpPr>
          <p:spPr>
            <a:xfrm>
              <a:off x="10112562" y="460199"/>
              <a:ext cx="109387" cy="627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7" name="link6_sensor_4: grid"/>
            <p:cNvCxnSpPr/>
            <p:nvPr/>
          </p:nvCxnSpPr>
          <p:spPr>
            <a:xfrm flipH="1">
              <a:off x="10111479" y="460199"/>
              <a:ext cx="1083" cy="11786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8" name="link6_sensor_4: grid"/>
            <p:cNvCxnSpPr/>
            <p:nvPr/>
          </p:nvCxnSpPr>
          <p:spPr>
            <a:xfrm>
              <a:off x="10325117" y="591011"/>
              <a:ext cx="107749" cy="652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9" name="link6_sensor_4: grid"/>
            <p:cNvCxnSpPr/>
            <p:nvPr/>
          </p:nvCxnSpPr>
          <p:spPr>
            <a:xfrm flipH="1">
              <a:off x="10318601" y="591011"/>
              <a:ext cx="6516" cy="11215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0" name="link6_sensor_0: grid"/>
            <p:cNvCxnSpPr/>
            <p:nvPr/>
          </p:nvCxnSpPr>
          <p:spPr>
            <a:xfrm>
              <a:off x="10501621" y="683055"/>
              <a:ext cx="128715" cy="934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1" name="link6_sensor_0: grid"/>
            <p:cNvCxnSpPr/>
            <p:nvPr/>
          </p:nvCxnSpPr>
          <p:spPr>
            <a:xfrm flipH="1">
              <a:off x="10493518" y="683055"/>
              <a:ext cx="8103" cy="12010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2" name="link6_sensor_4: grid"/>
            <p:cNvCxnSpPr/>
            <p:nvPr/>
          </p:nvCxnSpPr>
          <p:spPr>
            <a:xfrm>
              <a:off x="9772310" y="187060"/>
              <a:ext cx="113494" cy="573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3" name="link6_sensor_4: grid"/>
            <p:cNvCxnSpPr/>
            <p:nvPr/>
          </p:nvCxnSpPr>
          <p:spPr>
            <a:xfrm>
              <a:off x="9772310" y="187060"/>
              <a:ext cx="8184" cy="13074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4" name="link6_sensor_0: grid"/>
            <p:cNvCxnSpPr/>
            <p:nvPr/>
          </p:nvCxnSpPr>
          <p:spPr>
            <a:xfrm flipV="1">
              <a:off x="10172011" y="424628"/>
              <a:ext cx="106003" cy="213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5" name="link6_sensor_0: grid"/>
            <p:cNvCxnSpPr/>
            <p:nvPr/>
          </p:nvCxnSpPr>
          <p:spPr>
            <a:xfrm>
              <a:off x="10172011" y="426763"/>
              <a:ext cx="1427" cy="11945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6" name="link6_sensor_3: grid"/>
            <p:cNvCxnSpPr/>
            <p:nvPr/>
          </p:nvCxnSpPr>
          <p:spPr>
            <a:xfrm>
              <a:off x="9494318" y="584541"/>
              <a:ext cx="8822" cy="10613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7" name="link6_sensor_0: grid"/>
            <p:cNvCxnSpPr/>
            <p:nvPr/>
          </p:nvCxnSpPr>
          <p:spPr>
            <a:xfrm>
              <a:off x="10753858" y="833166"/>
              <a:ext cx="149016" cy="1717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8" name="link6_sensor_0: grid"/>
            <p:cNvCxnSpPr/>
            <p:nvPr/>
          </p:nvCxnSpPr>
          <p:spPr>
            <a:xfrm flipH="1">
              <a:off x="10737500" y="833166"/>
              <a:ext cx="16358" cy="12246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9" name="link6_sensor_4: grid"/>
            <p:cNvCxnSpPr/>
            <p:nvPr/>
          </p:nvCxnSpPr>
          <p:spPr>
            <a:xfrm>
              <a:off x="10001964" y="329776"/>
              <a:ext cx="111742" cy="603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0" name="link6_sensor_4: grid"/>
            <p:cNvCxnSpPr/>
            <p:nvPr/>
          </p:nvCxnSpPr>
          <p:spPr>
            <a:xfrm>
              <a:off x="10001964" y="329776"/>
              <a:ext cx="1856" cy="12418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1" name="link6_sensor_0: grid"/>
            <p:cNvCxnSpPr/>
            <p:nvPr/>
          </p:nvCxnSpPr>
          <p:spPr>
            <a:xfrm>
              <a:off x="10388347" y="552143"/>
              <a:ext cx="121877" cy="336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2" name="link6_sensor_0: grid"/>
            <p:cNvCxnSpPr/>
            <p:nvPr/>
          </p:nvCxnSpPr>
          <p:spPr>
            <a:xfrm flipH="1">
              <a:off x="10383615" y="552143"/>
              <a:ext cx="4732" cy="12234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3" name="link6_sensor_4: grid"/>
            <p:cNvCxnSpPr/>
            <p:nvPr/>
          </p:nvCxnSpPr>
          <p:spPr>
            <a:xfrm>
              <a:off x="10221949" y="466477"/>
              <a:ext cx="110036" cy="631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4" name="link6_sensor_4: grid"/>
            <p:cNvCxnSpPr/>
            <p:nvPr/>
          </p:nvCxnSpPr>
          <p:spPr>
            <a:xfrm flipH="1">
              <a:off x="10217990" y="466477"/>
              <a:ext cx="3959" cy="11804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5" name="link6_sensor_4: grid"/>
            <p:cNvCxnSpPr/>
            <p:nvPr/>
          </p:nvCxnSpPr>
          <p:spPr>
            <a:xfrm flipH="1">
              <a:off x="10423558" y="597539"/>
              <a:ext cx="9308" cy="11230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6" name="link6_sensor_0: grid"/>
            <p:cNvCxnSpPr/>
            <p:nvPr/>
          </p:nvCxnSpPr>
          <p:spPr>
            <a:xfrm>
              <a:off x="10630336" y="692404"/>
              <a:ext cx="140962" cy="1023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7" name="link6_sensor_0: grid"/>
            <p:cNvCxnSpPr/>
            <p:nvPr/>
          </p:nvCxnSpPr>
          <p:spPr>
            <a:xfrm flipH="1">
              <a:off x="10617957" y="692404"/>
              <a:ext cx="12379" cy="12509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8" name="link6_sensor_4: grid"/>
            <p:cNvCxnSpPr/>
            <p:nvPr/>
          </p:nvCxnSpPr>
          <p:spPr>
            <a:xfrm>
              <a:off x="9885804" y="192790"/>
              <a:ext cx="114200" cy="576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9" name="link6_sensor_4: grid"/>
            <p:cNvCxnSpPr/>
            <p:nvPr/>
          </p:nvCxnSpPr>
          <p:spPr>
            <a:xfrm>
              <a:off x="9885804" y="192790"/>
              <a:ext cx="5091" cy="13098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0" name="link6_sensor_0: grid"/>
            <p:cNvCxnSpPr/>
            <p:nvPr/>
          </p:nvCxnSpPr>
          <p:spPr>
            <a:xfrm flipV="1">
              <a:off x="10278014" y="422317"/>
              <a:ext cx="115355" cy="231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1" name="link6_sensor_0: grid"/>
            <p:cNvCxnSpPr/>
            <p:nvPr/>
          </p:nvCxnSpPr>
          <p:spPr>
            <a:xfrm flipH="1">
              <a:off x="10276482" y="424628"/>
              <a:ext cx="1532" cy="12442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2" name="link6_sensor_4: grid"/>
            <p:cNvCxnSpPr/>
            <p:nvPr/>
          </p:nvCxnSpPr>
          <p:spPr>
            <a:xfrm>
              <a:off x="10113706" y="335814"/>
              <a:ext cx="112422" cy="607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3" name="link6_sensor_4: grid"/>
            <p:cNvCxnSpPr/>
            <p:nvPr/>
          </p:nvCxnSpPr>
          <p:spPr>
            <a:xfrm flipH="1">
              <a:off x="10112562" y="335814"/>
              <a:ext cx="1144" cy="12438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4" name="link6_sensor_0: grid"/>
            <p:cNvCxnSpPr/>
            <p:nvPr/>
          </p:nvCxnSpPr>
          <p:spPr>
            <a:xfrm>
              <a:off x="10902874" y="850342"/>
              <a:ext cx="124552" cy="2400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5" name="link6_sensor_0: grid"/>
            <p:cNvCxnSpPr/>
            <p:nvPr/>
          </p:nvCxnSpPr>
          <p:spPr>
            <a:xfrm flipH="1">
              <a:off x="10880922" y="850342"/>
              <a:ext cx="21952" cy="12762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6" name="link6_sensor_4: grid"/>
            <p:cNvCxnSpPr/>
            <p:nvPr/>
          </p:nvCxnSpPr>
          <p:spPr>
            <a:xfrm>
              <a:off x="10331985" y="472792"/>
              <a:ext cx="110693" cy="635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7" name="link6_sensor_4: grid"/>
            <p:cNvCxnSpPr/>
            <p:nvPr/>
          </p:nvCxnSpPr>
          <p:spPr>
            <a:xfrm flipH="1">
              <a:off x="10325117" y="472792"/>
              <a:ext cx="6868" cy="11821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8" name="link6_sensor_0: grid"/>
            <p:cNvCxnSpPr/>
            <p:nvPr/>
          </p:nvCxnSpPr>
          <p:spPr>
            <a:xfrm>
              <a:off x="10510224" y="555506"/>
              <a:ext cx="133296" cy="367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9" name="link6_sensor_0: grid"/>
            <p:cNvCxnSpPr/>
            <p:nvPr/>
          </p:nvCxnSpPr>
          <p:spPr>
            <a:xfrm flipH="1">
              <a:off x="10501621" y="555506"/>
              <a:ext cx="8603" cy="12754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0" name="link6_sensor_0: grid"/>
            <p:cNvCxnSpPr/>
            <p:nvPr/>
          </p:nvCxnSpPr>
          <p:spPr>
            <a:xfrm flipV="1">
              <a:off x="10170499" y="292692"/>
              <a:ext cx="109137" cy="770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1" name="link6_sensor_0: grid"/>
            <p:cNvCxnSpPr/>
            <p:nvPr/>
          </p:nvCxnSpPr>
          <p:spPr>
            <a:xfrm>
              <a:off x="10170499" y="300399"/>
              <a:ext cx="1512" cy="12636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2" name="link6_sensor_3: grid"/>
            <p:cNvCxnSpPr/>
            <p:nvPr/>
          </p:nvCxnSpPr>
          <p:spPr>
            <a:xfrm>
              <a:off x="9485061" y="473202"/>
              <a:ext cx="9257" cy="11133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3" name="link6_sensor_4: grid"/>
            <p:cNvCxnSpPr/>
            <p:nvPr/>
          </p:nvCxnSpPr>
          <p:spPr>
            <a:xfrm>
              <a:off x="10000004" y="198555"/>
              <a:ext cx="114912" cy="580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4" name="link6_sensor_4: grid"/>
            <p:cNvCxnSpPr/>
            <p:nvPr/>
          </p:nvCxnSpPr>
          <p:spPr>
            <a:xfrm>
              <a:off x="10000004" y="198555"/>
              <a:ext cx="1960" cy="13122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5" name="link6_sensor_0: grid"/>
            <p:cNvCxnSpPr/>
            <p:nvPr/>
          </p:nvCxnSpPr>
          <p:spPr>
            <a:xfrm>
              <a:off x="10771298" y="702637"/>
              <a:ext cx="155038" cy="1125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6" name="link6_sensor_0: grid"/>
            <p:cNvCxnSpPr/>
            <p:nvPr/>
          </p:nvCxnSpPr>
          <p:spPr>
            <a:xfrm flipH="1">
              <a:off x="10753858" y="702637"/>
              <a:ext cx="17440" cy="13052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7" name="link6_sensor_3: grid"/>
            <p:cNvCxnSpPr/>
            <p:nvPr/>
          </p:nvCxnSpPr>
          <p:spPr>
            <a:xfrm>
              <a:off x="9436605" y="827539"/>
              <a:ext cx="8607" cy="8502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8" name="link6_sensor_4: grid"/>
            <p:cNvCxnSpPr/>
            <p:nvPr/>
          </p:nvCxnSpPr>
          <p:spPr>
            <a:xfrm>
              <a:off x="10226128" y="341889"/>
              <a:ext cx="113108" cy="611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9" name="link6_sensor_4: grid"/>
            <p:cNvCxnSpPr/>
            <p:nvPr/>
          </p:nvCxnSpPr>
          <p:spPr>
            <a:xfrm flipH="1">
              <a:off x="10221949" y="341889"/>
              <a:ext cx="4179" cy="12458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0" name="link6_sensor_0: grid"/>
            <p:cNvCxnSpPr/>
            <p:nvPr/>
          </p:nvCxnSpPr>
          <p:spPr>
            <a:xfrm flipV="1">
              <a:off x="10393369" y="419792"/>
              <a:ext cx="126009" cy="252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1" name="link6_sensor_0: grid"/>
            <p:cNvCxnSpPr/>
            <p:nvPr/>
          </p:nvCxnSpPr>
          <p:spPr>
            <a:xfrm flipH="1">
              <a:off x="10388347" y="422317"/>
              <a:ext cx="5022" cy="12982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2" name="link6_sensor_4: grid"/>
            <p:cNvCxnSpPr/>
            <p:nvPr/>
          </p:nvCxnSpPr>
          <p:spPr>
            <a:xfrm flipH="1">
              <a:off x="10432866" y="479145"/>
              <a:ext cx="9812" cy="11839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3" name="link6_sensor_0: grid"/>
            <p:cNvCxnSpPr/>
            <p:nvPr/>
          </p:nvCxnSpPr>
          <p:spPr>
            <a:xfrm>
              <a:off x="10643520" y="559183"/>
              <a:ext cx="146419" cy="403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4" name="link6_sensor_0: grid"/>
            <p:cNvCxnSpPr/>
            <p:nvPr/>
          </p:nvCxnSpPr>
          <p:spPr>
            <a:xfrm flipH="1">
              <a:off x="10630336" y="559183"/>
              <a:ext cx="13184" cy="13322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5" name="link6_sensor_0: grid"/>
            <p:cNvCxnSpPr/>
            <p:nvPr/>
          </p:nvCxnSpPr>
          <p:spPr>
            <a:xfrm flipV="1">
              <a:off x="10279636" y="284293"/>
              <a:ext cx="119074" cy="839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6" name="link6_sensor_0: grid"/>
            <p:cNvCxnSpPr/>
            <p:nvPr/>
          </p:nvCxnSpPr>
          <p:spPr>
            <a:xfrm flipH="1">
              <a:off x="10278014" y="292692"/>
              <a:ext cx="1622" cy="13193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7" name="link6_sensor_2: grid"/>
            <p:cNvCxnSpPr/>
            <p:nvPr/>
          </p:nvCxnSpPr>
          <p:spPr>
            <a:xfrm flipH="1">
              <a:off x="11015308" y="963595"/>
              <a:ext cx="12782" cy="4895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8" name="link6_sensor_4: grid"/>
            <p:cNvCxnSpPr/>
            <p:nvPr/>
          </p:nvCxnSpPr>
          <p:spPr>
            <a:xfrm>
              <a:off x="10114916" y="204355"/>
              <a:ext cx="115632" cy="583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9" name="link6_sensor_4: grid"/>
            <p:cNvCxnSpPr/>
            <p:nvPr/>
          </p:nvCxnSpPr>
          <p:spPr>
            <a:xfrm flipH="1">
              <a:off x="10113706" y="204355"/>
              <a:ext cx="1210" cy="13145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0" name="link6_sensor_4: grid"/>
            <p:cNvCxnSpPr/>
            <p:nvPr/>
          </p:nvCxnSpPr>
          <p:spPr>
            <a:xfrm>
              <a:off x="10339236" y="348000"/>
              <a:ext cx="113802" cy="614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1" name="link6_sensor_4: grid"/>
            <p:cNvCxnSpPr/>
            <p:nvPr/>
          </p:nvCxnSpPr>
          <p:spPr>
            <a:xfrm flipH="1">
              <a:off x="10331985" y="348000"/>
              <a:ext cx="7251" cy="12479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2" name="link6_sensor_0: grid"/>
            <p:cNvCxnSpPr/>
            <p:nvPr/>
          </p:nvCxnSpPr>
          <p:spPr>
            <a:xfrm>
              <a:off x="10926336" y="713892"/>
              <a:ext cx="115744" cy="2577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3" name="link6_sensor_0: grid"/>
            <p:cNvCxnSpPr/>
            <p:nvPr/>
          </p:nvCxnSpPr>
          <p:spPr>
            <a:xfrm flipH="1">
              <a:off x="10902874" y="713892"/>
              <a:ext cx="23462" cy="13645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4" name="link6_sensor_0: grid"/>
            <p:cNvCxnSpPr/>
            <p:nvPr/>
          </p:nvCxnSpPr>
          <p:spPr>
            <a:xfrm flipV="1">
              <a:off x="10519378" y="417023"/>
              <a:ext cx="138211" cy="276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5" name="link6_sensor_0: grid"/>
            <p:cNvCxnSpPr/>
            <p:nvPr/>
          </p:nvCxnSpPr>
          <p:spPr>
            <a:xfrm flipH="1">
              <a:off x="10510224" y="419792"/>
              <a:ext cx="9154" cy="13571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6" name="link6_sensor_3: grid"/>
            <p:cNvCxnSpPr/>
            <p:nvPr/>
          </p:nvCxnSpPr>
          <p:spPr>
            <a:xfrm>
              <a:off x="9427645" y="739026"/>
              <a:ext cx="8960" cy="8851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7" name="link6_sensor_3: grid"/>
            <p:cNvCxnSpPr/>
            <p:nvPr/>
          </p:nvCxnSpPr>
          <p:spPr>
            <a:xfrm>
              <a:off x="9475341" y="356281"/>
              <a:ext cx="9720" cy="11692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8" name="link6_sensor_0: grid"/>
            <p:cNvCxnSpPr/>
            <p:nvPr/>
          </p:nvCxnSpPr>
          <p:spPr>
            <a:xfrm flipH="1">
              <a:off x="11013424" y="874350"/>
              <a:ext cx="14002" cy="12863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9" name="link6_sensor_4: grid"/>
            <p:cNvCxnSpPr/>
            <p:nvPr/>
          </p:nvCxnSpPr>
          <p:spPr>
            <a:xfrm>
              <a:off x="10230548" y="210192"/>
              <a:ext cx="116357" cy="587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0" name="link6_sensor_4: grid"/>
            <p:cNvCxnSpPr/>
            <p:nvPr/>
          </p:nvCxnSpPr>
          <p:spPr>
            <a:xfrm flipH="1">
              <a:off x="10226128" y="210192"/>
              <a:ext cx="4420" cy="13169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1" name="link6_sensor_0: grid"/>
            <p:cNvCxnSpPr/>
            <p:nvPr/>
          </p:nvCxnSpPr>
          <p:spPr>
            <a:xfrm>
              <a:off x="10789939" y="563213"/>
              <a:ext cx="161563" cy="444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2" name="link6_sensor_0: grid"/>
            <p:cNvCxnSpPr/>
            <p:nvPr/>
          </p:nvCxnSpPr>
          <p:spPr>
            <a:xfrm flipH="1">
              <a:off x="10771298" y="563213"/>
              <a:ext cx="18641" cy="13942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3" name="link6_sensor_0: grid"/>
            <p:cNvCxnSpPr/>
            <p:nvPr/>
          </p:nvCxnSpPr>
          <p:spPr>
            <a:xfrm flipV="1">
              <a:off x="10398710" y="275103"/>
              <a:ext cx="130429" cy="919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4" name="link6_sensor_0: grid"/>
            <p:cNvCxnSpPr/>
            <p:nvPr/>
          </p:nvCxnSpPr>
          <p:spPr>
            <a:xfrm flipH="1">
              <a:off x="10393369" y="284293"/>
              <a:ext cx="5341" cy="13802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5" name="link6_sensor_4: grid"/>
            <p:cNvCxnSpPr/>
            <p:nvPr/>
          </p:nvCxnSpPr>
          <p:spPr>
            <a:xfrm flipH="1">
              <a:off x="10442678" y="354147"/>
              <a:ext cx="10360" cy="12499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6" name="link6_sensor_3: grid"/>
            <p:cNvCxnSpPr/>
            <p:nvPr/>
          </p:nvCxnSpPr>
          <p:spPr>
            <a:xfrm flipV="1">
              <a:off x="9386070" y="912559"/>
              <a:ext cx="59142" cy="1889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7" name="link6_sensor_0: grid"/>
            <p:cNvCxnSpPr/>
            <p:nvPr/>
          </p:nvCxnSpPr>
          <p:spPr>
            <a:xfrm flipV="1">
              <a:off x="10657589" y="413957"/>
              <a:ext cx="152299" cy="306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8" name="link6_sensor_0: grid"/>
            <p:cNvCxnSpPr/>
            <p:nvPr/>
          </p:nvCxnSpPr>
          <p:spPr>
            <a:xfrm flipH="1">
              <a:off x="10643520" y="417023"/>
              <a:ext cx="14069" cy="14216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9" name="link6_sensor_2: grid"/>
            <p:cNvCxnSpPr/>
            <p:nvPr/>
          </p:nvCxnSpPr>
          <p:spPr>
            <a:xfrm flipH="1">
              <a:off x="11029268" y="830467"/>
              <a:ext cx="13844" cy="5597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0" name="link6_sensor_2: grid"/>
            <p:cNvCxnSpPr/>
            <p:nvPr/>
          </p:nvCxnSpPr>
          <p:spPr>
            <a:xfrm flipH="1">
              <a:off x="11028090" y="830467"/>
              <a:ext cx="15022" cy="13312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1" name="link6_sensor_4: grid"/>
            <p:cNvCxnSpPr/>
            <p:nvPr/>
          </p:nvCxnSpPr>
          <p:spPr>
            <a:xfrm>
              <a:off x="10346905" y="216064"/>
              <a:ext cx="117092" cy="590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2" name="link6_sensor_4: grid"/>
            <p:cNvCxnSpPr/>
            <p:nvPr/>
          </p:nvCxnSpPr>
          <p:spPr>
            <a:xfrm flipH="1">
              <a:off x="10339236" y="216064"/>
              <a:ext cx="7669" cy="13193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3" name="link6_sensor_3: grid"/>
            <p:cNvCxnSpPr/>
            <p:nvPr/>
          </p:nvCxnSpPr>
          <p:spPr>
            <a:xfrm>
              <a:off x="9418309" y="646796"/>
              <a:ext cx="9336" cy="9223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4" name="link6_sensor_3: grid"/>
            <p:cNvCxnSpPr/>
            <p:nvPr/>
          </p:nvCxnSpPr>
          <p:spPr>
            <a:xfrm>
              <a:off x="9465125" y="233364"/>
              <a:ext cx="10216" cy="12291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5" name="link6_sensor_0: grid"/>
            <p:cNvCxnSpPr/>
            <p:nvPr/>
          </p:nvCxnSpPr>
          <p:spPr>
            <a:xfrm flipV="1">
              <a:off x="10529139" y="264989"/>
              <a:ext cx="143498" cy="1011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6" name="link6_sensor_0: grid"/>
            <p:cNvCxnSpPr/>
            <p:nvPr/>
          </p:nvCxnSpPr>
          <p:spPr>
            <a:xfrm flipH="1">
              <a:off x="10519378" y="275103"/>
              <a:ext cx="9761" cy="1446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7" name="link6_sensor_0: grid"/>
            <p:cNvCxnSpPr/>
            <p:nvPr/>
          </p:nvCxnSpPr>
          <p:spPr>
            <a:xfrm>
              <a:off x="10951502" y="567658"/>
              <a:ext cx="105858" cy="3087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8" name="link6_sensor_0: grid"/>
            <p:cNvCxnSpPr/>
            <p:nvPr/>
          </p:nvCxnSpPr>
          <p:spPr>
            <a:xfrm flipH="1">
              <a:off x="10926336" y="567658"/>
              <a:ext cx="25166" cy="14623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9" name="link6_sensor_4: grid"/>
            <p:cNvCxnSpPr/>
            <p:nvPr/>
          </p:nvCxnSpPr>
          <p:spPr>
            <a:xfrm flipH="1">
              <a:off x="10453038" y="221972"/>
              <a:ext cx="10959" cy="13217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0" name="link6_sensor_3: grid"/>
            <p:cNvCxnSpPr/>
            <p:nvPr/>
          </p:nvCxnSpPr>
          <p:spPr>
            <a:xfrm flipV="1">
              <a:off x="9377297" y="827539"/>
              <a:ext cx="59308" cy="2811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1" name="link6_sensor_3: grid"/>
            <p:cNvCxnSpPr/>
            <p:nvPr/>
          </p:nvCxnSpPr>
          <p:spPr>
            <a:xfrm>
              <a:off x="9377297" y="855654"/>
              <a:ext cx="8773" cy="7580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2" name="link6_sensor_0: grid"/>
            <p:cNvCxnSpPr/>
            <p:nvPr/>
          </p:nvCxnSpPr>
          <p:spPr>
            <a:xfrm flipH="1">
              <a:off x="11027426" y="739669"/>
              <a:ext cx="14654" cy="13468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3" name="link6_sensor_0: grid"/>
            <p:cNvCxnSpPr/>
            <p:nvPr/>
          </p:nvCxnSpPr>
          <p:spPr>
            <a:xfrm flipV="1">
              <a:off x="10809888" y="410555"/>
              <a:ext cx="168648" cy="340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4" name="link6_sensor_0: grid"/>
            <p:cNvCxnSpPr/>
            <p:nvPr/>
          </p:nvCxnSpPr>
          <p:spPr>
            <a:xfrm flipH="1">
              <a:off x="10789939" y="413957"/>
              <a:ext cx="19949" cy="1492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5" name="link6_sensor_3: grid"/>
            <p:cNvCxnSpPr/>
            <p:nvPr/>
          </p:nvCxnSpPr>
          <p:spPr>
            <a:xfrm>
              <a:off x="9408572" y="550614"/>
              <a:ext cx="9737" cy="9618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6" name="link6_sensor_0: grid"/>
            <p:cNvCxnSpPr/>
            <p:nvPr/>
          </p:nvCxnSpPr>
          <p:spPr>
            <a:xfrm flipV="1">
              <a:off x="10672637" y="253795"/>
              <a:ext cx="158653" cy="1119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7" name="link6_sensor_0: grid"/>
            <p:cNvCxnSpPr/>
            <p:nvPr/>
          </p:nvCxnSpPr>
          <p:spPr>
            <a:xfrm flipH="1">
              <a:off x="10657589" y="264989"/>
              <a:ext cx="15048" cy="15203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8" name="link6_sensor_2: grid"/>
            <p:cNvCxnSpPr/>
            <p:nvPr/>
          </p:nvCxnSpPr>
          <p:spPr>
            <a:xfrm flipH="1">
              <a:off x="11044145" y="688802"/>
              <a:ext cx="14959" cy="6380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9" name="link6_sensor_2: grid"/>
            <p:cNvCxnSpPr/>
            <p:nvPr/>
          </p:nvCxnSpPr>
          <p:spPr>
            <a:xfrm flipH="1">
              <a:off x="11043112" y="688802"/>
              <a:ext cx="15992" cy="14166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0" name="link6_sensor_3: grid"/>
            <p:cNvCxnSpPr/>
            <p:nvPr/>
          </p:nvCxnSpPr>
          <p:spPr>
            <a:xfrm flipV="1">
              <a:off x="9368200" y="739026"/>
              <a:ext cx="59445" cy="3804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1" name="link6_sensor_3: grid"/>
            <p:cNvCxnSpPr/>
            <p:nvPr/>
          </p:nvCxnSpPr>
          <p:spPr>
            <a:xfrm>
              <a:off x="9368200" y="777070"/>
              <a:ext cx="9097" cy="7858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2" name="link6_sensor_0: grid"/>
            <p:cNvCxnSpPr/>
            <p:nvPr/>
          </p:nvCxnSpPr>
          <p:spPr>
            <a:xfrm>
              <a:off x="10978536" y="410555"/>
              <a:ext cx="94829" cy="3990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3" name="link6_sensor_0: grid"/>
            <p:cNvCxnSpPr/>
            <p:nvPr/>
          </p:nvCxnSpPr>
          <p:spPr>
            <a:xfrm flipH="1">
              <a:off x="10951502" y="410555"/>
              <a:ext cx="27034" cy="1571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4" name="link6_sensor_3: grid"/>
            <p:cNvCxnSpPr/>
            <p:nvPr/>
          </p:nvCxnSpPr>
          <p:spPr>
            <a:xfrm flipV="1">
              <a:off x="9337934" y="931454"/>
              <a:ext cx="48136" cy="1538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5" name="link6_sensor_3: grid"/>
            <p:cNvCxnSpPr/>
            <p:nvPr/>
          </p:nvCxnSpPr>
          <p:spPr>
            <a:xfrm>
              <a:off x="9398412" y="450226"/>
              <a:ext cx="10160" cy="10038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6" name="link6_sensor_0: grid"/>
            <p:cNvCxnSpPr/>
            <p:nvPr/>
          </p:nvCxnSpPr>
          <p:spPr>
            <a:xfrm flipV="1">
              <a:off x="10831290" y="241340"/>
              <a:ext cx="176345" cy="1245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7" name="link6_sensor_0: grid"/>
            <p:cNvCxnSpPr/>
            <p:nvPr/>
          </p:nvCxnSpPr>
          <p:spPr>
            <a:xfrm flipH="1">
              <a:off x="10809888" y="253795"/>
              <a:ext cx="21402" cy="16016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8" name="link6_sensor_0: grid"/>
            <p:cNvCxnSpPr/>
            <p:nvPr/>
          </p:nvCxnSpPr>
          <p:spPr>
            <a:xfrm flipH="1">
              <a:off x="11042080" y="598531"/>
              <a:ext cx="15280" cy="14113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9" name="link6_sensor_3: grid"/>
            <p:cNvCxnSpPr/>
            <p:nvPr/>
          </p:nvCxnSpPr>
          <p:spPr>
            <a:xfrm flipV="1">
              <a:off x="9358763" y="646796"/>
              <a:ext cx="59546" cy="4874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0" name="link6_sensor_3: grid"/>
            <p:cNvCxnSpPr/>
            <p:nvPr/>
          </p:nvCxnSpPr>
          <p:spPr>
            <a:xfrm>
              <a:off x="9358763" y="695543"/>
              <a:ext cx="9437" cy="8152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1" name="link6_sensor_2: grid"/>
            <p:cNvCxnSpPr/>
            <p:nvPr/>
          </p:nvCxnSpPr>
          <p:spPr>
            <a:xfrm flipH="1">
              <a:off x="11003542" y="1012549"/>
              <a:ext cx="11766" cy="4513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2" name="link6_sensor_2: grid"/>
            <p:cNvCxnSpPr/>
            <p:nvPr/>
          </p:nvCxnSpPr>
          <p:spPr>
            <a:xfrm flipH="1">
              <a:off x="11059972" y="537782"/>
              <a:ext cx="16120" cy="7250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3" name="link6_sensor_2: grid"/>
            <p:cNvCxnSpPr/>
            <p:nvPr/>
          </p:nvCxnSpPr>
          <p:spPr>
            <a:xfrm flipH="1">
              <a:off x="11059104" y="537782"/>
              <a:ext cx="16988" cy="15102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4" name="link6_sensor_3: grid"/>
            <p:cNvCxnSpPr/>
            <p:nvPr/>
          </p:nvCxnSpPr>
          <p:spPr>
            <a:xfrm flipV="1">
              <a:off x="9329205" y="855654"/>
              <a:ext cx="48092" cy="2279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5" name="link6_sensor_3: grid"/>
            <p:cNvCxnSpPr/>
            <p:nvPr/>
          </p:nvCxnSpPr>
          <p:spPr>
            <a:xfrm>
              <a:off x="9329205" y="878452"/>
              <a:ext cx="8729" cy="6838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6" name="link6_sensor_3: grid"/>
            <p:cNvCxnSpPr/>
            <p:nvPr/>
          </p:nvCxnSpPr>
          <p:spPr>
            <a:xfrm>
              <a:off x="9387798" y="345348"/>
              <a:ext cx="10614" cy="10487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7" name="link6_sensor_3: grid"/>
            <p:cNvCxnSpPr/>
            <p:nvPr/>
          </p:nvCxnSpPr>
          <p:spPr>
            <a:xfrm flipV="1">
              <a:off x="9348971" y="550614"/>
              <a:ext cx="59601" cy="603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8" name="link6_sensor_3: grid"/>
            <p:cNvCxnSpPr/>
            <p:nvPr/>
          </p:nvCxnSpPr>
          <p:spPr>
            <a:xfrm>
              <a:off x="9348971" y="610917"/>
              <a:ext cx="9792" cy="8462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9" name="link6_sensor_0: grid"/>
            <p:cNvCxnSpPr/>
            <p:nvPr/>
          </p:nvCxnSpPr>
          <p:spPr>
            <a:xfrm>
              <a:off x="11007635" y="241340"/>
              <a:ext cx="82563" cy="5358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0" name="link6_sensor_0: grid"/>
            <p:cNvCxnSpPr/>
            <p:nvPr/>
          </p:nvCxnSpPr>
          <p:spPr>
            <a:xfrm flipH="1">
              <a:off x="10978536" y="241340"/>
              <a:ext cx="29099" cy="16921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1" name="link6_sensor_3: grid"/>
            <p:cNvCxnSpPr/>
            <p:nvPr/>
          </p:nvCxnSpPr>
          <p:spPr>
            <a:xfrm flipV="1">
              <a:off x="9320185" y="777070"/>
              <a:ext cx="48015" cy="3073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2" name="link6_sensor_3: grid"/>
            <p:cNvCxnSpPr/>
            <p:nvPr/>
          </p:nvCxnSpPr>
          <p:spPr>
            <a:xfrm>
              <a:off x="9320185" y="807801"/>
              <a:ext cx="9020" cy="7065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3" name="link6_sensor_2: grid"/>
            <p:cNvCxnSpPr/>
            <p:nvPr/>
          </p:nvCxnSpPr>
          <p:spPr>
            <a:xfrm flipH="1">
              <a:off x="11016610" y="886446"/>
              <a:ext cx="12658" cy="5147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4" name="link6_sensor_2: grid"/>
            <p:cNvCxnSpPr/>
            <p:nvPr/>
          </p:nvCxnSpPr>
          <p:spPr>
            <a:xfrm flipH="1">
              <a:off x="11015308" y="886446"/>
              <a:ext cx="13960" cy="1261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5" name="link6_sensor_0: grid"/>
            <p:cNvCxnSpPr/>
            <p:nvPr/>
          </p:nvCxnSpPr>
          <p:spPr>
            <a:xfrm flipH="1">
              <a:off x="11057360" y="450463"/>
              <a:ext cx="16005" cy="14806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6" name="link6_sensor_2: grid"/>
            <p:cNvCxnSpPr/>
            <p:nvPr/>
          </p:nvCxnSpPr>
          <p:spPr>
            <a:xfrm flipH="1">
              <a:off x="11076822" y="376447"/>
              <a:ext cx="17395" cy="8222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7" name="link6_sensor_2: grid"/>
            <p:cNvCxnSpPr/>
            <p:nvPr/>
          </p:nvCxnSpPr>
          <p:spPr>
            <a:xfrm flipH="1">
              <a:off x="11076092" y="376447"/>
              <a:ext cx="18125" cy="16133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8" name="link6_sensor_3: grid"/>
            <p:cNvCxnSpPr/>
            <p:nvPr/>
          </p:nvCxnSpPr>
          <p:spPr>
            <a:xfrm>
              <a:off x="9376698" y="235669"/>
              <a:ext cx="11100" cy="10967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9" name="link6_sensor_3: grid"/>
            <p:cNvCxnSpPr/>
            <p:nvPr/>
          </p:nvCxnSpPr>
          <p:spPr>
            <a:xfrm flipV="1">
              <a:off x="9338800" y="450226"/>
              <a:ext cx="59612" cy="7277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0" name="link6_sensor_3: grid"/>
            <p:cNvCxnSpPr/>
            <p:nvPr/>
          </p:nvCxnSpPr>
          <p:spPr>
            <a:xfrm>
              <a:off x="9338800" y="523005"/>
              <a:ext cx="10171" cy="8791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1" name="link6_sensor_3: grid"/>
            <p:cNvCxnSpPr/>
            <p:nvPr/>
          </p:nvCxnSpPr>
          <p:spPr>
            <a:xfrm flipV="1">
              <a:off x="9310866" y="695543"/>
              <a:ext cx="47897" cy="3922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2" name="link6_sensor_3: grid"/>
            <p:cNvCxnSpPr/>
            <p:nvPr/>
          </p:nvCxnSpPr>
          <p:spPr>
            <a:xfrm>
              <a:off x="9310866" y="734768"/>
              <a:ext cx="9319" cy="7303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3" name="link6_sensor_2: grid"/>
            <p:cNvCxnSpPr/>
            <p:nvPr/>
          </p:nvCxnSpPr>
          <p:spPr>
            <a:xfrm flipH="1">
              <a:off x="11030465" y="752603"/>
              <a:ext cx="13680" cy="5852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4" name="link6_sensor_2: grid"/>
            <p:cNvCxnSpPr/>
            <p:nvPr/>
          </p:nvCxnSpPr>
          <p:spPr>
            <a:xfrm flipH="1">
              <a:off x="11029268" y="752603"/>
              <a:ext cx="14877" cy="13384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5" name="link6_sensor_3: grid"/>
            <p:cNvCxnSpPr/>
            <p:nvPr/>
          </p:nvCxnSpPr>
          <p:spPr>
            <a:xfrm flipV="1">
              <a:off x="9301226" y="610917"/>
              <a:ext cx="47745" cy="4831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6" name="link6_sensor_3: grid"/>
            <p:cNvCxnSpPr/>
            <p:nvPr/>
          </p:nvCxnSpPr>
          <p:spPr>
            <a:xfrm>
              <a:off x="9301226" y="659231"/>
              <a:ext cx="9640" cy="7553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7" name="link6_sensor_3: grid"/>
            <p:cNvCxnSpPr/>
            <p:nvPr/>
          </p:nvCxnSpPr>
          <p:spPr>
            <a:xfrm>
              <a:off x="9328225" y="431611"/>
              <a:ext cx="10575" cy="9139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8" name="link6_sensor_2: grid"/>
            <p:cNvCxnSpPr/>
            <p:nvPr/>
          </p:nvCxnSpPr>
          <p:spPr>
            <a:xfrm flipH="1">
              <a:off x="11094217" y="203658"/>
              <a:ext cx="19459" cy="1727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9" name="link6_sensor_3: grid"/>
            <p:cNvCxnSpPr/>
            <p:nvPr/>
          </p:nvCxnSpPr>
          <p:spPr>
            <a:xfrm>
              <a:off x="9255980" y="913175"/>
              <a:ext cx="8351" cy="5718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0" name="link6_sensor_0: grid"/>
            <p:cNvCxnSpPr/>
            <p:nvPr/>
          </p:nvCxnSpPr>
          <p:spPr>
            <a:xfrm flipH="1">
              <a:off x="11073365" y="294923"/>
              <a:ext cx="16833" cy="15554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1" name="link6_sensor_2: grid"/>
            <p:cNvCxnSpPr/>
            <p:nvPr/>
          </p:nvCxnSpPr>
          <p:spPr>
            <a:xfrm flipH="1">
              <a:off x="10992648" y="1057686"/>
              <a:ext cx="10894" cy="4175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2" name="link6_sensor_3: grid"/>
            <p:cNvCxnSpPr/>
            <p:nvPr/>
          </p:nvCxnSpPr>
          <p:spPr>
            <a:xfrm flipV="1">
              <a:off x="9291251" y="523005"/>
              <a:ext cx="47549" cy="5805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3" name="link6_sensor_3: grid"/>
            <p:cNvCxnSpPr/>
            <p:nvPr/>
          </p:nvCxnSpPr>
          <p:spPr>
            <a:xfrm>
              <a:off x="9291251" y="581057"/>
              <a:ext cx="9975" cy="7817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4" name="link6_sensor_3: grid"/>
            <p:cNvCxnSpPr/>
            <p:nvPr/>
          </p:nvCxnSpPr>
          <p:spPr>
            <a:xfrm>
              <a:off x="9317222" y="336522"/>
              <a:ext cx="11003" cy="950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5" name="link6_sensor_3: grid"/>
            <p:cNvCxnSpPr/>
            <p:nvPr/>
          </p:nvCxnSpPr>
          <p:spPr>
            <a:xfrm>
              <a:off x="9247401" y="854404"/>
              <a:ext cx="8579" cy="5877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6" name="link6_sensor_2: grid"/>
            <p:cNvCxnSpPr/>
            <p:nvPr/>
          </p:nvCxnSpPr>
          <p:spPr>
            <a:xfrm flipH="1">
              <a:off x="11045192" y="610286"/>
              <a:ext cx="14780" cy="6635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7" name="link6_sensor_2: grid"/>
            <p:cNvCxnSpPr/>
            <p:nvPr/>
          </p:nvCxnSpPr>
          <p:spPr>
            <a:xfrm flipH="1">
              <a:off x="11044145" y="610286"/>
              <a:ext cx="15827" cy="14231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8" name="link6_sensor_3: grid"/>
            <p:cNvCxnSpPr/>
            <p:nvPr/>
          </p:nvCxnSpPr>
          <p:spPr>
            <a:xfrm flipV="1">
              <a:off x="9280922" y="431611"/>
              <a:ext cx="47303" cy="6849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9" name="link6_sensor_3: grid"/>
            <p:cNvCxnSpPr/>
            <p:nvPr/>
          </p:nvCxnSpPr>
          <p:spPr>
            <a:xfrm>
              <a:off x="9280922" y="500107"/>
              <a:ext cx="10329" cy="8095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0" name="link6_sensor_2: grid"/>
            <p:cNvCxnSpPr/>
            <p:nvPr/>
          </p:nvCxnSpPr>
          <p:spPr>
            <a:xfrm flipH="1">
              <a:off x="11004921" y="937923"/>
              <a:ext cx="11689" cy="4751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1" name="link6_sensor_2: grid"/>
            <p:cNvCxnSpPr/>
            <p:nvPr/>
          </p:nvCxnSpPr>
          <p:spPr>
            <a:xfrm flipH="1">
              <a:off x="11003542" y="937923"/>
              <a:ext cx="13068" cy="11976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2" name="link6_sensor_3: grid"/>
            <p:cNvCxnSpPr/>
            <p:nvPr/>
          </p:nvCxnSpPr>
          <p:spPr>
            <a:xfrm>
              <a:off x="9238580" y="793975"/>
              <a:ext cx="8821" cy="6042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3" name="link6_sensor_3: grid"/>
            <p:cNvCxnSpPr/>
            <p:nvPr/>
          </p:nvCxnSpPr>
          <p:spPr>
            <a:xfrm flipV="1">
              <a:off x="9270218" y="336522"/>
              <a:ext cx="47004" cy="7970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4" name="link6_sensor_3: grid"/>
            <p:cNvCxnSpPr/>
            <p:nvPr/>
          </p:nvCxnSpPr>
          <p:spPr>
            <a:xfrm>
              <a:off x="9270218" y="416229"/>
              <a:ext cx="10704" cy="8387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5" name="link6_sensor_3: grid"/>
            <p:cNvCxnSpPr/>
            <p:nvPr/>
          </p:nvCxnSpPr>
          <p:spPr>
            <a:xfrm>
              <a:off x="9229506" y="731817"/>
              <a:ext cx="9074" cy="6215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6" name="link6_sensor_2: grid"/>
            <p:cNvCxnSpPr/>
            <p:nvPr/>
          </p:nvCxnSpPr>
          <p:spPr>
            <a:xfrm flipH="1">
              <a:off x="11060852" y="458670"/>
              <a:ext cx="15970" cy="7506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7" name="link6_sensor_2: grid"/>
            <p:cNvCxnSpPr/>
            <p:nvPr/>
          </p:nvCxnSpPr>
          <p:spPr>
            <a:xfrm flipH="1">
              <a:off x="11059972" y="458670"/>
              <a:ext cx="16850" cy="15161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8" name="link6_sensor_2: grid"/>
            <p:cNvCxnSpPr/>
            <p:nvPr/>
          </p:nvCxnSpPr>
          <p:spPr>
            <a:xfrm flipH="1">
              <a:off x="11017898" y="811123"/>
              <a:ext cx="12567" cy="5387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9" name="link6_sensor_2: grid"/>
            <p:cNvCxnSpPr/>
            <p:nvPr/>
          </p:nvCxnSpPr>
          <p:spPr>
            <a:xfrm flipH="1">
              <a:off x="11016610" y="811123"/>
              <a:ext cx="13855" cy="12680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0" name="link6_sensor_3: grid"/>
            <p:cNvCxnSpPr/>
            <p:nvPr/>
          </p:nvCxnSpPr>
          <p:spPr>
            <a:xfrm>
              <a:off x="9220169" y="667855"/>
              <a:ext cx="9337" cy="6396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1" name="link6_sensor_2: grid"/>
            <p:cNvCxnSpPr/>
            <p:nvPr/>
          </p:nvCxnSpPr>
          <p:spPr>
            <a:xfrm flipH="1">
              <a:off x="10982535" y="1099438"/>
              <a:ext cx="10113" cy="3873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2" name="link6_sensor_3: grid"/>
            <p:cNvCxnSpPr/>
            <p:nvPr/>
          </p:nvCxnSpPr>
          <p:spPr>
            <a:xfrm>
              <a:off x="9210556" y="602009"/>
              <a:ext cx="9613" cy="6584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3" name="link6_sensor_2: grid"/>
            <p:cNvCxnSpPr/>
            <p:nvPr/>
          </p:nvCxnSpPr>
          <p:spPr>
            <a:xfrm flipH="1">
              <a:off x="11077485" y="296841"/>
              <a:ext cx="17278" cy="8480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4" name="link6_sensor_2: grid"/>
            <p:cNvCxnSpPr/>
            <p:nvPr/>
          </p:nvCxnSpPr>
          <p:spPr>
            <a:xfrm flipH="1">
              <a:off x="11076822" y="296841"/>
              <a:ext cx="17941" cy="16182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5" name="link6_sensor_2: grid"/>
            <p:cNvCxnSpPr/>
            <p:nvPr/>
          </p:nvCxnSpPr>
          <p:spPr>
            <a:xfrm flipH="1">
              <a:off x="11031654" y="676636"/>
              <a:ext cx="13538" cy="6092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6" name="link6_sensor_2: grid"/>
            <p:cNvCxnSpPr/>
            <p:nvPr/>
          </p:nvCxnSpPr>
          <p:spPr>
            <a:xfrm flipH="1">
              <a:off x="11030465" y="676636"/>
              <a:ext cx="14727" cy="13448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7" name="link6_sensor_3: grid"/>
            <p:cNvCxnSpPr/>
            <p:nvPr/>
          </p:nvCxnSpPr>
          <p:spPr>
            <a:xfrm>
              <a:off x="9200656" y="534194"/>
              <a:ext cx="9900" cy="6781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8" name="link6_sensor_2: grid"/>
            <p:cNvCxnSpPr/>
            <p:nvPr/>
          </p:nvCxnSpPr>
          <p:spPr>
            <a:xfrm flipH="1">
              <a:off x="10994091" y="985435"/>
              <a:ext cx="10830" cy="4398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9" name="link6_sensor_2: grid"/>
            <p:cNvCxnSpPr/>
            <p:nvPr/>
          </p:nvCxnSpPr>
          <p:spPr>
            <a:xfrm flipH="1">
              <a:off x="10992648" y="985435"/>
              <a:ext cx="12273" cy="1140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0" name="link6_sensor_3: grid"/>
            <p:cNvCxnSpPr/>
            <p:nvPr/>
          </p:nvCxnSpPr>
          <p:spPr>
            <a:xfrm>
              <a:off x="9447142" y="947475"/>
              <a:ext cx="3732" cy="3235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1" name="link6_sensor_3: grid"/>
            <p:cNvCxnSpPr/>
            <p:nvPr/>
          </p:nvCxnSpPr>
          <p:spPr>
            <a:xfrm>
              <a:off x="9443331" y="914435"/>
              <a:ext cx="3811" cy="3304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2" name="link6_sensor_3: grid"/>
            <p:cNvCxnSpPr/>
            <p:nvPr/>
          </p:nvCxnSpPr>
          <p:spPr>
            <a:xfrm>
              <a:off x="9437475" y="879360"/>
              <a:ext cx="5856" cy="3507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3" name="link6_sensor_2: grid"/>
            <p:cNvCxnSpPr/>
            <p:nvPr/>
          </p:nvCxnSpPr>
          <p:spPr>
            <a:xfrm flipH="1">
              <a:off x="11046232" y="533739"/>
              <a:ext cx="14620" cy="6875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4" name="link6_sensor_2: grid"/>
            <p:cNvCxnSpPr/>
            <p:nvPr/>
          </p:nvCxnSpPr>
          <p:spPr>
            <a:xfrm flipH="1">
              <a:off x="11045192" y="533739"/>
              <a:ext cx="15660" cy="14289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5" name="link6_sensor_3: grid"/>
            <p:cNvCxnSpPr/>
            <p:nvPr/>
          </p:nvCxnSpPr>
          <p:spPr>
            <a:xfrm>
              <a:off x="9430929" y="842357"/>
              <a:ext cx="6546" cy="370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6" name="link6_sensor_2: grid"/>
            <p:cNvCxnSpPr/>
            <p:nvPr/>
          </p:nvCxnSpPr>
          <p:spPr>
            <a:xfrm flipH="1">
              <a:off x="11006284" y="864999"/>
              <a:ext cx="11614" cy="4976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7" name="link6_sensor_2: grid"/>
            <p:cNvCxnSpPr/>
            <p:nvPr/>
          </p:nvCxnSpPr>
          <p:spPr>
            <a:xfrm flipH="1">
              <a:off x="11004921" y="864999"/>
              <a:ext cx="12977" cy="12043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8" name="link6_sensor_2: grid"/>
            <p:cNvCxnSpPr/>
            <p:nvPr/>
          </p:nvCxnSpPr>
          <p:spPr>
            <a:xfrm flipH="1">
              <a:off x="10973134" y="1138171"/>
              <a:ext cx="9401" cy="3603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9" name="link6_sensor_3: grid"/>
            <p:cNvCxnSpPr/>
            <p:nvPr/>
          </p:nvCxnSpPr>
          <p:spPr>
            <a:xfrm>
              <a:off x="9423108" y="802524"/>
              <a:ext cx="7821" cy="3983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0" name="link6_sensor_3: grid"/>
            <p:cNvCxnSpPr/>
            <p:nvPr/>
          </p:nvCxnSpPr>
          <p:spPr>
            <a:xfrm>
              <a:off x="9415443" y="760975"/>
              <a:ext cx="7665" cy="4154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1" name="link6_sensor_3: grid"/>
            <p:cNvCxnSpPr/>
            <p:nvPr/>
          </p:nvCxnSpPr>
          <p:spPr>
            <a:xfrm>
              <a:off x="9407415" y="717145"/>
              <a:ext cx="8028" cy="4383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2" name="link6_sensor_2: grid"/>
            <p:cNvCxnSpPr/>
            <p:nvPr/>
          </p:nvCxnSpPr>
          <p:spPr>
            <a:xfrm flipH="1">
              <a:off x="11061710" y="381643"/>
              <a:ext cx="15775" cy="774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3" name="link6_sensor_2: grid"/>
            <p:cNvCxnSpPr/>
            <p:nvPr/>
          </p:nvCxnSpPr>
          <p:spPr>
            <a:xfrm flipH="1">
              <a:off x="11060852" y="381643"/>
              <a:ext cx="16633" cy="15209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4" name="link6_sensor_2: grid"/>
            <p:cNvCxnSpPr/>
            <p:nvPr/>
          </p:nvCxnSpPr>
          <p:spPr>
            <a:xfrm flipH="1">
              <a:off x="11019176" y="737561"/>
              <a:ext cx="12478" cy="5615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5" name="link6_sensor_2: grid"/>
            <p:cNvCxnSpPr/>
            <p:nvPr/>
          </p:nvCxnSpPr>
          <p:spPr>
            <a:xfrm flipH="1">
              <a:off x="11017898" y="737561"/>
              <a:ext cx="13756" cy="12743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6" name="link6_sensor_2: grid"/>
            <p:cNvCxnSpPr/>
            <p:nvPr/>
          </p:nvCxnSpPr>
          <p:spPr>
            <a:xfrm flipH="1">
              <a:off x="10984037" y="1029421"/>
              <a:ext cx="10054" cy="4083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7" name="link6_sensor_2: grid"/>
            <p:cNvCxnSpPr/>
            <p:nvPr/>
          </p:nvCxnSpPr>
          <p:spPr>
            <a:xfrm flipH="1">
              <a:off x="10982535" y="1029421"/>
              <a:ext cx="11556" cy="10875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8" name="link6_sensor_2: grid"/>
            <p:cNvCxnSpPr/>
            <p:nvPr/>
          </p:nvCxnSpPr>
          <p:spPr>
            <a:xfrm flipH="1">
              <a:off x="10964367" y="1174201"/>
              <a:ext cx="8767" cy="3360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9" name="link6_sensor_2: grid"/>
            <p:cNvCxnSpPr/>
            <p:nvPr/>
          </p:nvCxnSpPr>
          <p:spPr>
            <a:xfrm flipH="1">
              <a:off x="10994091" y="914768"/>
              <a:ext cx="12193" cy="11465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0" name="link6_sensor_2: grid"/>
            <p:cNvCxnSpPr/>
            <p:nvPr/>
          </p:nvCxnSpPr>
          <p:spPr>
            <a:xfrm flipH="1">
              <a:off x="11032809" y="602497"/>
              <a:ext cx="13423" cy="6320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1" name="link6_sensor_2: grid"/>
            <p:cNvCxnSpPr/>
            <p:nvPr/>
          </p:nvCxnSpPr>
          <p:spPr>
            <a:xfrm flipH="1">
              <a:off x="11031654" y="602497"/>
              <a:ext cx="14578" cy="13506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2" name="link6_sensor_2: grid"/>
            <p:cNvCxnSpPr/>
            <p:nvPr/>
          </p:nvCxnSpPr>
          <p:spPr>
            <a:xfrm flipH="1">
              <a:off x="11078106" y="219447"/>
              <a:ext cx="17076" cy="8716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3" name="link6_sensor_2: grid"/>
            <p:cNvCxnSpPr/>
            <p:nvPr/>
          </p:nvCxnSpPr>
          <p:spPr>
            <a:xfrm flipH="1">
              <a:off x="11077485" y="219447"/>
              <a:ext cx="17697" cy="16219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4" name="link6_sensor_2: grid"/>
            <p:cNvCxnSpPr/>
            <p:nvPr/>
          </p:nvCxnSpPr>
          <p:spPr>
            <a:xfrm flipH="1">
              <a:off x="10974678" y="1070260"/>
              <a:ext cx="9359" cy="3801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5" name="link6_sensor_2: grid"/>
            <p:cNvCxnSpPr/>
            <p:nvPr/>
          </p:nvCxnSpPr>
          <p:spPr>
            <a:xfrm flipH="1">
              <a:off x="10973134" y="1070260"/>
              <a:ext cx="10903" cy="10394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6" name="link6_sensor_2: grid"/>
            <p:cNvCxnSpPr/>
            <p:nvPr/>
          </p:nvCxnSpPr>
          <p:spPr>
            <a:xfrm flipH="1">
              <a:off x="11006284" y="793713"/>
              <a:ext cx="12892" cy="12105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7" name="link6_sensor_2: grid"/>
            <p:cNvCxnSpPr/>
            <p:nvPr/>
          </p:nvCxnSpPr>
          <p:spPr>
            <a:xfrm flipH="1">
              <a:off x="11047252" y="459099"/>
              <a:ext cx="14458" cy="7102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8" name="link6_sensor_2: grid"/>
            <p:cNvCxnSpPr/>
            <p:nvPr/>
          </p:nvCxnSpPr>
          <p:spPr>
            <a:xfrm flipH="1">
              <a:off x="11046232" y="459099"/>
              <a:ext cx="15478" cy="14339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9" name="link6_sensor_2: grid"/>
            <p:cNvCxnSpPr/>
            <p:nvPr/>
          </p:nvCxnSpPr>
          <p:spPr>
            <a:xfrm flipH="1">
              <a:off x="10956146" y="1207802"/>
              <a:ext cx="8221" cy="3140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0" name="link6_sensor_2: grid"/>
            <p:cNvCxnSpPr/>
            <p:nvPr/>
          </p:nvCxnSpPr>
          <p:spPr>
            <a:xfrm flipH="1">
              <a:off x="11019176" y="665704"/>
              <a:ext cx="13633" cy="12800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1" name="link6_sensor_2: grid"/>
            <p:cNvCxnSpPr/>
            <p:nvPr/>
          </p:nvCxnSpPr>
          <p:spPr>
            <a:xfrm>
              <a:off x="10822741" y="978793"/>
              <a:ext cx="162776" cy="2494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2" name="link6_sensor_2: grid"/>
            <p:cNvCxnSpPr/>
            <p:nvPr/>
          </p:nvCxnSpPr>
          <p:spPr>
            <a:xfrm flipH="1">
              <a:off x="11062509" y="306615"/>
              <a:ext cx="15597" cy="7970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3" name="link6_sensor_2: grid"/>
            <p:cNvCxnSpPr/>
            <p:nvPr/>
          </p:nvCxnSpPr>
          <p:spPr>
            <a:xfrm flipH="1">
              <a:off x="11061710" y="306615"/>
              <a:ext cx="16396" cy="15248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4" name="link6_sensor_2: grid"/>
            <p:cNvCxnSpPr/>
            <p:nvPr/>
          </p:nvCxnSpPr>
          <p:spPr>
            <a:xfrm flipH="1">
              <a:off x="10965936" y="1108277"/>
              <a:ext cx="8742" cy="3547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5" name="link6_sensor_2: grid"/>
            <p:cNvCxnSpPr/>
            <p:nvPr/>
          </p:nvCxnSpPr>
          <p:spPr>
            <a:xfrm flipH="1">
              <a:off x="10964367" y="1108277"/>
              <a:ext cx="10311" cy="9952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6" name="link6_sensor_2: grid"/>
            <p:cNvCxnSpPr/>
            <p:nvPr/>
          </p:nvCxnSpPr>
          <p:spPr>
            <a:xfrm flipH="1">
              <a:off x="11032809" y="530123"/>
              <a:ext cx="14443" cy="13558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7" name="link6_sensor_2: grid"/>
            <p:cNvCxnSpPr/>
            <p:nvPr/>
          </p:nvCxnSpPr>
          <p:spPr>
            <a:xfrm>
              <a:off x="10771239" y="893679"/>
              <a:ext cx="51502" cy="8511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8" name="link6_sensor_2: grid"/>
            <p:cNvCxnSpPr/>
            <p:nvPr/>
          </p:nvCxnSpPr>
          <p:spPr>
            <a:xfrm flipH="1">
              <a:off x="10976200" y="1003734"/>
              <a:ext cx="9317" cy="3991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9" name="link6_sensor_2: grid"/>
            <p:cNvCxnSpPr/>
            <p:nvPr/>
          </p:nvCxnSpPr>
          <p:spPr>
            <a:xfrm flipH="1">
              <a:off x="10974678" y="1003734"/>
              <a:ext cx="10839" cy="10454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0" name="link6_sensor_2: grid"/>
            <p:cNvCxnSpPr/>
            <p:nvPr/>
          </p:nvCxnSpPr>
          <p:spPr>
            <a:xfrm flipH="1">
              <a:off x="10956146" y="1143756"/>
              <a:ext cx="9790" cy="9545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1" name="link6_sensor_2: grid"/>
            <p:cNvCxnSpPr/>
            <p:nvPr/>
          </p:nvCxnSpPr>
          <p:spPr>
            <a:xfrm flipH="1">
              <a:off x="10771239" y="798136"/>
              <a:ext cx="7023" cy="9554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2" name="link6_sensor_2: grid"/>
            <p:cNvCxnSpPr/>
            <p:nvPr/>
          </p:nvCxnSpPr>
          <p:spPr>
            <a:xfrm flipH="1">
              <a:off x="10980952" y="386317"/>
              <a:ext cx="81557" cy="10827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3" name="link6_sensor_2: grid"/>
            <p:cNvCxnSpPr/>
            <p:nvPr/>
          </p:nvCxnSpPr>
          <p:spPr>
            <a:xfrm flipH="1">
              <a:off x="11047252" y="386317"/>
              <a:ext cx="15257" cy="14380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4" name="link6_sensor_2: grid"/>
            <p:cNvCxnSpPr/>
            <p:nvPr/>
          </p:nvCxnSpPr>
          <p:spPr>
            <a:xfrm flipH="1">
              <a:off x="10986984" y="893778"/>
              <a:ext cx="9949" cy="4477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5" name="link6_sensor_2: grid"/>
            <p:cNvCxnSpPr/>
            <p:nvPr/>
          </p:nvCxnSpPr>
          <p:spPr>
            <a:xfrm flipH="1">
              <a:off x="10985517" y="893778"/>
              <a:ext cx="11416" cy="1099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6" name="link6_sensor_2: grid"/>
            <p:cNvCxnSpPr/>
            <p:nvPr/>
          </p:nvCxnSpPr>
          <p:spPr>
            <a:xfrm>
              <a:off x="10755921" y="710122"/>
              <a:ext cx="22341" cy="8801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7" name="link6_sensor_2: grid"/>
            <p:cNvCxnSpPr/>
            <p:nvPr/>
          </p:nvCxnSpPr>
          <p:spPr>
            <a:xfrm flipH="1">
              <a:off x="10965936" y="1043653"/>
              <a:ext cx="10264" cy="1001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8" name="link6_sensor_2: grid"/>
            <p:cNvCxnSpPr/>
            <p:nvPr/>
          </p:nvCxnSpPr>
          <p:spPr>
            <a:xfrm flipH="1">
              <a:off x="10998315" y="777978"/>
              <a:ext cx="10641" cy="5008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9" name="link6_sensor_2: grid"/>
            <p:cNvCxnSpPr/>
            <p:nvPr/>
          </p:nvCxnSpPr>
          <p:spPr>
            <a:xfrm flipH="1">
              <a:off x="10996933" y="777978"/>
              <a:ext cx="12023" cy="11580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0" name="link6_sensor_2: grid"/>
            <p:cNvCxnSpPr/>
            <p:nvPr/>
          </p:nvCxnSpPr>
          <p:spPr>
            <a:xfrm flipH="1">
              <a:off x="11063295" y="233489"/>
              <a:ext cx="15427" cy="8181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1" name="link6_sensor_2: grid"/>
            <p:cNvCxnSpPr/>
            <p:nvPr/>
          </p:nvCxnSpPr>
          <p:spPr>
            <a:xfrm flipH="1">
              <a:off x="11062509" y="233489"/>
              <a:ext cx="16213" cy="15282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2" name="link6_sensor_2: grid"/>
            <p:cNvCxnSpPr/>
            <p:nvPr/>
          </p:nvCxnSpPr>
          <p:spPr>
            <a:xfrm flipH="1">
              <a:off x="10976200" y="938549"/>
              <a:ext cx="10784" cy="10510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3" name="link6_sensor_2: grid"/>
            <p:cNvCxnSpPr/>
            <p:nvPr/>
          </p:nvCxnSpPr>
          <p:spPr>
            <a:xfrm>
              <a:off x="10980952" y="494591"/>
              <a:ext cx="54052" cy="3229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4" name="link6_sensor_2: grid"/>
            <p:cNvCxnSpPr/>
            <p:nvPr/>
          </p:nvCxnSpPr>
          <p:spPr>
            <a:xfrm flipH="1">
              <a:off x="11010243" y="655855"/>
              <a:ext cx="11392" cy="5590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5" name="link6_sensor_2: grid"/>
            <p:cNvCxnSpPr/>
            <p:nvPr/>
          </p:nvCxnSpPr>
          <p:spPr>
            <a:xfrm flipH="1">
              <a:off x="11008956" y="655855"/>
              <a:ext cx="12679" cy="12212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6" name="link6_sensor_2: grid"/>
            <p:cNvCxnSpPr/>
            <p:nvPr/>
          </p:nvCxnSpPr>
          <p:spPr>
            <a:xfrm flipH="1">
              <a:off x="10986984" y="828060"/>
              <a:ext cx="11331" cy="1104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7" name="link6_sensor_2: grid"/>
            <p:cNvCxnSpPr/>
            <p:nvPr/>
          </p:nvCxnSpPr>
          <p:spPr>
            <a:xfrm flipH="1">
              <a:off x="11049114" y="315304"/>
              <a:ext cx="14181" cy="751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8" name="link6_sensor_2: grid"/>
            <p:cNvCxnSpPr/>
            <p:nvPr/>
          </p:nvCxnSpPr>
          <p:spPr>
            <a:xfrm flipH="1">
              <a:off x="10980952" y="315304"/>
              <a:ext cx="82343" cy="17928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9" name="link6_sensor_2: grid"/>
            <p:cNvCxnSpPr/>
            <p:nvPr/>
          </p:nvCxnSpPr>
          <p:spPr>
            <a:xfrm flipH="1">
              <a:off x="11022817" y="526887"/>
              <a:ext cx="12187" cy="6229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0" name="link6_sensor_2: grid"/>
            <p:cNvCxnSpPr/>
            <p:nvPr/>
          </p:nvCxnSpPr>
          <p:spPr>
            <a:xfrm flipH="1">
              <a:off x="11021635" y="526887"/>
              <a:ext cx="13369" cy="12896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1" name="link6_sensor_2: grid"/>
            <p:cNvCxnSpPr/>
            <p:nvPr/>
          </p:nvCxnSpPr>
          <p:spPr>
            <a:xfrm flipH="1">
              <a:off x="10998315" y="711762"/>
              <a:ext cx="11928" cy="11629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2" name="link6_sensor_2: grid"/>
            <p:cNvCxnSpPr/>
            <p:nvPr/>
          </p:nvCxnSpPr>
          <p:spPr>
            <a:xfrm flipH="1">
              <a:off x="11036040" y="390493"/>
              <a:ext cx="13074" cy="6933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3" name="link6_sensor_2: grid"/>
            <p:cNvCxnSpPr/>
            <p:nvPr/>
          </p:nvCxnSpPr>
          <p:spPr>
            <a:xfrm flipH="1">
              <a:off x="11035004" y="390493"/>
              <a:ext cx="14110" cy="13639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4" name="link6_sensor_2: grid"/>
            <p:cNvCxnSpPr/>
            <p:nvPr/>
          </p:nvCxnSpPr>
          <p:spPr>
            <a:xfrm flipH="1">
              <a:off x="11010243" y="589182"/>
              <a:ext cx="12574" cy="12258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5" name="link6_sensor_2: grid"/>
            <p:cNvCxnSpPr/>
            <p:nvPr/>
          </p:nvCxnSpPr>
          <p:spPr>
            <a:xfrm flipH="1">
              <a:off x="11022817" y="459825"/>
              <a:ext cx="13223" cy="12935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grpSp>
      <p:grpSp>
        <p:nvGrpSpPr>
          <p:cNvPr id="976" name="Measured range returns — ungroup to edit points"/>
          <p:cNvGrpSpPr/>
          <p:nvPr/>
        </p:nvGrpSpPr>
        <p:grpSpPr>
          <a:xfrm>
            <a:off x="7924980" y="167192"/>
            <a:ext cx="3809759" cy="3193804"/>
            <a:chOff x="7924980" y="167192"/>
            <a:chExt cx="3809759" cy="3193804"/>
          </a:xfrm>
        </p:grpSpPr>
        <p:sp>
          <p:nvSpPr>
            <p:cNvPr id="977" name="link3_sensor_1: 1.8713 m"/>
            <p:cNvSpPr/>
            <p:nvPr/>
          </p:nvSpPr>
          <p:spPr>
            <a:xfrm>
              <a:off x="7966266" y="1990441"/>
              <a:ext cx="28346" cy="28346"/>
            </a:xfrm>
            <a:prstGeom prst="ellipse">
              <a:avLst/>
            </a:prstGeom>
            <a:solidFill>
              <a:srgbClr val="00A6A6"/>
            </a:solidFill>
            <a:ln w="2743">
              <a:solidFill>
                <a:srgbClr val="FFFFFF"/>
              </a:solidFill>
            </a:ln>
            <a:effectLst/>
          </p:spPr>
          <p:txBody>
            <a:bodyPr rtlCol="0" anchor="ctr"/>
            <a:lstStyle/>
            <a:p>
              <a:pPr algn="ctr"/>
            </a:p>
          </p:txBody>
        </p:sp>
        <p:sp>
          <p:nvSpPr>
            <p:cNvPr id="978" name="link6_sensor_3: 0.6613 m"/>
            <p:cNvSpPr/>
            <p:nvPr/>
          </p:nvSpPr>
          <p:spPr>
            <a:xfrm>
              <a:off x="9601986" y="848455"/>
              <a:ext cx="28346" cy="28346"/>
            </a:xfrm>
            <a:prstGeom prst="ellipse">
              <a:avLst/>
            </a:prstGeom>
            <a:solidFill>
              <a:srgbClr val="00A6A6"/>
            </a:solidFill>
            <a:ln w="2743">
              <a:solidFill>
                <a:srgbClr val="FFFFFF"/>
              </a:solidFill>
            </a:ln>
            <a:effectLst/>
          </p:spPr>
          <p:txBody>
            <a:bodyPr rtlCol="0" anchor="ctr"/>
            <a:lstStyle/>
            <a:p>
              <a:pPr algn="ctr"/>
            </a:p>
          </p:txBody>
        </p:sp>
        <p:sp>
          <p:nvSpPr>
            <p:cNvPr id="979" name="link6_sensor_4: 0.6094 m"/>
            <p:cNvSpPr/>
            <p:nvPr/>
          </p:nvSpPr>
          <p:spPr>
            <a:xfrm>
              <a:off x="9704680" y="856185"/>
              <a:ext cx="28346" cy="28346"/>
            </a:xfrm>
            <a:prstGeom prst="ellipse">
              <a:avLst/>
            </a:prstGeom>
            <a:solidFill>
              <a:srgbClr val="00A6A6"/>
            </a:solidFill>
            <a:ln w="2743">
              <a:solidFill>
                <a:srgbClr val="FFFFFF"/>
              </a:solidFill>
            </a:ln>
            <a:effectLst/>
          </p:spPr>
          <p:txBody>
            <a:bodyPr rtlCol="0" anchor="ctr"/>
            <a:lstStyle/>
            <a:p>
              <a:pPr algn="ctr"/>
            </a:p>
          </p:txBody>
        </p:sp>
        <p:sp>
          <p:nvSpPr>
            <p:cNvPr id="980" name="link6_sensor_4: 0.6066 m"/>
            <p:cNvSpPr/>
            <p:nvPr/>
          </p:nvSpPr>
          <p:spPr>
            <a:xfrm>
              <a:off x="9801330" y="862876"/>
              <a:ext cx="28346" cy="28346"/>
            </a:xfrm>
            <a:prstGeom prst="ellipse">
              <a:avLst/>
            </a:prstGeom>
            <a:solidFill>
              <a:srgbClr val="00A6A6"/>
            </a:solidFill>
            <a:ln w="2743">
              <a:solidFill>
                <a:srgbClr val="FFFFFF"/>
              </a:solidFill>
            </a:ln>
            <a:effectLst/>
          </p:spPr>
          <p:txBody>
            <a:bodyPr rtlCol="0" anchor="ctr"/>
            <a:lstStyle/>
            <a:p>
              <a:pPr algn="ctr"/>
            </a:p>
          </p:txBody>
        </p:sp>
        <p:sp>
          <p:nvSpPr>
            <p:cNvPr id="981" name="link6_sensor_3: 0.6245 m"/>
            <p:cNvSpPr/>
            <p:nvPr/>
          </p:nvSpPr>
          <p:spPr>
            <a:xfrm>
              <a:off x="9704548" y="842136"/>
              <a:ext cx="28346" cy="28346"/>
            </a:xfrm>
            <a:prstGeom prst="ellipse">
              <a:avLst/>
            </a:prstGeom>
            <a:solidFill>
              <a:srgbClr val="00A6A6"/>
            </a:solidFill>
            <a:ln w="2743">
              <a:solidFill>
                <a:srgbClr val="FFFFFF"/>
              </a:solidFill>
            </a:ln>
            <a:effectLst/>
          </p:spPr>
          <p:txBody>
            <a:bodyPr rtlCol="0" anchor="ctr"/>
            <a:lstStyle/>
            <a:p>
              <a:pPr algn="ctr"/>
            </a:p>
          </p:txBody>
        </p:sp>
        <p:sp>
          <p:nvSpPr>
            <p:cNvPr id="982" name="link6_sensor_4: 0.6174 m"/>
            <p:cNvSpPr/>
            <p:nvPr/>
          </p:nvSpPr>
          <p:spPr>
            <a:xfrm>
              <a:off x="9696008" y="755488"/>
              <a:ext cx="28346" cy="28346"/>
            </a:xfrm>
            <a:prstGeom prst="ellipse">
              <a:avLst/>
            </a:prstGeom>
            <a:solidFill>
              <a:srgbClr val="00A6A6"/>
            </a:solidFill>
            <a:ln w="2743">
              <a:solidFill>
                <a:srgbClr val="FFFFFF"/>
              </a:solidFill>
            </a:ln>
            <a:effectLst/>
          </p:spPr>
          <p:txBody>
            <a:bodyPr rtlCol="0" anchor="ctr"/>
            <a:lstStyle/>
            <a:p>
              <a:pPr algn="ctr"/>
            </a:p>
          </p:txBody>
        </p:sp>
        <p:sp>
          <p:nvSpPr>
            <p:cNvPr id="983" name="link6_sensor_3: 0.6709 m"/>
            <p:cNvSpPr/>
            <p:nvPr/>
          </p:nvSpPr>
          <p:spPr>
            <a:xfrm>
              <a:off x="9595457" y="739517"/>
              <a:ext cx="28346" cy="28346"/>
            </a:xfrm>
            <a:prstGeom prst="ellipse">
              <a:avLst/>
            </a:prstGeom>
            <a:solidFill>
              <a:srgbClr val="00A6A6"/>
            </a:solidFill>
            <a:ln w="2743">
              <a:solidFill>
                <a:srgbClr val="FFFFFF"/>
              </a:solidFill>
            </a:ln>
            <a:effectLst/>
          </p:spPr>
          <p:txBody>
            <a:bodyPr rtlCol="0" anchor="ctr"/>
            <a:lstStyle/>
            <a:p>
              <a:pPr algn="ctr"/>
            </a:p>
          </p:txBody>
        </p:sp>
        <p:sp>
          <p:nvSpPr>
            <p:cNvPr id="984" name="link6_sensor_4: 0.6039 m"/>
            <p:cNvSpPr/>
            <p:nvPr/>
          </p:nvSpPr>
          <p:spPr>
            <a:xfrm>
              <a:off x="9898491" y="869603"/>
              <a:ext cx="28346" cy="28346"/>
            </a:xfrm>
            <a:prstGeom prst="ellipse">
              <a:avLst/>
            </a:prstGeom>
            <a:solidFill>
              <a:srgbClr val="00A6A6"/>
            </a:solidFill>
            <a:ln w="2743">
              <a:solidFill>
                <a:srgbClr val="FFFFFF"/>
              </a:solidFill>
            </a:ln>
            <a:effectLst/>
          </p:spPr>
          <p:txBody>
            <a:bodyPr rtlCol="0" anchor="ctr"/>
            <a:lstStyle/>
            <a:p>
              <a:pPr algn="ctr"/>
            </a:p>
          </p:txBody>
        </p:sp>
        <p:sp>
          <p:nvSpPr>
            <p:cNvPr id="985" name="link6_sensor_4: 0.6146 m"/>
            <p:cNvSpPr/>
            <p:nvPr/>
          </p:nvSpPr>
          <p:spPr>
            <a:xfrm>
              <a:off x="9795019" y="762071"/>
              <a:ext cx="28346" cy="28346"/>
            </a:xfrm>
            <a:prstGeom prst="ellipse">
              <a:avLst/>
            </a:prstGeom>
            <a:solidFill>
              <a:srgbClr val="00A6A6"/>
            </a:solidFill>
            <a:ln w="2743">
              <a:solidFill>
                <a:srgbClr val="FFFFFF"/>
              </a:solidFill>
            </a:ln>
            <a:effectLst/>
          </p:spPr>
          <p:txBody>
            <a:bodyPr rtlCol="0" anchor="ctr"/>
            <a:lstStyle/>
            <a:p>
              <a:pPr algn="ctr"/>
            </a:p>
          </p:txBody>
        </p:sp>
        <p:sp>
          <p:nvSpPr>
            <p:cNvPr id="986" name="link6_sensor_3: 0.6330 m"/>
            <p:cNvSpPr/>
            <p:nvPr/>
          </p:nvSpPr>
          <p:spPr>
            <a:xfrm>
              <a:off x="9701004" y="738339"/>
              <a:ext cx="28346" cy="28346"/>
            </a:xfrm>
            <a:prstGeom prst="ellipse">
              <a:avLst/>
            </a:prstGeom>
            <a:solidFill>
              <a:srgbClr val="00A6A6"/>
            </a:solidFill>
            <a:ln w="2743">
              <a:solidFill>
                <a:srgbClr val="FFFFFF"/>
              </a:solidFill>
            </a:ln>
            <a:effectLst/>
          </p:spPr>
          <p:txBody>
            <a:bodyPr rtlCol="0" anchor="ctr"/>
            <a:lstStyle/>
            <a:p>
              <a:pPr algn="ctr"/>
            </a:p>
          </p:txBody>
        </p:sp>
        <p:sp>
          <p:nvSpPr>
            <p:cNvPr id="987" name="link6_sensor_4: 0.6012 m"/>
            <p:cNvSpPr/>
            <p:nvPr/>
          </p:nvSpPr>
          <p:spPr>
            <a:xfrm>
              <a:off x="9996169" y="876365"/>
              <a:ext cx="28346" cy="28346"/>
            </a:xfrm>
            <a:prstGeom prst="ellipse">
              <a:avLst/>
            </a:prstGeom>
            <a:solidFill>
              <a:srgbClr val="00A6A6"/>
            </a:solidFill>
            <a:ln w="2743">
              <a:solidFill>
                <a:srgbClr val="FFFFFF"/>
              </a:solidFill>
            </a:ln>
            <a:effectLst/>
          </p:spPr>
          <p:txBody>
            <a:bodyPr rtlCol="0" anchor="ctr"/>
            <a:lstStyle/>
            <a:p>
              <a:pPr algn="ctr"/>
            </a:p>
          </p:txBody>
        </p:sp>
        <p:sp>
          <p:nvSpPr>
            <p:cNvPr id="988" name="link6_sensor_4: 0.6257 m"/>
            <p:cNvSpPr/>
            <p:nvPr/>
          </p:nvSpPr>
          <p:spPr>
            <a:xfrm>
              <a:off x="9686898" y="649708"/>
              <a:ext cx="28346" cy="28346"/>
            </a:xfrm>
            <a:prstGeom prst="ellipse">
              <a:avLst/>
            </a:prstGeom>
            <a:solidFill>
              <a:srgbClr val="00A6A6"/>
            </a:solidFill>
            <a:ln w="2743">
              <a:solidFill>
                <a:srgbClr val="FFFFFF"/>
              </a:solidFill>
            </a:ln>
            <a:effectLst/>
          </p:spPr>
          <p:txBody>
            <a:bodyPr rtlCol="0" anchor="ctr"/>
            <a:lstStyle/>
            <a:p>
              <a:pPr algn="ctr"/>
            </a:p>
          </p:txBody>
        </p:sp>
        <p:sp>
          <p:nvSpPr>
            <p:cNvPr id="989" name="link6_sensor_3: 0.6808 m"/>
            <p:cNvSpPr/>
            <p:nvPr/>
          </p:nvSpPr>
          <p:spPr>
            <a:xfrm>
              <a:off x="9588562" y="624459"/>
              <a:ext cx="28346" cy="28346"/>
            </a:xfrm>
            <a:prstGeom prst="ellipse">
              <a:avLst/>
            </a:prstGeom>
            <a:solidFill>
              <a:srgbClr val="00A6A6"/>
            </a:solidFill>
            <a:ln w="2743">
              <a:solidFill>
                <a:srgbClr val="FFFFFF"/>
              </a:solidFill>
            </a:ln>
            <a:effectLst/>
          </p:spPr>
          <p:txBody>
            <a:bodyPr rtlCol="0" anchor="ctr"/>
            <a:lstStyle/>
            <a:p>
              <a:pPr algn="ctr"/>
            </a:p>
          </p:txBody>
        </p:sp>
        <p:sp>
          <p:nvSpPr>
            <p:cNvPr id="990" name="link6_sensor_4: 0.6118 m"/>
            <p:cNvSpPr/>
            <p:nvPr/>
          </p:nvSpPr>
          <p:spPr>
            <a:xfrm>
              <a:off x="9894569" y="768690"/>
              <a:ext cx="28346" cy="28346"/>
            </a:xfrm>
            <a:prstGeom prst="ellipse">
              <a:avLst/>
            </a:prstGeom>
            <a:solidFill>
              <a:srgbClr val="00A6A6"/>
            </a:solidFill>
            <a:ln w="2743">
              <a:solidFill>
                <a:srgbClr val="FFFFFF"/>
              </a:solidFill>
            </a:ln>
            <a:effectLst/>
          </p:spPr>
          <p:txBody>
            <a:bodyPr rtlCol="0" anchor="ctr"/>
            <a:lstStyle/>
            <a:p>
              <a:pPr algn="ctr"/>
            </a:p>
          </p:txBody>
        </p:sp>
        <p:sp>
          <p:nvSpPr>
            <p:cNvPr id="991" name="link6_sensor_4: 0.5985 m"/>
            <p:cNvSpPr/>
            <p:nvPr/>
          </p:nvSpPr>
          <p:spPr>
            <a:xfrm>
              <a:off x="10094368" y="883164"/>
              <a:ext cx="28346" cy="28346"/>
            </a:xfrm>
            <a:prstGeom prst="ellipse">
              <a:avLst/>
            </a:prstGeom>
            <a:solidFill>
              <a:srgbClr val="00A6A6"/>
            </a:solidFill>
            <a:ln w="2743">
              <a:solidFill>
                <a:srgbClr val="FFFFFF"/>
              </a:solidFill>
            </a:ln>
            <a:effectLst/>
          </p:spPr>
          <p:txBody>
            <a:bodyPr rtlCol="0" anchor="ctr"/>
            <a:lstStyle/>
            <a:p>
              <a:pPr algn="ctr"/>
            </a:p>
          </p:txBody>
        </p:sp>
        <p:sp>
          <p:nvSpPr>
            <p:cNvPr id="992" name="link6_sensor_4: 0.6228 m"/>
            <p:cNvSpPr/>
            <p:nvPr/>
          </p:nvSpPr>
          <p:spPr>
            <a:xfrm>
              <a:off x="9788389" y="656163"/>
              <a:ext cx="28346" cy="28346"/>
            </a:xfrm>
            <a:prstGeom prst="ellipse">
              <a:avLst/>
            </a:prstGeom>
            <a:solidFill>
              <a:srgbClr val="00A6A6"/>
            </a:solidFill>
            <a:ln w="2743">
              <a:solidFill>
                <a:srgbClr val="FFFFFF"/>
              </a:solidFill>
            </a:ln>
            <a:effectLst/>
          </p:spPr>
          <p:txBody>
            <a:bodyPr rtlCol="0" anchor="ctr"/>
            <a:lstStyle/>
            <a:p>
              <a:pPr algn="ctr"/>
            </a:p>
          </p:txBody>
        </p:sp>
        <p:sp>
          <p:nvSpPr>
            <p:cNvPr id="993" name="link6_sensor_3: 0.6418 m"/>
            <p:cNvSpPr/>
            <p:nvPr/>
          </p:nvSpPr>
          <p:spPr>
            <a:xfrm>
              <a:off x="9697270" y="629003"/>
              <a:ext cx="28346" cy="28346"/>
            </a:xfrm>
            <a:prstGeom prst="ellipse">
              <a:avLst/>
            </a:prstGeom>
            <a:solidFill>
              <a:srgbClr val="00A6A6"/>
            </a:solidFill>
            <a:ln w="2743">
              <a:solidFill>
                <a:srgbClr val="FFFFFF"/>
              </a:solidFill>
            </a:ln>
            <a:effectLst/>
          </p:spPr>
          <p:txBody>
            <a:bodyPr rtlCol="0" anchor="ctr"/>
            <a:lstStyle/>
            <a:p>
              <a:pPr algn="ctr"/>
            </a:p>
          </p:txBody>
        </p:sp>
        <p:sp>
          <p:nvSpPr>
            <p:cNvPr id="994" name="link6_sensor_4: 0.6090 m"/>
            <p:cNvSpPr/>
            <p:nvPr/>
          </p:nvSpPr>
          <p:spPr>
            <a:xfrm>
              <a:off x="9994661" y="775346"/>
              <a:ext cx="28346" cy="28346"/>
            </a:xfrm>
            <a:prstGeom prst="ellipse">
              <a:avLst/>
            </a:prstGeom>
            <a:solidFill>
              <a:srgbClr val="00A6A6"/>
            </a:solidFill>
            <a:ln w="2743">
              <a:solidFill>
                <a:srgbClr val="FFFFFF"/>
              </a:solidFill>
            </a:ln>
            <a:effectLst/>
          </p:spPr>
          <p:txBody>
            <a:bodyPr rtlCol="0" anchor="ctr"/>
            <a:lstStyle/>
            <a:p>
              <a:pPr algn="ctr"/>
            </a:p>
          </p:txBody>
        </p:sp>
        <p:sp>
          <p:nvSpPr>
            <p:cNvPr id="995" name="link6_sensor_0: 0.5956 m"/>
            <p:cNvSpPr/>
            <p:nvPr/>
          </p:nvSpPr>
          <p:spPr>
            <a:xfrm>
              <a:off x="10163114" y="854200"/>
              <a:ext cx="28346" cy="28346"/>
            </a:xfrm>
            <a:prstGeom prst="ellipse">
              <a:avLst/>
            </a:prstGeom>
            <a:solidFill>
              <a:srgbClr val="00A6A6"/>
            </a:solidFill>
            <a:ln w="2743">
              <a:solidFill>
                <a:srgbClr val="FFFFFF"/>
              </a:solidFill>
            </a:ln>
            <a:effectLst/>
          </p:spPr>
          <p:txBody>
            <a:bodyPr rtlCol="0" anchor="ctr"/>
            <a:lstStyle/>
            <a:p>
              <a:pPr algn="ctr"/>
            </a:p>
          </p:txBody>
        </p:sp>
        <p:sp>
          <p:nvSpPr>
            <p:cNvPr id="996" name="link6_sensor_4: 0.6341 m"/>
            <p:cNvSpPr/>
            <p:nvPr/>
          </p:nvSpPr>
          <p:spPr>
            <a:xfrm>
              <a:off x="9677316" y="538452"/>
              <a:ext cx="28346" cy="28346"/>
            </a:xfrm>
            <a:prstGeom prst="ellipse">
              <a:avLst/>
            </a:prstGeom>
            <a:solidFill>
              <a:srgbClr val="00A6A6"/>
            </a:solidFill>
            <a:ln w="2743">
              <a:solidFill>
                <a:srgbClr val="FFFFFF"/>
              </a:solidFill>
            </a:ln>
            <a:effectLst/>
          </p:spPr>
          <p:txBody>
            <a:bodyPr rtlCol="0" anchor="ctr"/>
            <a:lstStyle/>
            <a:p>
              <a:pPr algn="ctr"/>
            </a:p>
          </p:txBody>
        </p:sp>
        <p:sp>
          <p:nvSpPr>
            <p:cNvPr id="997" name="link6_sensor_4: 0.5958 m"/>
            <p:cNvSpPr/>
            <p:nvPr/>
          </p:nvSpPr>
          <p:spPr>
            <a:xfrm>
              <a:off x="10193092" y="889999"/>
              <a:ext cx="28346" cy="28346"/>
            </a:xfrm>
            <a:prstGeom prst="ellipse">
              <a:avLst/>
            </a:prstGeom>
            <a:solidFill>
              <a:srgbClr val="00A6A6"/>
            </a:solidFill>
            <a:ln w="2743">
              <a:solidFill>
                <a:srgbClr val="FFFFFF"/>
              </a:solidFill>
            </a:ln>
            <a:effectLst/>
          </p:spPr>
          <p:txBody>
            <a:bodyPr rtlCol="0" anchor="ctr"/>
            <a:lstStyle/>
            <a:p>
              <a:pPr algn="ctr"/>
            </a:p>
          </p:txBody>
        </p:sp>
        <p:sp>
          <p:nvSpPr>
            <p:cNvPr id="998" name="link6_sensor_4: 0.6199 m"/>
            <p:cNvSpPr/>
            <p:nvPr/>
          </p:nvSpPr>
          <p:spPr>
            <a:xfrm>
              <a:off x="9890447" y="662655"/>
              <a:ext cx="28346" cy="28346"/>
            </a:xfrm>
            <a:prstGeom prst="ellipse">
              <a:avLst/>
            </a:prstGeom>
            <a:solidFill>
              <a:srgbClr val="00A6A6"/>
            </a:solidFill>
            <a:ln w="2743">
              <a:solidFill>
                <a:srgbClr val="FFFFFF"/>
              </a:solidFill>
            </a:ln>
            <a:effectLst/>
          </p:spPr>
          <p:txBody>
            <a:bodyPr rtlCol="0" anchor="ctr"/>
            <a:lstStyle/>
            <a:p>
              <a:pPr algn="ctr"/>
            </a:p>
          </p:txBody>
        </p:sp>
        <p:sp>
          <p:nvSpPr>
            <p:cNvPr id="999" name="link6_sensor_3: 0.6910 m"/>
            <p:cNvSpPr/>
            <p:nvPr/>
          </p:nvSpPr>
          <p:spPr>
            <a:xfrm>
              <a:off x="9581268" y="502749"/>
              <a:ext cx="28346" cy="28346"/>
            </a:xfrm>
            <a:prstGeom prst="ellipse">
              <a:avLst/>
            </a:prstGeom>
            <a:solidFill>
              <a:srgbClr val="00A6A6"/>
            </a:solidFill>
            <a:ln w="2743">
              <a:solidFill>
                <a:srgbClr val="FFFFFF"/>
              </a:solidFill>
            </a:ln>
            <a:effectLst/>
          </p:spPr>
          <p:txBody>
            <a:bodyPr rtlCol="0" anchor="ctr"/>
            <a:lstStyle/>
            <a:p>
              <a:pPr algn="ctr"/>
            </a:p>
          </p:txBody>
        </p:sp>
        <p:sp>
          <p:nvSpPr>
            <p:cNvPr id="1000" name="link6_sensor_0: 0.6145 m"/>
            <p:cNvSpPr/>
            <p:nvPr/>
          </p:nvSpPr>
          <p:spPr>
            <a:xfrm>
              <a:off x="10258192" y="869010"/>
              <a:ext cx="28346" cy="28346"/>
            </a:xfrm>
            <a:prstGeom prst="ellipse">
              <a:avLst/>
            </a:prstGeom>
            <a:solidFill>
              <a:srgbClr val="00A6A6"/>
            </a:solidFill>
            <a:ln w="2743">
              <a:solidFill>
                <a:srgbClr val="FFFFFF"/>
              </a:solidFill>
            </a:ln>
            <a:effectLst/>
          </p:spPr>
          <p:txBody>
            <a:bodyPr rtlCol="0" anchor="ctr"/>
            <a:lstStyle/>
            <a:p>
              <a:pPr algn="ctr"/>
            </a:p>
          </p:txBody>
        </p:sp>
        <p:sp>
          <p:nvSpPr>
            <p:cNvPr id="1001" name="link6_sensor_4: 0.6062 m"/>
            <p:cNvSpPr/>
            <p:nvPr/>
          </p:nvSpPr>
          <p:spPr>
            <a:xfrm>
              <a:off x="10095299" y="782037"/>
              <a:ext cx="28346" cy="28346"/>
            </a:xfrm>
            <a:prstGeom prst="ellipse">
              <a:avLst/>
            </a:prstGeom>
            <a:solidFill>
              <a:srgbClr val="00A6A6"/>
            </a:solidFill>
            <a:ln w="2743">
              <a:solidFill>
                <a:srgbClr val="FFFFFF"/>
              </a:solidFill>
            </a:ln>
            <a:effectLst/>
          </p:spPr>
          <p:txBody>
            <a:bodyPr rtlCol="0" anchor="ctr"/>
            <a:lstStyle/>
            <a:p>
              <a:pPr algn="ctr"/>
            </a:p>
          </p:txBody>
        </p:sp>
        <p:sp>
          <p:nvSpPr>
            <p:cNvPr id="1002" name="link6_sensor_4: 0.6311 m"/>
            <p:cNvSpPr/>
            <p:nvPr/>
          </p:nvSpPr>
          <p:spPr>
            <a:xfrm>
              <a:off x="9781415" y="544757"/>
              <a:ext cx="28346" cy="28346"/>
            </a:xfrm>
            <a:prstGeom prst="ellipse">
              <a:avLst/>
            </a:prstGeom>
            <a:solidFill>
              <a:srgbClr val="00A6A6"/>
            </a:solidFill>
            <a:ln w="2743">
              <a:solidFill>
                <a:srgbClr val="FFFFFF"/>
              </a:solidFill>
            </a:ln>
            <a:effectLst/>
          </p:spPr>
          <p:txBody>
            <a:bodyPr rtlCol="0" anchor="ctr"/>
            <a:lstStyle/>
            <a:p>
              <a:pPr algn="ctr"/>
            </a:p>
          </p:txBody>
        </p:sp>
        <p:sp>
          <p:nvSpPr>
            <p:cNvPr id="1003" name="link6_sensor_4: 0.5931 m"/>
            <p:cNvSpPr/>
            <p:nvPr/>
          </p:nvSpPr>
          <p:spPr>
            <a:xfrm>
              <a:off x="10292346" y="896870"/>
              <a:ext cx="28346" cy="28346"/>
            </a:xfrm>
            <a:prstGeom prst="ellipse">
              <a:avLst/>
            </a:prstGeom>
            <a:solidFill>
              <a:srgbClr val="00A6A6"/>
            </a:solidFill>
            <a:ln w="2743">
              <a:solidFill>
                <a:srgbClr val="FFFFFF"/>
              </a:solidFill>
            </a:ln>
            <a:effectLst/>
          </p:spPr>
          <p:txBody>
            <a:bodyPr rtlCol="0" anchor="ctr"/>
            <a:lstStyle/>
            <a:p>
              <a:pPr algn="ctr"/>
            </a:p>
          </p:txBody>
        </p:sp>
        <p:sp>
          <p:nvSpPr>
            <p:cNvPr id="1004" name="link6_sensor_3: 0.5687 m"/>
            <p:cNvSpPr/>
            <p:nvPr/>
          </p:nvSpPr>
          <p:spPr>
            <a:xfrm>
              <a:off x="9505436" y="874603"/>
              <a:ext cx="28346" cy="28346"/>
            </a:xfrm>
            <a:prstGeom prst="ellipse">
              <a:avLst/>
            </a:prstGeom>
            <a:solidFill>
              <a:srgbClr val="00A6A6"/>
            </a:solidFill>
            <a:ln w="2743">
              <a:solidFill>
                <a:srgbClr val="FFFFFF"/>
              </a:solidFill>
            </a:ln>
            <a:effectLst/>
          </p:spPr>
          <p:txBody>
            <a:bodyPr rtlCol="0" anchor="ctr"/>
            <a:lstStyle/>
            <a:p>
              <a:pPr algn="ctr"/>
            </a:p>
          </p:txBody>
        </p:sp>
        <p:sp>
          <p:nvSpPr>
            <p:cNvPr id="1005" name="link6_sensor_4: 0.6170 m"/>
            <p:cNvSpPr/>
            <p:nvPr/>
          </p:nvSpPr>
          <p:spPr>
            <a:xfrm>
              <a:off x="9993075" y="669183"/>
              <a:ext cx="28346" cy="28346"/>
            </a:xfrm>
            <a:prstGeom prst="ellipse">
              <a:avLst/>
            </a:prstGeom>
            <a:solidFill>
              <a:srgbClr val="00A6A6"/>
            </a:solidFill>
            <a:ln w="2743">
              <a:solidFill>
                <a:srgbClr val="FFFFFF"/>
              </a:solidFill>
            </a:ln>
            <a:effectLst/>
          </p:spPr>
          <p:txBody>
            <a:bodyPr rtlCol="0" anchor="ctr"/>
            <a:lstStyle/>
            <a:p>
              <a:pPr algn="ctr"/>
            </a:p>
          </p:txBody>
        </p:sp>
        <p:sp>
          <p:nvSpPr>
            <p:cNvPr id="1006" name="link6_sensor_3: 0.6508 m"/>
            <p:cNvSpPr/>
            <p:nvPr/>
          </p:nvSpPr>
          <p:spPr>
            <a:xfrm>
              <a:off x="9693330" y="513677"/>
              <a:ext cx="28346" cy="28346"/>
            </a:xfrm>
            <a:prstGeom prst="ellipse">
              <a:avLst/>
            </a:prstGeom>
            <a:solidFill>
              <a:srgbClr val="00A6A6"/>
            </a:solidFill>
            <a:ln w="2743">
              <a:solidFill>
                <a:srgbClr val="FFFFFF"/>
              </a:solidFill>
            </a:ln>
            <a:effectLst/>
          </p:spPr>
          <p:txBody>
            <a:bodyPr rtlCol="0" anchor="ctr"/>
            <a:lstStyle/>
            <a:p>
              <a:pPr algn="ctr"/>
            </a:p>
          </p:txBody>
        </p:sp>
        <p:sp>
          <p:nvSpPr>
            <p:cNvPr id="1007" name="link6_sensor_0: 0.6041 m"/>
            <p:cNvSpPr/>
            <p:nvPr/>
          </p:nvSpPr>
          <p:spPr>
            <a:xfrm>
              <a:off x="10161898" y="752384"/>
              <a:ext cx="28346" cy="28346"/>
            </a:xfrm>
            <a:prstGeom prst="ellipse">
              <a:avLst/>
            </a:prstGeom>
            <a:solidFill>
              <a:srgbClr val="00A6A6"/>
            </a:solidFill>
            <a:ln w="2743">
              <a:solidFill>
                <a:srgbClr val="FFFFFF"/>
              </a:solidFill>
            </a:ln>
            <a:effectLst/>
          </p:spPr>
          <p:txBody>
            <a:bodyPr rtlCol="0" anchor="ctr"/>
            <a:lstStyle/>
            <a:p>
              <a:pPr algn="ctr"/>
            </a:p>
          </p:txBody>
        </p:sp>
        <p:sp>
          <p:nvSpPr>
            <p:cNvPr id="1008" name="link6_sensor_0: 0.6347 m"/>
            <p:cNvSpPr/>
            <p:nvPr/>
          </p:nvSpPr>
          <p:spPr>
            <a:xfrm>
              <a:off x="10360748" y="884985"/>
              <a:ext cx="28346" cy="28346"/>
            </a:xfrm>
            <a:prstGeom prst="ellipse">
              <a:avLst/>
            </a:prstGeom>
            <a:solidFill>
              <a:srgbClr val="00A6A6"/>
            </a:solidFill>
            <a:ln w="2743">
              <a:solidFill>
                <a:srgbClr val="FFFFFF"/>
              </a:solidFill>
            </a:ln>
            <a:effectLst/>
          </p:spPr>
          <p:txBody>
            <a:bodyPr rtlCol="0" anchor="ctr"/>
            <a:lstStyle/>
            <a:p>
              <a:pPr algn="ctr"/>
            </a:p>
          </p:txBody>
        </p:sp>
        <p:sp>
          <p:nvSpPr>
            <p:cNvPr id="1009" name="link6_sensor_4: 0.6428 m"/>
            <p:cNvSpPr/>
            <p:nvPr/>
          </p:nvSpPr>
          <p:spPr>
            <a:xfrm>
              <a:off x="9667224" y="421278"/>
              <a:ext cx="28346" cy="28346"/>
            </a:xfrm>
            <a:prstGeom prst="ellipse">
              <a:avLst/>
            </a:prstGeom>
            <a:solidFill>
              <a:srgbClr val="00A6A6"/>
            </a:solidFill>
            <a:ln w="2743">
              <a:solidFill>
                <a:srgbClr val="FFFFFF"/>
              </a:solidFill>
            </a:ln>
            <a:effectLst/>
          </p:spPr>
          <p:txBody>
            <a:bodyPr rtlCol="0" anchor="ctr"/>
            <a:lstStyle/>
            <a:p>
              <a:pPr algn="ctr"/>
            </a:p>
          </p:txBody>
        </p:sp>
        <p:sp>
          <p:nvSpPr>
            <p:cNvPr id="1010" name="link6_sensor_4: 0.6034 m"/>
            <p:cNvSpPr/>
            <p:nvPr/>
          </p:nvSpPr>
          <p:spPr>
            <a:xfrm>
              <a:off x="10196489" y="788766"/>
              <a:ext cx="28346" cy="28346"/>
            </a:xfrm>
            <a:prstGeom prst="ellipse">
              <a:avLst/>
            </a:prstGeom>
            <a:solidFill>
              <a:srgbClr val="00A6A6"/>
            </a:solidFill>
            <a:ln w="2743">
              <a:solidFill>
                <a:srgbClr val="FFFFFF"/>
              </a:solidFill>
            </a:ln>
            <a:effectLst/>
          </p:spPr>
          <p:txBody>
            <a:bodyPr rtlCol="0" anchor="ctr"/>
            <a:lstStyle/>
            <a:p>
              <a:pPr algn="ctr"/>
            </a:p>
          </p:txBody>
        </p:sp>
        <p:sp>
          <p:nvSpPr>
            <p:cNvPr id="1011" name="link2_sensor_6: 1.0921 m"/>
            <p:cNvSpPr/>
            <p:nvPr/>
          </p:nvSpPr>
          <p:spPr>
            <a:xfrm>
              <a:off x="8121564" y="2745456"/>
              <a:ext cx="28346" cy="28346"/>
            </a:xfrm>
            <a:prstGeom prst="ellipse">
              <a:avLst/>
            </a:prstGeom>
            <a:solidFill>
              <a:srgbClr val="00A6A6"/>
            </a:solidFill>
            <a:ln w="2743">
              <a:solidFill>
                <a:srgbClr val="FFFFFF"/>
              </a:solidFill>
            </a:ln>
            <a:effectLst/>
          </p:spPr>
          <p:txBody>
            <a:bodyPr rtlCol="0" anchor="ctr"/>
            <a:lstStyle/>
            <a:p>
              <a:pPr algn="ctr"/>
            </a:p>
          </p:txBody>
        </p:sp>
        <p:sp>
          <p:nvSpPr>
            <p:cNvPr id="1012" name="link6_sensor_4: 0.5905 m"/>
            <p:cNvSpPr/>
            <p:nvPr/>
          </p:nvSpPr>
          <p:spPr>
            <a:xfrm>
              <a:off x="10392132" y="903778"/>
              <a:ext cx="28346" cy="28346"/>
            </a:xfrm>
            <a:prstGeom prst="ellipse">
              <a:avLst/>
            </a:prstGeom>
            <a:solidFill>
              <a:srgbClr val="00A6A6"/>
            </a:solidFill>
            <a:ln w="2743">
              <a:solidFill>
                <a:srgbClr val="FFFFFF"/>
              </a:solidFill>
            </a:ln>
            <a:effectLst/>
          </p:spPr>
          <p:txBody>
            <a:bodyPr rtlCol="0" anchor="ctr"/>
            <a:lstStyle/>
            <a:p>
              <a:pPr algn="ctr"/>
            </a:p>
          </p:txBody>
        </p:sp>
        <p:sp>
          <p:nvSpPr>
            <p:cNvPr id="1013" name="link6_sensor_4: 0.6282 m"/>
            <p:cNvSpPr/>
            <p:nvPr/>
          </p:nvSpPr>
          <p:spPr>
            <a:xfrm>
              <a:off x="9886110" y="551099"/>
              <a:ext cx="28346" cy="28346"/>
            </a:xfrm>
            <a:prstGeom prst="ellipse">
              <a:avLst/>
            </a:prstGeom>
            <a:solidFill>
              <a:srgbClr val="00A6A6"/>
            </a:solidFill>
            <a:ln w="2743">
              <a:solidFill>
                <a:srgbClr val="FFFFFF"/>
              </a:solidFill>
            </a:ln>
            <a:effectLst/>
          </p:spPr>
          <p:txBody>
            <a:bodyPr rtlCol="0" anchor="ctr"/>
            <a:lstStyle/>
            <a:p>
              <a:pPr algn="ctr"/>
            </a:p>
          </p:txBody>
        </p:sp>
        <p:sp>
          <p:nvSpPr>
            <p:cNvPr id="1014" name="link6_sensor_0: 0.6235 m"/>
            <p:cNvSpPr/>
            <p:nvPr/>
          </p:nvSpPr>
          <p:spPr>
            <a:xfrm>
              <a:off x="10259491" y="763634"/>
              <a:ext cx="28346" cy="28346"/>
            </a:xfrm>
            <a:prstGeom prst="ellipse">
              <a:avLst/>
            </a:prstGeom>
            <a:solidFill>
              <a:srgbClr val="00A6A6"/>
            </a:solidFill>
            <a:ln w="2743">
              <a:solidFill>
                <a:srgbClr val="FFFFFF"/>
              </a:solidFill>
            </a:ln>
            <a:effectLst/>
          </p:spPr>
          <p:txBody>
            <a:bodyPr rtlCol="0" anchor="ctr"/>
            <a:lstStyle/>
            <a:p>
              <a:pPr algn="ctr"/>
            </a:p>
          </p:txBody>
        </p:sp>
        <p:sp>
          <p:nvSpPr>
            <p:cNvPr id="1015" name="link6_sensor_3: 0.7014 m"/>
            <p:cNvSpPr/>
            <p:nvPr/>
          </p:nvSpPr>
          <p:spPr>
            <a:xfrm>
              <a:off x="9573540" y="373793"/>
              <a:ext cx="28346" cy="28346"/>
            </a:xfrm>
            <a:prstGeom prst="ellipse">
              <a:avLst/>
            </a:prstGeom>
            <a:solidFill>
              <a:srgbClr val="00A6A6"/>
            </a:solidFill>
            <a:ln w="2743">
              <a:solidFill>
                <a:srgbClr val="FFFFFF"/>
              </a:solidFill>
            </a:ln>
            <a:effectLst/>
          </p:spPr>
          <p:txBody>
            <a:bodyPr rtlCol="0" anchor="ctr"/>
            <a:lstStyle/>
            <a:p>
              <a:pPr algn="ctr"/>
            </a:p>
          </p:txBody>
        </p:sp>
        <p:sp>
          <p:nvSpPr>
            <p:cNvPr id="1016" name="link6_sensor_4: 0.6141 m"/>
            <p:cNvSpPr/>
            <p:nvPr/>
          </p:nvSpPr>
          <p:spPr>
            <a:xfrm>
              <a:off x="10096278" y="675749"/>
              <a:ext cx="28346" cy="28346"/>
            </a:xfrm>
            <a:prstGeom prst="ellipse">
              <a:avLst/>
            </a:prstGeom>
            <a:solidFill>
              <a:srgbClr val="00A6A6"/>
            </a:solidFill>
            <a:ln w="2743">
              <a:solidFill>
                <a:srgbClr val="FFFFFF"/>
              </a:solidFill>
            </a:ln>
            <a:effectLst/>
          </p:spPr>
          <p:txBody>
            <a:bodyPr rtlCol="0" anchor="ctr"/>
            <a:lstStyle/>
            <a:p>
              <a:pPr algn="ctr"/>
            </a:p>
          </p:txBody>
        </p:sp>
        <p:sp>
          <p:nvSpPr>
            <p:cNvPr id="1017" name="link6_sensor_0: 0.6562 m"/>
            <p:cNvSpPr/>
            <p:nvPr/>
          </p:nvSpPr>
          <p:spPr>
            <a:xfrm>
              <a:off x="10471704" y="902267"/>
              <a:ext cx="28346" cy="28346"/>
            </a:xfrm>
            <a:prstGeom prst="ellipse">
              <a:avLst/>
            </a:prstGeom>
            <a:solidFill>
              <a:srgbClr val="00A6A6"/>
            </a:solidFill>
            <a:ln w="2743">
              <a:solidFill>
                <a:srgbClr val="FFFFFF"/>
              </a:solidFill>
            </a:ln>
            <a:effectLst/>
          </p:spPr>
          <p:txBody>
            <a:bodyPr rtlCol="0" anchor="ctr"/>
            <a:lstStyle/>
            <a:p>
              <a:pPr algn="ctr"/>
            </a:p>
          </p:txBody>
        </p:sp>
        <p:sp>
          <p:nvSpPr>
            <p:cNvPr id="1018" name="link6_sensor_4: 0.6007 m"/>
            <p:cNvSpPr/>
            <p:nvPr/>
          </p:nvSpPr>
          <p:spPr>
            <a:xfrm>
              <a:off x="10298236" y="795531"/>
              <a:ext cx="28346" cy="28346"/>
            </a:xfrm>
            <a:prstGeom prst="ellipse">
              <a:avLst/>
            </a:prstGeom>
            <a:solidFill>
              <a:srgbClr val="00A6A6"/>
            </a:solidFill>
            <a:ln w="2743">
              <a:solidFill>
                <a:srgbClr val="FFFFFF"/>
              </a:solidFill>
            </a:ln>
            <a:effectLst/>
          </p:spPr>
          <p:txBody>
            <a:bodyPr rtlCol="0" anchor="ctr"/>
            <a:lstStyle/>
            <a:p>
              <a:pPr algn="ctr"/>
            </a:p>
          </p:txBody>
        </p:sp>
        <p:sp>
          <p:nvSpPr>
            <p:cNvPr id="1019" name="link6_sensor_4: 0.6398 m"/>
            <p:cNvSpPr/>
            <p:nvPr/>
          </p:nvSpPr>
          <p:spPr>
            <a:xfrm>
              <a:off x="9774069" y="427412"/>
              <a:ext cx="28346" cy="28346"/>
            </a:xfrm>
            <a:prstGeom prst="ellipse">
              <a:avLst/>
            </a:prstGeom>
            <a:solidFill>
              <a:srgbClr val="00A6A6"/>
            </a:solidFill>
            <a:ln w="2743">
              <a:solidFill>
                <a:srgbClr val="FFFFFF"/>
              </a:solidFill>
            </a:ln>
            <a:effectLst/>
          </p:spPr>
          <p:txBody>
            <a:bodyPr rtlCol="0" anchor="ctr"/>
            <a:lstStyle/>
            <a:p>
              <a:pPr algn="ctr"/>
            </a:p>
          </p:txBody>
        </p:sp>
        <p:sp>
          <p:nvSpPr>
            <p:cNvPr id="1020" name="link6_sensor_3: 0.5745 m"/>
            <p:cNvSpPr/>
            <p:nvPr/>
          </p:nvSpPr>
          <p:spPr>
            <a:xfrm>
              <a:off x="9497388" y="777810"/>
              <a:ext cx="28346" cy="28346"/>
            </a:xfrm>
            <a:prstGeom prst="ellipse">
              <a:avLst/>
            </a:prstGeom>
            <a:solidFill>
              <a:srgbClr val="00A6A6"/>
            </a:solidFill>
            <a:ln w="2743">
              <a:solidFill>
                <a:srgbClr val="FFFFFF"/>
              </a:solidFill>
            </a:ln>
            <a:effectLst/>
          </p:spPr>
          <p:txBody>
            <a:bodyPr rtlCol="0" anchor="ctr"/>
            <a:lstStyle/>
            <a:p>
              <a:pPr algn="ctr"/>
            </a:p>
          </p:txBody>
        </p:sp>
        <p:sp>
          <p:nvSpPr>
            <p:cNvPr id="1021" name="link6_sensor_0: 0.6128 m"/>
            <p:cNvSpPr/>
            <p:nvPr/>
          </p:nvSpPr>
          <p:spPr>
            <a:xfrm>
              <a:off x="10160616" y="645149"/>
              <a:ext cx="28346" cy="28346"/>
            </a:xfrm>
            <a:prstGeom prst="ellipse">
              <a:avLst/>
            </a:prstGeom>
            <a:solidFill>
              <a:srgbClr val="00A6A6"/>
            </a:solidFill>
            <a:ln w="2743">
              <a:solidFill>
                <a:srgbClr val="FFFFFF"/>
              </a:solidFill>
            </a:ln>
            <a:effectLst/>
          </p:spPr>
          <p:txBody>
            <a:bodyPr rtlCol="0" anchor="ctr"/>
            <a:lstStyle/>
            <a:p>
              <a:pPr algn="ctr"/>
            </a:p>
          </p:txBody>
        </p:sp>
        <p:sp>
          <p:nvSpPr>
            <p:cNvPr id="1022" name="link6_sensor_4: 0.6252 m"/>
            <p:cNvSpPr/>
            <p:nvPr/>
          </p:nvSpPr>
          <p:spPr>
            <a:xfrm>
              <a:off x="9991406" y="557479"/>
              <a:ext cx="28346" cy="28346"/>
            </a:xfrm>
            <a:prstGeom prst="ellipse">
              <a:avLst/>
            </a:prstGeom>
            <a:solidFill>
              <a:srgbClr val="00A6A6"/>
            </a:solidFill>
            <a:ln w="2743">
              <a:solidFill>
                <a:srgbClr val="FFFFFF"/>
              </a:solidFill>
            </a:ln>
            <a:effectLst/>
          </p:spPr>
          <p:txBody>
            <a:bodyPr rtlCol="0" anchor="ctr"/>
            <a:lstStyle/>
            <a:p>
              <a:pPr algn="ctr"/>
            </a:p>
          </p:txBody>
        </p:sp>
        <p:sp>
          <p:nvSpPr>
            <p:cNvPr id="1023" name="link6_sensor_3: 0.6601 m"/>
            <p:cNvSpPr/>
            <p:nvPr/>
          </p:nvSpPr>
          <p:spPr>
            <a:xfrm>
              <a:off x="9689170" y="391843"/>
              <a:ext cx="28346" cy="28346"/>
            </a:xfrm>
            <a:prstGeom prst="ellipse">
              <a:avLst/>
            </a:prstGeom>
            <a:solidFill>
              <a:srgbClr val="00A6A6"/>
            </a:solidFill>
            <a:ln w="2743">
              <a:solidFill>
                <a:srgbClr val="FFFFFF"/>
              </a:solidFill>
            </a:ln>
            <a:effectLst/>
          </p:spPr>
          <p:txBody>
            <a:bodyPr rtlCol="0" anchor="ctr"/>
            <a:lstStyle/>
            <a:p>
              <a:pPr algn="ctr"/>
            </a:p>
          </p:txBody>
        </p:sp>
        <p:sp>
          <p:nvSpPr>
            <p:cNvPr id="1024" name="link6_sensor_0: 0.6443 m"/>
            <p:cNvSpPr/>
            <p:nvPr/>
          </p:nvSpPr>
          <p:spPr>
            <a:xfrm>
              <a:off x="10364973" y="775796"/>
              <a:ext cx="28346" cy="28346"/>
            </a:xfrm>
            <a:prstGeom prst="ellipse">
              <a:avLst/>
            </a:prstGeom>
            <a:solidFill>
              <a:srgbClr val="00A6A6"/>
            </a:solidFill>
            <a:ln w="2743">
              <a:solidFill>
                <a:srgbClr val="FFFFFF"/>
              </a:solidFill>
            </a:ln>
            <a:effectLst/>
          </p:spPr>
          <p:txBody>
            <a:bodyPr rtlCol="0" anchor="ctr"/>
            <a:lstStyle/>
            <a:p>
              <a:pPr algn="ctr"/>
            </a:p>
          </p:txBody>
        </p:sp>
        <p:sp>
          <p:nvSpPr>
            <p:cNvPr id="1025" name="link6_sensor_4: 0.6113 m"/>
            <p:cNvSpPr/>
            <p:nvPr/>
          </p:nvSpPr>
          <p:spPr>
            <a:xfrm>
              <a:off x="10200060" y="682351"/>
              <a:ext cx="28346" cy="28346"/>
            </a:xfrm>
            <a:prstGeom prst="ellipse">
              <a:avLst/>
            </a:prstGeom>
            <a:solidFill>
              <a:srgbClr val="00A6A6"/>
            </a:solidFill>
            <a:ln w="2743">
              <a:solidFill>
                <a:srgbClr val="FFFFFF"/>
              </a:solidFill>
            </a:ln>
            <a:effectLst/>
          </p:spPr>
          <p:txBody>
            <a:bodyPr rtlCol="0" anchor="ctr"/>
            <a:lstStyle/>
            <a:p>
              <a:pPr algn="ctr"/>
            </a:p>
          </p:txBody>
        </p:sp>
        <p:sp>
          <p:nvSpPr>
            <p:cNvPr id="1026" name="link6_sensor_0: 0.6792 m"/>
            <p:cNvSpPr/>
            <p:nvPr/>
          </p:nvSpPr>
          <p:spPr>
            <a:xfrm>
              <a:off x="10592143" y="921024"/>
              <a:ext cx="28346" cy="28346"/>
            </a:xfrm>
            <a:prstGeom prst="ellipse">
              <a:avLst/>
            </a:prstGeom>
            <a:solidFill>
              <a:srgbClr val="00A6A6"/>
            </a:solidFill>
            <a:ln w="2743">
              <a:solidFill>
                <a:srgbClr val="FFFFFF"/>
              </a:solidFill>
            </a:ln>
            <a:effectLst/>
          </p:spPr>
          <p:txBody>
            <a:bodyPr rtlCol="0" anchor="ctr"/>
            <a:lstStyle/>
            <a:p>
              <a:pPr algn="ctr"/>
            </a:p>
          </p:txBody>
        </p:sp>
        <p:sp>
          <p:nvSpPr>
            <p:cNvPr id="1027" name="link6_sensor_4: 0.6518 m"/>
            <p:cNvSpPr/>
            <p:nvPr/>
          </p:nvSpPr>
          <p:spPr>
            <a:xfrm>
              <a:off x="9656581" y="297704"/>
              <a:ext cx="28346" cy="28346"/>
            </a:xfrm>
            <a:prstGeom prst="ellipse">
              <a:avLst/>
            </a:prstGeom>
            <a:solidFill>
              <a:srgbClr val="00A6A6"/>
            </a:solidFill>
            <a:ln w="2743">
              <a:solidFill>
                <a:srgbClr val="FFFFFF"/>
              </a:solidFill>
            </a:ln>
            <a:effectLst/>
          </p:spPr>
          <p:txBody>
            <a:bodyPr rtlCol="0" anchor="ctr"/>
            <a:lstStyle/>
            <a:p>
              <a:pPr algn="ctr"/>
            </a:p>
          </p:txBody>
        </p:sp>
        <p:sp>
          <p:nvSpPr>
            <p:cNvPr id="1028" name="link6_sensor_4: 0.5980 m"/>
            <p:cNvSpPr/>
            <p:nvPr/>
          </p:nvSpPr>
          <p:spPr>
            <a:xfrm>
              <a:off x="10400543" y="802333"/>
              <a:ext cx="28346" cy="28346"/>
            </a:xfrm>
            <a:prstGeom prst="ellipse">
              <a:avLst/>
            </a:prstGeom>
            <a:solidFill>
              <a:srgbClr val="00A6A6"/>
            </a:solidFill>
            <a:ln w="2743">
              <a:solidFill>
                <a:srgbClr val="FFFFFF"/>
              </a:solidFill>
            </a:ln>
            <a:effectLst/>
          </p:spPr>
          <p:txBody>
            <a:bodyPr rtlCol="0" anchor="ctr"/>
            <a:lstStyle/>
            <a:p>
              <a:pPr algn="ctr"/>
            </a:p>
          </p:txBody>
        </p:sp>
        <p:sp>
          <p:nvSpPr>
            <p:cNvPr id="1029" name="link6_sensor_4: 0.6367 m"/>
            <p:cNvSpPr/>
            <p:nvPr/>
          </p:nvSpPr>
          <p:spPr>
            <a:xfrm>
              <a:off x="9881542" y="433579"/>
              <a:ext cx="28346" cy="28346"/>
            </a:xfrm>
            <a:prstGeom prst="ellipse">
              <a:avLst/>
            </a:prstGeom>
            <a:solidFill>
              <a:srgbClr val="00A6A6"/>
            </a:solidFill>
            <a:ln w="2743">
              <a:solidFill>
                <a:srgbClr val="FFFFFF"/>
              </a:solidFill>
            </a:ln>
            <a:effectLst/>
          </p:spPr>
          <p:txBody>
            <a:bodyPr rtlCol="0" anchor="ctr"/>
            <a:lstStyle/>
            <a:p>
              <a:pPr algn="ctr"/>
            </a:p>
          </p:txBody>
        </p:sp>
        <p:sp>
          <p:nvSpPr>
            <p:cNvPr id="1030" name="link6_sensor_0: 0.6328 m"/>
            <p:cNvSpPr/>
            <p:nvPr/>
          </p:nvSpPr>
          <p:spPr>
            <a:xfrm>
              <a:off x="10260861" y="652424"/>
              <a:ext cx="28346" cy="28346"/>
            </a:xfrm>
            <a:prstGeom prst="ellipse">
              <a:avLst/>
            </a:prstGeom>
            <a:solidFill>
              <a:srgbClr val="00A6A6"/>
            </a:solidFill>
            <a:ln w="2743">
              <a:solidFill>
                <a:srgbClr val="FFFFFF"/>
              </a:solidFill>
            </a:ln>
            <a:effectLst/>
          </p:spPr>
          <p:txBody>
            <a:bodyPr rtlCol="0" anchor="ctr"/>
            <a:lstStyle/>
            <a:p>
              <a:pPr algn="ctr"/>
            </a:p>
          </p:txBody>
        </p:sp>
        <p:sp>
          <p:nvSpPr>
            <p:cNvPr id="1031" name="link6_sensor_4: 0.6223 m"/>
            <p:cNvSpPr/>
            <p:nvPr/>
          </p:nvSpPr>
          <p:spPr>
            <a:xfrm>
              <a:off x="10097306" y="563895"/>
              <a:ext cx="28346" cy="28346"/>
            </a:xfrm>
            <a:prstGeom prst="ellipse">
              <a:avLst/>
            </a:prstGeom>
            <a:solidFill>
              <a:srgbClr val="00A6A6"/>
            </a:solidFill>
            <a:ln w="2743">
              <a:solidFill>
                <a:srgbClr val="FFFFFF"/>
              </a:solidFill>
            </a:ln>
            <a:effectLst/>
          </p:spPr>
          <p:txBody>
            <a:bodyPr rtlCol="0" anchor="ctr"/>
            <a:lstStyle/>
            <a:p>
              <a:pPr algn="ctr"/>
            </a:p>
          </p:txBody>
        </p:sp>
        <p:sp>
          <p:nvSpPr>
            <p:cNvPr id="1032" name="link6_sensor_0: 0.6664 m"/>
            <p:cNvSpPr/>
            <p:nvPr/>
          </p:nvSpPr>
          <p:spPr>
            <a:xfrm>
              <a:off x="10479345" y="788983"/>
              <a:ext cx="28346" cy="28346"/>
            </a:xfrm>
            <a:prstGeom prst="ellipse">
              <a:avLst/>
            </a:prstGeom>
            <a:solidFill>
              <a:srgbClr val="00A6A6"/>
            </a:solidFill>
            <a:ln w="2743">
              <a:solidFill>
                <a:srgbClr val="FFFFFF"/>
              </a:solidFill>
            </a:ln>
            <a:effectLst/>
          </p:spPr>
          <p:txBody>
            <a:bodyPr rtlCol="0" anchor="ctr"/>
            <a:lstStyle/>
            <a:p>
              <a:pPr algn="ctr"/>
            </a:p>
          </p:txBody>
        </p:sp>
        <p:sp>
          <p:nvSpPr>
            <p:cNvPr id="1033" name="link6_sensor_4: 0.6085 m"/>
            <p:cNvSpPr/>
            <p:nvPr/>
          </p:nvSpPr>
          <p:spPr>
            <a:xfrm>
              <a:off x="10304428" y="688990"/>
              <a:ext cx="28346" cy="28346"/>
            </a:xfrm>
            <a:prstGeom prst="ellipse">
              <a:avLst/>
            </a:prstGeom>
            <a:solidFill>
              <a:srgbClr val="00A6A6"/>
            </a:solidFill>
            <a:ln w="2743">
              <a:solidFill>
                <a:srgbClr val="FFFFFF"/>
              </a:solidFill>
            </a:ln>
            <a:effectLst/>
          </p:spPr>
          <p:txBody>
            <a:bodyPr rtlCol="0" anchor="ctr"/>
            <a:lstStyle/>
            <a:p>
              <a:pPr algn="ctr"/>
            </a:p>
          </p:txBody>
        </p:sp>
        <p:sp>
          <p:nvSpPr>
            <p:cNvPr id="1034" name="link6_sensor_3: 0.7122 m"/>
            <p:cNvSpPr/>
            <p:nvPr/>
          </p:nvSpPr>
          <p:spPr>
            <a:xfrm>
              <a:off x="9565337" y="236928"/>
              <a:ext cx="28346" cy="28346"/>
            </a:xfrm>
            <a:prstGeom prst="ellipse">
              <a:avLst/>
            </a:prstGeom>
            <a:solidFill>
              <a:srgbClr val="00A6A6"/>
            </a:solidFill>
            <a:ln w="2743">
              <a:solidFill>
                <a:srgbClr val="FFFFFF"/>
              </a:solidFill>
            </a:ln>
            <a:effectLst/>
          </p:spPr>
          <p:txBody>
            <a:bodyPr rtlCol="0" anchor="ctr"/>
            <a:lstStyle/>
            <a:p>
              <a:pPr algn="ctr"/>
            </a:p>
          </p:txBody>
        </p:sp>
        <p:sp>
          <p:nvSpPr>
            <p:cNvPr id="1035" name="link6_sensor_0: 0.7039 m"/>
            <p:cNvSpPr/>
            <p:nvPr/>
          </p:nvSpPr>
          <p:spPr>
            <a:xfrm>
              <a:off x="10723327" y="941455"/>
              <a:ext cx="28346" cy="28346"/>
            </a:xfrm>
            <a:prstGeom prst="ellipse">
              <a:avLst/>
            </a:prstGeom>
            <a:solidFill>
              <a:srgbClr val="00A6A6"/>
            </a:solidFill>
            <a:ln w="2743">
              <a:solidFill>
                <a:srgbClr val="FFFFFF"/>
              </a:solidFill>
            </a:ln>
            <a:effectLst/>
          </p:spPr>
          <p:txBody>
            <a:bodyPr rtlCol="0" anchor="ctr"/>
            <a:lstStyle/>
            <a:p>
              <a:pPr algn="ctr"/>
            </a:p>
          </p:txBody>
        </p:sp>
        <p:sp>
          <p:nvSpPr>
            <p:cNvPr id="1036" name="link6_sensor_4: 0.6486 m"/>
            <p:cNvSpPr/>
            <p:nvPr/>
          </p:nvSpPr>
          <p:spPr>
            <a:xfrm>
              <a:off x="9766321" y="303635"/>
              <a:ext cx="28346" cy="28346"/>
            </a:xfrm>
            <a:prstGeom prst="ellipse">
              <a:avLst/>
            </a:prstGeom>
            <a:solidFill>
              <a:srgbClr val="00A6A6"/>
            </a:solidFill>
            <a:ln w="2743">
              <a:solidFill>
                <a:srgbClr val="FFFFFF"/>
              </a:solidFill>
            </a:ln>
            <a:effectLst/>
          </p:spPr>
          <p:txBody>
            <a:bodyPr rtlCol="0" anchor="ctr"/>
            <a:lstStyle/>
            <a:p>
              <a:pPr algn="ctr"/>
            </a:p>
          </p:txBody>
        </p:sp>
        <p:sp>
          <p:nvSpPr>
            <p:cNvPr id="1037" name="link6_sensor_3: 0.5804 m"/>
            <p:cNvSpPr/>
            <p:nvPr/>
          </p:nvSpPr>
          <p:spPr>
            <a:xfrm>
              <a:off x="9488967" y="676505"/>
              <a:ext cx="28346" cy="28346"/>
            </a:xfrm>
            <a:prstGeom prst="ellipse">
              <a:avLst/>
            </a:prstGeom>
            <a:solidFill>
              <a:srgbClr val="00A6A6"/>
            </a:solidFill>
            <a:ln w="2743">
              <a:solidFill>
                <a:srgbClr val="FFFFFF"/>
              </a:solidFill>
            </a:ln>
            <a:effectLst/>
          </p:spPr>
          <p:txBody>
            <a:bodyPr rtlCol="0" anchor="ctr"/>
            <a:lstStyle/>
            <a:p>
              <a:pPr algn="ctr"/>
            </a:p>
          </p:txBody>
        </p:sp>
        <p:sp>
          <p:nvSpPr>
            <p:cNvPr id="1038" name="link6_sensor_0: 0.6218 m"/>
            <p:cNvSpPr/>
            <p:nvPr/>
          </p:nvSpPr>
          <p:spPr>
            <a:xfrm>
              <a:off x="10159265" y="532048"/>
              <a:ext cx="28346" cy="28346"/>
            </a:xfrm>
            <a:prstGeom prst="ellipse">
              <a:avLst/>
            </a:prstGeom>
            <a:solidFill>
              <a:srgbClr val="00A6A6"/>
            </a:solidFill>
            <a:ln w="2743">
              <a:solidFill>
                <a:srgbClr val="FFFFFF"/>
              </a:solidFill>
            </a:ln>
            <a:effectLst/>
          </p:spPr>
          <p:txBody>
            <a:bodyPr rtlCol="0" anchor="ctr"/>
            <a:lstStyle/>
            <a:p>
              <a:pPr algn="ctr"/>
            </a:p>
          </p:txBody>
        </p:sp>
        <p:sp>
          <p:nvSpPr>
            <p:cNvPr id="1039" name="link6_sensor_4: 0.6337 m"/>
            <p:cNvSpPr/>
            <p:nvPr/>
          </p:nvSpPr>
          <p:spPr>
            <a:xfrm>
              <a:off x="9989647" y="439784"/>
              <a:ext cx="28346" cy="28346"/>
            </a:xfrm>
            <a:prstGeom prst="ellipse">
              <a:avLst/>
            </a:prstGeom>
            <a:solidFill>
              <a:srgbClr val="00A6A6"/>
            </a:solidFill>
            <a:ln w="2743">
              <a:solidFill>
                <a:srgbClr val="FFFFFF"/>
              </a:solidFill>
            </a:ln>
            <a:effectLst/>
          </p:spPr>
          <p:txBody>
            <a:bodyPr rtlCol="0" anchor="ctr"/>
            <a:lstStyle/>
            <a:p>
              <a:pPr algn="ctr"/>
            </a:p>
          </p:txBody>
        </p:sp>
        <p:sp>
          <p:nvSpPr>
            <p:cNvPr id="1040" name="link6_sensor_0: 0.6542 m"/>
            <p:cNvSpPr/>
            <p:nvPr/>
          </p:nvSpPr>
          <p:spPr>
            <a:xfrm>
              <a:off x="10369442" y="660311"/>
              <a:ext cx="28346" cy="28346"/>
            </a:xfrm>
            <a:prstGeom prst="ellipse">
              <a:avLst/>
            </a:prstGeom>
            <a:solidFill>
              <a:srgbClr val="00A6A6"/>
            </a:solidFill>
            <a:ln w="2743">
              <a:solidFill>
                <a:srgbClr val="FFFFFF"/>
              </a:solidFill>
            </a:ln>
            <a:effectLst/>
          </p:spPr>
          <p:txBody>
            <a:bodyPr rtlCol="0" anchor="ctr"/>
            <a:lstStyle/>
            <a:p>
              <a:pPr algn="ctr"/>
            </a:p>
          </p:txBody>
        </p:sp>
        <p:sp>
          <p:nvSpPr>
            <p:cNvPr id="1041" name="link6_sensor_4: 0.6194 m"/>
            <p:cNvSpPr/>
            <p:nvPr/>
          </p:nvSpPr>
          <p:spPr>
            <a:xfrm>
              <a:off x="10203817" y="570348"/>
              <a:ext cx="28346" cy="28346"/>
            </a:xfrm>
            <a:prstGeom prst="ellipse">
              <a:avLst/>
            </a:prstGeom>
            <a:solidFill>
              <a:srgbClr val="00A6A6"/>
            </a:solidFill>
            <a:ln w="2743">
              <a:solidFill>
                <a:srgbClr val="FFFFFF"/>
              </a:solidFill>
            </a:ln>
            <a:effectLst/>
          </p:spPr>
          <p:txBody>
            <a:bodyPr rtlCol="0" anchor="ctr"/>
            <a:lstStyle/>
            <a:p>
              <a:pPr algn="ctr"/>
            </a:p>
          </p:txBody>
        </p:sp>
        <p:sp>
          <p:nvSpPr>
            <p:cNvPr id="1042" name="link6_sensor_3: 0.6696 m"/>
            <p:cNvSpPr/>
            <p:nvPr/>
          </p:nvSpPr>
          <p:spPr>
            <a:xfrm>
              <a:off x="9684768" y="262939"/>
              <a:ext cx="28346" cy="28346"/>
            </a:xfrm>
            <a:prstGeom prst="ellipse">
              <a:avLst/>
            </a:prstGeom>
            <a:solidFill>
              <a:srgbClr val="00A6A6"/>
            </a:solidFill>
            <a:ln w="2743">
              <a:solidFill>
                <a:srgbClr val="FFFFFF"/>
              </a:solidFill>
            </a:ln>
            <a:effectLst/>
          </p:spPr>
          <p:txBody>
            <a:bodyPr rtlCol="0" anchor="ctr"/>
            <a:lstStyle/>
            <a:p>
              <a:pPr algn="ctr"/>
            </a:p>
          </p:txBody>
        </p:sp>
        <p:sp>
          <p:nvSpPr>
            <p:cNvPr id="1043" name="link6_sensor_4: 0.6610 m"/>
            <p:cNvSpPr/>
            <p:nvPr/>
          </p:nvSpPr>
          <p:spPr>
            <a:xfrm>
              <a:off x="9645340" y="167192"/>
              <a:ext cx="28346" cy="28346"/>
            </a:xfrm>
            <a:prstGeom prst="ellipse">
              <a:avLst/>
            </a:prstGeom>
            <a:solidFill>
              <a:srgbClr val="00A6A6"/>
            </a:solidFill>
            <a:ln w="2743">
              <a:solidFill>
                <a:srgbClr val="FFFFFF"/>
              </a:solidFill>
            </a:ln>
            <a:effectLst/>
          </p:spPr>
          <p:txBody>
            <a:bodyPr rtlCol="0" anchor="ctr"/>
            <a:lstStyle/>
            <a:p>
              <a:pPr algn="ctr"/>
            </a:p>
          </p:txBody>
        </p:sp>
        <p:sp>
          <p:nvSpPr>
            <p:cNvPr id="1044" name="link6_sensor_0: 0.6902 m"/>
            <p:cNvSpPr/>
            <p:nvPr/>
          </p:nvSpPr>
          <p:spPr>
            <a:xfrm>
              <a:off x="10603784" y="803328"/>
              <a:ext cx="28346" cy="28346"/>
            </a:xfrm>
            <a:prstGeom prst="ellipse">
              <a:avLst/>
            </a:prstGeom>
            <a:solidFill>
              <a:srgbClr val="00A6A6"/>
            </a:solidFill>
            <a:ln w="2743">
              <a:solidFill>
                <a:srgbClr val="FFFFFF"/>
              </a:solidFill>
            </a:ln>
            <a:effectLst/>
          </p:spPr>
          <p:txBody>
            <a:bodyPr rtlCol="0" anchor="ctr"/>
            <a:lstStyle/>
            <a:p>
              <a:pPr algn="ctr"/>
            </a:p>
          </p:txBody>
        </p:sp>
        <p:sp>
          <p:nvSpPr>
            <p:cNvPr id="1045" name="link6_sensor_4: 0.6058 m"/>
            <p:cNvSpPr/>
            <p:nvPr/>
          </p:nvSpPr>
          <p:spPr>
            <a:xfrm>
              <a:off x="10409385" y="695667"/>
              <a:ext cx="28346" cy="28346"/>
            </a:xfrm>
            <a:prstGeom prst="ellipse">
              <a:avLst/>
            </a:prstGeom>
            <a:solidFill>
              <a:srgbClr val="00A6A6"/>
            </a:solidFill>
            <a:ln w="2743">
              <a:solidFill>
                <a:srgbClr val="FFFFFF"/>
              </a:solidFill>
            </a:ln>
            <a:effectLst/>
          </p:spPr>
          <p:txBody>
            <a:bodyPr rtlCol="0" anchor="ctr"/>
            <a:lstStyle/>
            <a:p>
              <a:pPr algn="ctr"/>
            </a:p>
          </p:txBody>
        </p:sp>
        <p:sp>
          <p:nvSpPr>
            <p:cNvPr id="1046" name="link6_sensor_4: 0.6455 m"/>
            <p:cNvSpPr/>
            <p:nvPr/>
          </p:nvSpPr>
          <p:spPr>
            <a:xfrm>
              <a:off x="9876722" y="309602"/>
              <a:ext cx="28346" cy="28346"/>
            </a:xfrm>
            <a:prstGeom prst="ellipse">
              <a:avLst/>
            </a:prstGeom>
            <a:solidFill>
              <a:srgbClr val="00A6A6"/>
            </a:solidFill>
            <a:ln w="2743">
              <a:solidFill>
                <a:srgbClr val="FFFFFF"/>
              </a:solidFill>
            </a:ln>
            <a:effectLst/>
          </p:spPr>
          <p:txBody>
            <a:bodyPr rtlCol="0" anchor="ctr"/>
            <a:lstStyle/>
            <a:p>
              <a:pPr algn="ctr"/>
            </a:p>
          </p:txBody>
        </p:sp>
        <p:sp>
          <p:nvSpPr>
            <p:cNvPr id="1047" name="link6_sensor_0: 0.7304 m"/>
            <p:cNvSpPr/>
            <p:nvPr/>
          </p:nvSpPr>
          <p:spPr>
            <a:xfrm>
              <a:off x="10866748" y="963794"/>
              <a:ext cx="28346" cy="28346"/>
            </a:xfrm>
            <a:prstGeom prst="ellipse">
              <a:avLst/>
            </a:prstGeom>
            <a:solidFill>
              <a:srgbClr val="00A6A6"/>
            </a:solidFill>
            <a:ln w="2743">
              <a:solidFill>
                <a:srgbClr val="FFFFFF"/>
              </a:solidFill>
            </a:ln>
            <a:effectLst/>
          </p:spPr>
          <p:txBody>
            <a:bodyPr rtlCol="0" anchor="ctr"/>
            <a:lstStyle/>
            <a:p>
              <a:pPr algn="ctr"/>
            </a:p>
          </p:txBody>
        </p:sp>
        <p:sp>
          <p:nvSpPr>
            <p:cNvPr id="1048" name="link6_sensor_0: 0.6424 m"/>
            <p:cNvSpPr/>
            <p:nvPr/>
          </p:nvSpPr>
          <p:spPr>
            <a:xfrm>
              <a:off x="10262309" y="534883"/>
              <a:ext cx="28346" cy="28346"/>
            </a:xfrm>
            <a:prstGeom prst="ellipse">
              <a:avLst/>
            </a:prstGeom>
            <a:solidFill>
              <a:srgbClr val="00A6A6"/>
            </a:solidFill>
            <a:ln w="2743">
              <a:solidFill>
                <a:srgbClr val="FFFFFF"/>
              </a:solidFill>
            </a:ln>
            <a:effectLst/>
          </p:spPr>
          <p:txBody>
            <a:bodyPr rtlCol="0" anchor="ctr"/>
            <a:lstStyle/>
            <a:p>
              <a:pPr algn="ctr"/>
            </a:p>
          </p:txBody>
        </p:sp>
        <p:sp>
          <p:nvSpPr>
            <p:cNvPr id="1049" name="link6_sensor_4: 0.6307 m"/>
            <p:cNvSpPr/>
            <p:nvPr/>
          </p:nvSpPr>
          <p:spPr>
            <a:xfrm>
              <a:off x="10098389" y="446025"/>
              <a:ext cx="28346" cy="28346"/>
            </a:xfrm>
            <a:prstGeom prst="ellipse">
              <a:avLst/>
            </a:prstGeom>
            <a:solidFill>
              <a:srgbClr val="00A6A6"/>
            </a:solidFill>
            <a:ln w="2743">
              <a:solidFill>
                <a:srgbClr val="FFFFFF"/>
              </a:solidFill>
            </a:ln>
            <a:effectLst/>
          </p:spPr>
          <p:txBody>
            <a:bodyPr rtlCol="0" anchor="ctr"/>
            <a:lstStyle/>
            <a:p>
              <a:pPr algn="ctr"/>
            </a:p>
          </p:txBody>
        </p:sp>
        <p:sp>
          <p:nvSpPr>
            <p:cNvPr id="1050" name="link6_sensor_4: 0.6165 m"/>
            <p:cNvSpPr/>
            <p:nvPr/>
          </p:nvSpPr>
          <p:spPr>
            <a:xfrm>
              <a:off x="10310944" y="576838"/>
              <a:ext cx="28346" cy="28346"/>
            </a:xfrm>
            <a:prstGeom prst="ellipse">
              <a:avLst/>
            </a:prstGeom>
            <a:solidFill>
              <a:srgbClr val="00A6A6"/>
            </a:solidFill>
            <a:ln w="2743">
              <a:solidFill>
                <a:srgbClr val="FFFFFF"/>
              </a:solidFill>
            </a:ln>
            <a:effectLst/>
          </p:spPr>
          <p:txBody>
            <a:bodyPr rtlCol="0" anchor="ctr"/>
            <a:lstStyle/>
            <a:p>
              <a:pPr algn="ctr"/>
            </a:p>
          </p:txBody>
        </p:sp>
        <p:sp>
          <p:nvSpPr>
            <p:cNvPr id="1051" name="link6_sensor_0: 0.6770 m"/>
            <p:cNvSpPr/>
            <p:nvPr/>
          </p:nvSpPr>
          <p:spPr>
            <a:xfrm>
              <a:off x="10487448" y="668882"/>
              <a:ext cx="28346" cy="28346"/>
            </a:xfrm>
            <a:prstGeom prst="ellipse">
              <a:avLst/>
            </a:prstGeom>
            <a:solidFill>
              <a:srgbClr val="00A6A6"/>
            </a:solidFill>
            <a:ln w="2743">
              <a:solidFill>
                <a:srgbClr val="FFFFFF"/>
              </a:solidFill>
            </a:ln>
            <a:effectLst/>
          </p:spPr>
          <p:txBody>
            <a:bodyPr rtlCol="0" anchor="ctr"/>
            <a:lstStyle/>
            <a:p>
              <a:pPr algn="ctr"/>
            </a:p>
          </p:txBody>
        </p:sp>
        <p:sp>
          <p:nvSpPr>
            <p:cNvPr id="1052" name="link2_sensor_6: 0.9387 m"/>
            <p:cNvSpPr/>
            <p:nvPr/>
          </p:nvSpPr>
          <p:spPr>
            <a:xfrm>
              <a:off x="8331276" y="2866799"/>
              <a:ext cx="28346" cy="28346"/>
            </a:xfrm>
            <a:prstGeom prst="ellipse">
              <a:avLst/>
            </a:prstGeom>
            <a:solidFill>
              <a:srgbClr val="00A6A6"/>
            </a:solidFill>
            <a:ln w="2743">
              <a:solidFill>
                <a:srgbClr val="FFFFFF"/>
              </a:solidFill>
            </a:ln>
            <a:effectLst/>
          </p:spPr>
          <p:txBody>
            <a:bodyPr rtlCol="0" anchor="ctr"/>
            <a:lstStyle/>
            <a:p>
              <a:pPr algn="ctr"/>
            </a:p>
          </p:txBody>
        </p:sp>
        <p:sp>
          <p:nvSpPr>
            <p:cNvPr id="1053" name="link6_sensor_4: 0.6577 m"/>
            <p:cNvSpPr/>
            <p:nvPr/>
          </p:nvSpPr>
          <p:spPr>
            <a:xfrm>
              <a:off x="9758136" y="172887"/>
              <a:ext cx="28346" cy="28346"/>
            </a:xfrm>
            <a:prstGeom prst="ellipse">
              <a:avLst/>
            </a:prstGeom>
            <a:solidFill>
              <a:srgbClr val="00A6A6"/>
            </a:solidFill>
            <a:ln w="2743">
              <a:solidFill>
                <a:srgbClr val="FFFFFF"/>
              </a:solidFill>
            </a:ln>
            <a:effectLst/>
          </p:spPr>
          <p:txBody>
            <a:bodyPr rtlCol="0" anchor="ctr"/>
            <a:lstStyle/>
            <a:p>
              <a:pPr algn="ctr"/>
            </a:p>
          </p:txBody>
        </p:sp>
        <p:sp>
          <p:nvSpPr>
            <p:cNvPr id="1054" name="link6_sensor_0: 0.6310 m"/>
            <p:cNvSpPr/>
            <p:nvPr/>
          </p:nvSpPr>
          <p:spPr>
            <a:xfrm>
              <a:off x="10157838" y="412590"/>
              <a:ext cx="28346" cy="28346"/>
            </a:xfrm>
            <a:prstGeom prst="ellipse">
              <a:avLst/>
            </a:prstGeom>
            <a:solidFill>
              <a:srgbClr val="00A6A6"/>
            </a:solidFill>
            <a:ln w="2743">
              <a:solidFill>
                <a:srgbClr val="FFFFFF"/>
              </a:solidFill>
            </a:ln>
            <a:effectLst/>
          </p:spPr>
          <p:txBody>
            <a:bodyPr rtlCol="0" anchor="ctr"/>
            <a:lstStyle/>
            <a:p>
              <a:pPr algn="ctr"/>
            </a:p>
          </p:txBody>
        </p:sp>
        <p:sp>
          <p:nvSpPr>
            <p:cNvPr id="1055" name="link6_sensor_3: 0.5864 m"/>
            <p:cNvSpPr/>
            <p:nvPr/>
          </p:nvSpPr>
          <p:spPr>
            <a:xfrm>
              <a:off x="9480145" y="570368"/>
              <a:ext cx="28346" cy="28346"/>
            </a:xfrm>
            <a:prstGeom prst="ellipse">
              <a:avLst/>
            </a:prstGeom>
            <a:solidFill>
              <a:srgbClr val="00A6A6"/>
            </a:solidFill>
            <a:ln w="2743">
              <a:solidFill>
                <a:srgbClr val="FFFFFF"/>
              </a:solidFill>
            </a:ln>
            <a:effectLst/>
          </p:spPr>
          <p:txBody>
            <a:bodyPr rtlCol="0" anchor="ctr"/>
            <a:lstStyle/>
            <a:p>
              <a:pPr algn="ctr"/>
            </a:p>
          </p:txBody>
        </p:sp>
        <p:sp>
          <p:nvSpPr>
            <p:cNvPr id="1056" name="link6_sensor_0: 0.7157 m"/>
            <p:cNvSpPr/>
            <p:nvPr/>
          </p:nvSpPr>
          <p:spPr>
            <a:xfrm>
              <a:off x="10739685" y="818993"/>
              <a:ext cx="28346" cy="28346"/>
            </a:xfrm>
            <a:prstGeom prst="ellipse">
              <a:avLst/>
            </a:prstGeom>
            <a:solidFill>
              <a:srgbClr val="00A6A6"/>
            </a:solidFill>
            <a:ln w="2743">
              <a:solidFill>
                <a:srgbClr val="FFFFFF"/>
              </a:solidFill>
            </a:ln>
            <a:effectLst/>
          </p:spPr>
          <p:txBody>
            <a:bodyPr rtlCol="0" anchor="ctr"/>
            <a:lstStyle/>
            <a:p>
              <a:pPr algn="ctr"/>
            </a:p>
          </p:txBody>
        </p:sp>
        <p:sp>
          <p:nvSpPr>
            <p:cNvPr id="1057" name="link6_sensor_4: 0.6424 m"/>
            <p:cNvSpPr/>
            <p:nvPr/>
          </p:nvSpPr>
          <p:spPr>
            <a:xfrm>
              <a:off x="9987791" y="315603"/>
              <a:ext cx="28346" cy="28346"/>
            </a:xfrm>
            <a:prstGeom prst="ellipse">
              <a:avLst/>
            </a:prstGeom>
            <a:solidFill>
              <a:srgbClr val="00A6A6"/>
            </a:solidFill>
            <a:ln w="2743">
              <a:solidFill>
                <a:srgbClr val="FFFFFF"/>
              </a:solidFill>
            </a:ln>
            <a:effectLst/>
          </p:spPr>
          <p:txBody>
            <a:bodyPr rtlCol="0" anchor="ctr"/>
            <a:lstStyle/>
            <a:p>
              <a:pPr algn="ctr"/>
            </a:p>
          </p:txBody>
        </p:sp>
        <p:sp>
          <p:nvSpPr>
            <p:cNvPr id="1058" name="link6_sensor_0: 0.6644 m"/>
            <p:cNvSpPr/>
            <p:nvPr/>
          </p:nvSpPr>
          <p:spPr>
            <a:xfrm>
              <a:off x="10374174" y="537970"/>
              <a:ext cx="28346" cy="28346"/>
            </a:xfrm>
            <a:prstGeom prst="ellipse">
              <a:avLst/>
            </a:prstGeom>
            <a:solidFill>
              <a:srgbClr val="00A6A6"/>
            </a:solidFill>
            <a:ln w="2743">
              <a:solidFill>
                <a:srgbClr val="FFFFFF"/>
              </a:solidFill>
            </a:ln>
            <a:effectLst/>
          </p:spPr>
          <p:txBody>
            <a:bodyPr rtlCol="0" anchor="ctr"/>
            <a:lstStyle/>
            <a:p>
              <a:pPr algn="ctr"/>
            </a:p>
          </p:txBody>
        </p:sp>
        <p:sp>
          <p:nvSpPr>
            <p:cNvPr id="1059" name="link6_sensor_4: 0.6277 m"/>
            <p:cNvSpPr/>
            <p:nvPr/>
          </p:nvSpPr>
          <p:spPr>
            <a:xfrm>
              <a:off x="10207776" y="452304"/>
              <a:ext cx="28346" cy="28346"/>
            </a:xfrm>
            <a:prstGeom prst="ellipse">
              <a:avLst/>
            </a:prstGeom>
            <a:solidFill>
              <a:srgbClr val="00A6A6"/>
            </a:solidFill>
            <a:ln w="2743">
              <a:solidFill>
                <a:srgbClr val="FFFFFF"/>
              </a:solidFill>
            </a:ln>
            <a:effectLst/>
          </p:spPr>
          <p:txBody>
            <a:bodyPr rtlCol="0" anchor="ctr"/>
            <a:lstStyle/>
            <a:p>
              <a:pPr algn="ctr"/>
            </a:p>
          </p:txBody>
        </p:sp>
        <p:sp>
          <p:nvSpPr>
            <p:cNvPr id="1060" name="link6_sensor_3: 0.4824 m"/>
            <p:cNvSpPr/>
            <p:nvPr/>
          </p:nvSpPr>
          <p:spPr>
            <a:xfrm>
              <a:off x="9431039" y="898386"/>
              <a:ext cx="28346" cy="28346"/>
            </a:xfrm>
            <a:prstGeom prst="ellipse">
              <a:avLst/>
            </a:prstGeom>
            <a:solidFill>
              <a:srgbClr val="00A6A6"/>
            </a:solidFill>
            <a:ln w="2743">
              <a:solidFill>
                <a:srgbClr val="FFFFFF"/>
              </a:solidFill>
            </a:ln>
            <a:effectLst/>
          </p:spPr>
          <p:txBody>
            <a:bodyPr rtlCol="0" anchor="ctr"/>
            <a:lstStyle/>
            <a:p>
              <a:pPr algn="ctr"/>
            </a:p>
          </p:txBody>
        </p:sp>
        <p:sp>
          <p:nvSpPr>
            <p:cNvPr id="1061" name="link6_sensor_4: 0.6137 m"/>
            <p:cNvSpPr/>
            <p:nvPr/>
          </p:nvSpPr>
          <p:spPr>
            <a:xfrm>
              <a:off x="10418693" y="583366"/>
              <a:ext cx="28346" cy="28346"/>
            </a:xfrm>
            <a:prstGeom prst="ellipse">
              <a:avLst/>
            </a:prstGeom>
            <a:solidFill>
              <a:srgbClr val="00A6A6"/>
            </a:solidFill>
            <a:ln w="2743">
              <a:solidFill>
                <a:srgbClr val="FFFFFF"/>
              </a:solidFill>
            </a:ln>
            <a:effectLst/>
          </p:spPr>
          <p:txBody>
            <a:bodyPr rtlCol="0" anchor="ctr"/>
            <a:lstStyle/>
            <a:p>
              <a:pPr algn="ctr"/>
            </a:p>
          </p:txBody>
        </p:sp>
        <p:sp>
          <p:nvSpPr>
            <p:cNvPr id="1062" name="link5_back_sensor_4: 1.1921 m"/>
            <p:cNvSpPr/>
            <p:nvPr/>
          </p:nvSpPr>
          <p:spPr>
            <a:xfrm>
              <a:off x="7924980" y="2557065"/>
              <a:ext cx="28346" cy="28346"/>
            </a:xfrm>
            <a:prstGeom prst="ellipse">
              <a:avLst/>
            </a:prstGeom>
            <a:solidFill>
              <a:srgbClr val="00A6A6"/>
            </a:solidFill>
            <a:ln w="2743">
              <a:solidFill>
                <a:srgbClr val="FFFFFF"/>
              </a:solidFill>
            </a:ln>
            <a:effectLst/>
          </p:spPr>
          <p:txBody>
            <a:bodyPr rtlCol="0" anchor="ctr"/>
            <a:lstStyle/>
            <a:p>
              <a:pPr algn="ctr"/>
            </a:p>
          </p:txBody>
        </p:sp>
        <p:sp>
          <p:nvSpPr>
            <p:cNvPr id="1063" name="link6_sensor_0: 0.7016 m"/>
            <p:cNvSpPr/>
            <p:nvPr/>
          </p:nvSpPr>
          <p:spPr>
            <a:xfrm>
              <a:off x="10616163" y="678231"/>
              <a:ext cx="28346" cy="28346"/>
            </a:xfrm>
            <a:prstGeom prst="ellipse">
              <a:avLst/>
            </a:prstGeom>
            <a:solidFill>
              <a:srgbClr val="00A6A6"/>
            </a:solidFill>
            <a:ln w="2743">
              <a:solidFill>
                <a:srgbClr val="FFFFFF"/>
              </a:solidFill>
            </a:ln>
            <a:effectLst/>
          </p:spPr>
          <p:txBody>
            <a:bodyPr rtlCol="0" anchor="ctr"/>
            <a:lstStyle/>
            <a:p>
              <a:pPr algn="ctr"/>
            </a:p>
          </p:txBody>
        </p:sp>
        <p:sp>
          <p:nvSpPr>
            <p:cNvPr id="1064" name="link6_sensor_4: 0.6545 m"/>
            <p:cNvSpPr/>
            <p:nvPr/>
          </p:nvSpPr>
          <p:spPr>
            <a:xfrm>
              <a:off x="9871631" y="178617"/>
              <a:ext cx="28346" cy="28346"/>
            </a:xfrm>
            <a:prstGeom prst="ellipse">
              <a:avLst/>
            </a:prstGeom>
            <a:solidFill>
              <a:srgbClr val="00A6A6"/>
            </a:solidFill>
            <a:ln w="2743">
              <a:solidFill>
                <a:srgbClr val="FFFFFF"/>
              </a:solidFill>
            </a:ln>
            <a:effectLst/>
          </p:spPr>
          <p:txBody>
            <a:bodyPr rtlCol="0" anchor="ctr"/>
            <a:lstStyle/>
            <a:p>
              <a:pPr algn="ctr"/>
            </a:p>
          </p:txBody>
        </p:sp>
        <p:sp>
          <p:nvSpPr>
            <p:cNvPr id="1065" name="link6_sensor_0: 0.6522 m"/>
            <p:cNvSpPr/>
            <p:nvPr/>
          </p:nvSpPr>
          <p:spPr>
            <a:xfrm>
              <a:off x="10263841" y="410455"/>
              <a:ext cx="28346" cy="28346"/>
            </a:xfrm>
            <a:prstGeom prst="ellipse">
              <a:avLst/>
            </a:prstGeom>
            <a:solidFill>
              <a:srgbClr val="00A6A6"/>
            </a:solidFill>
            <a:ln w="2743">
              <a:solidFill>
                <a:srgbClr val="FFFFFF"/>
              </a:solidFill>
            </a:ln>
            <a:effectLst/>
          </p:spPr>
          <p:txBody>
            <a:bodyPr rtlCol="0" anchor="ctr"/>
            <a:lstStyle/>
            <a:p>
              <a:pPr algn="ctr"/>
            </a:p>
          </p:txBody>
        </p:sp>
        <p:sp>
          <p:nvSpPr>
            <p:cNvPr id="1066" name="link6_sensor_4: 0.6393 m"/>
            <p:cNvSpPr/>
            <p:nvPr/>
          </p:nvSpPr>
          <p:spPr>
            <a:xfrm>
              <a:off x="10099533" y="321641"/>
              <a:ext cx="28346" cy="28346"/>
            </a:xfrm>
            <a:prstGeom prst="ellipse">
              <a:avLst/>
            </a:prstGeom>
            <a:solidFill>
              <a:srgbClr val="00A6A6"/>
            </a:solidFill>
            <a:ln w="2743">
              <a:solidFill>
                <a:srgbClr val="FFFFFF"/>
              </a:solidFill>
            </a:ln>
            <a:effectLst/>
          </p:spPr>
          <p:txBody>
            <a:bodyPr rtlCol="0" anchor="ctr"/>
            <a:lstStyle/>
            <a:p>
              <a:pPr algn="ctr"/>
            </a:p>
          </p:txBody>
        </p:sp>
        <p:sp>
          <p:nvSpPr>
            <p:cNvPr id="1067" name="link6_sensor_0: 0.7386 m"/>
            <p:cNvSpPr/>
            <p:nvPr/>
          </p:nvSpPr>
          <p:spPr>
            <a:xfrm>
              <a:off x="10999251" y="988812"/>
              <a:ext cx="28346" cy="28346"/>
            </a:xfrm>
            <a:prstGeom prst="ellipse">
              <a:avLst/>
            </a:prstGeom>
            <a:solidFill>
              <a:srgbClr val="00A6A6"/>
            </a:solidFill>
            <a:ln w="2743">
              <a:solidFill>
                <a:srgbClr val="FFFFFF"/>
              </a:solidFill>
            </a:ln>
            <a:effectLst/>
          </p:spPr>
          <p:txBody>
            <a:bodyPr rtlCol="0" anchor="ctr"/>
            <a:lstStyle/>
            <a:p>
              <a:pPr algn="ctr"/>
            </a:p>
          </p:txBody>
        </p:sp>
        <p:sp>
          <p:nvSpPr>
            <p:cNvPr id="1068" name="link6_sensor_0: 0.7432 m"/>
            <p:cNvSpPr/>
            <p:nvPr/>
          </p:nvSpPr>
          <p:spPr>
            <a:xfrm>
              <a:off x="10888701" y="836169"/>
              <a:ext cx="28346" cy="28346"/>
            </a:xfrm>
            <a:prstGeom prst="ellipse">
              <a:avLst/>
            </a:prstGeom>
            <a:solidFill>
              <a:srgbClr val="00A6A6"/>
            </a:solidFill>
            <a:ln w="2743">
              <a:solidFill>
                <a:srgbClr val="FFFFFF"/>
              </a:solidFill>
            </a:ln>
            <a:effectLst/>
          </p:spPr>
          <p:txBody>
            <a:bodyPr rtlCol="0" anchor="ctr"/>
            <a:lstStyle/>
            <a:p>
              <a:pPr algn="ctr"/>
            </a:p>
          </p:txBody>
        </p:sp>
        <p:sp>
          <p:nvSpPr>
            <p:cNvPr id="1069" name="link2_sensor_6: 1.0822 m"/>
            <p:cNvSpPr/>
            <p:nvPr/>
          </p:nvSpPr>
          <p:spPr>
            <a:xfrm>
              <a:off x="7999111" y="2882489"/>
              <a:ext cx="28346" cy="28346"/>
            </a:xfrm>
            <a:prstGeom prst="ellipse">
              <a:avLst/>
            </a:prstGeom>
            <a:solidFill>
              <a:srgbClr val="00A6A6"/>
            </a:solidFill>
            <a:ln w="2743">
              <a:solidFill>
                <a:srgbClr val="FFFFFF"/>
              </a:solidFill>
            </a:ln>
            <a:effectLst/>
          </p:spPr>
          <p:txBody>
            <a:bodyPr rtlCol="0" anchor="ctr"/>
            <a:lstStyle/>
            <a:p>
              <a:pPr algn="ctr"/>
            </a:p>
          </p:txBody>
        </p:sp>
        <p:sp>
          <p:nvSpPr>
            <p:cNvPr id="1070" name="link6_sensor_4: 0.6247 m"/>
            <p:cNvSpPr/>
            <p:nvPr/>
          </p:nvSpPr>
          <p:spPr>
            <a:xfrm>
              <a:off x="10317812" y="458619"/>
              <a:ext cx="28346" cy="28346"/>
            </a:xfrm>
            <a:prstGeom prst="ellipse">
              <a:avLst/>
            </a:prstGeom>
            <a:solidFill>
              <a:srgbClr val="00A6A6"/>
            </a:solidFill>
            <a:ln w="2743">
              <a:solidFill>
                <a:srgbClr val="FFFFFF"/>
              </a:solidFill>
            </a:ln>
            <a:effectLst/>
          </p:spPr>
          <p:txBody>
            <a:bodyPr rtlCol="0" anchor="ctr"/>
            <a:lstStyle/>
            <a:p>
              <a:pPr algn="ctr"/>
            </a:p>
          </p:txBody>
        </p:sp>
        <p:sp>
          <p:nvSpPr>
            <p:cNvPr id="1071" name="link6_sensor_0: 0.6880 m"/>
            <p:cNvSpPr/>
            <p:nvPr/>
          </p:nvSpPr>
          <p:spPr>
            <a:xfrm>
              <a:off x="10496051" y="541333"/>
              <a:ext cx="28346" cy="28346"/>
            </a:xfrm>
            <a:prstGeom prst="ellipse">
              <a:avLst/>
            </a:prstGeom>
            <a:solidFill>
              <a:srgbClr val="00A6A6"/>
            </a:solidFill>
            <a:ln w="2743">
              <a:solidFill>
                <a:srgbClr val="FFFFFF"/>
              </a:solidFill>
            </a:ln>
            <a:effectLst/>
          </p:spPr>
          <p:txBody>
            <a:bodyPr rtlCol="0" anchor="ctr"/>
            <a:lstStyle/>
            <a:p>
              <a:pPr algn="ctr"/>
            </a:p>
          </p:txBody>
        </p:sp>
        <p:sp>
          <p:nvSpPr>
            <p:cNvPr id="1072" name="link6_sensor_0: 0.6405 m"/>
            <p:cNvSpPr/>
            <p:nvPr/>
          </p:nvSpPr>
          <p:spPr>
            <a:xfrm>
              <a:off x="10156326" y="286225"/>
              <a:ext cx="28346" cy="28346"/>
            </a:xfrm>
            <a:prstGeom prst="ellipse">
              <a:avLst/>
            </a:prstGeom>
            <a:solidFill>
              <a:srgbClr val="00A6A6"/>
            </a:solidFill>
            <a:ln w="2743">
              <a:solidFill>
                <a:srgbClr val="FFFFFF"/>
              </a:solidFill>
            </a:ln>
            <a:effectLst/>
          </p:spPr>
          <p:txBody>
            <a:bodyPr rtlCol="0" anchor="ctr"/>
            <a:lstStyle/>
            <a:p>
              <a:pPr algn="ctr"/>
            </a:p>
          </p:txBody>
        </p:sp>
        <p:sp>
          <p:nvSpPr>
            <p:cNvPr id="1073" name="link6_sensor_3: 0.5926 m"/>
            <p:cNvSpPr/>
            <p:nvPr/>
          </p:nvSpPr>
          <p:spPr>
            <a:xfrm>
              <a:off x="9470888" y="459029"/>
              <a:ext cx="28346" cy="28346"/>
            </a:xfrm>
            <a:prstGeom prst="ellipse">
              <a:avLst/>
            </a:prstGeom>
            <a:solidFill>
              <a:srgbClr val="00A6A6"/>
            </a:solidFill>
            <a:ln w="2743">
              <a:solidFill>
                <a:srgbClr val="FFFFFF"/>
              </a:solidFill>
            </a:ln>
            <a:effectLst/>
          </p:spPr>
          <p:txBody>
            <a:bodyPr rtlCol="0" anchor="ctr"/>
            <a:lstStyle/>
            <a:p>
              <a:pPr algn="ctr"/>
            </a:p>
          </p:txBody>
        </p:sp>
        <p:sp>
          <p:nvSpPr>
            <p:cNvPr id="1074" name="link6_sensor_4: 0.6513 m"/>
            <p:cNvSpPr/>
            <p:nvPr/>
          </p:nvSpPr>
          <p:spPr>
            <a:xfrm>
              <a:off x="9985831" y="184382"/>
              <a:ext cx="28346" cy="28346"/>
            </a:xfrm>
            <a:prstGeom prst="ellipse">
              <a:avLst/>
            </a:prstGeom>
            <a:solidFill>
              <a:srgbClr val="00A6A6"/>
            </a:solidFill>
            <a:ln w="2743">
              <a:solidFill>
                <a:srgbClr val="FFFFFF"/>
              </a:solidFill>
            </a:ln>
            <a:effectLst/>
          </p:spPr>
          <p:txBody>
            <a:bodyPr rtlCol="0" anchor="ctr"/>
            <a:lstStyle/>
            <a:p>
              <a:pPr algn="ctr"/>
            </a:p>
          </p:txBody>
        </p:sp>
        <p:sp>
          <p:nvSpPr>
            <p:cNvPr id="1075" name="link6_sensor_0: 0.7279 m"/>
            <p:cNvSpPr/>
            <p:nvPr/>
          </p:nvSpPr>
          <p:spPr>
            <a:xfrm>
              <a:off x="10757125" y="688464"/>
              <a:ext cx="28346" cy="28346"/>
            </a:xfrm>
            <a:prstGeom prst="ellipse">
              <a:avLst/>
            </a:prstGeom>
            <a:solidFill>
              <a:srgbClr val="00A6A6"/>
            </a:solidFill>
            <a:ln w="2743">
              <a:solidFill>
                <a:srgbClr val="FFFFFF"/>
              </a:solidFill>
            </a:ln>
            <a:effectLst/>
          </p:spPr>
          <p:txBody>
            <a:bodyPr rtlCol="0" anchor="ctr"/>
            <a:lstStyle/>
            <a:p>
              <a:pPr algn="ctr"/>
            </a:p>
          </p:txBody>
        </p:sp>
        <p:sp>
          <p:nvSpPr>
            <p:cNvPr id="1076" name="link6_sensor_3: 0.4866 m"/>
            <p:cNvSpPr/>
            <p:nvPr/>
          </p:nvSpPr>
          <p:spPr>
            <a:xfrm>
              <a:off x="9422432" y="813366"/>
              <a:ext cx="28346" cy="28346"/>
            </a:xfrm>
            <a:prstGeom prst="ellipse">
              <a:avLst/>
            </a:prstGeom>
            <a:solidFill>
              <a:srgbClr val="00A6A6"/>
            </a:solidFill>
            <a:ln w="2743">
              <a:solidFill>
                <a:srgbClr val="FFFFFF"/>
              </a:solidFill>
            </a:ln>
            <a:effectLst/>
          </p:spPr>
          <p:txBody>
            <a:bodyPr rtlCol="0" anchor="ctr"/>
            <a:lstStyle/>
            <a:p>
              <a:pPr algn="ctr"/>
            </a:p>
          </p:txBody>
        </p:sp>
        <p:sp>
          <p:nvSpPr>
            <p:cNvPr id="1077" name="link6_sensor_4: 0.6362 m"/>
            <p:cNvSpPr/>
            <p:nvPr/>
          </p:nvSpPr>
          <p:spPr>
            <a:xfrm>
              <a:off x="10211955" y="327715"/>
              <a:ext cx="28346" cy="28346"/>
            </a:xfrm>
            <a:prstGeom prst="ellipse">
              <a:avLst/>
            </a:prstGeom>
            <a:solidFill>
              <a:srgbClr val="00A6A6"/>
            </a:solidFill>
            <a:ln w="2743">
              <a:solidFill>
                <a:srgbClr val="FFFFFF"/>
              </a:solidFill>
            </a:ln>
            <a:effectLst/>
          </p:spPr>
          <p:txBody>
            <a:bodyPr rtlCol="0" anchor="ctr"/>
            <a:lstStyle/>
            <a:p>
              <a:pPr algn="ctr"/>
            </a:p>
          </p:txBody>
        </p:sp>
        <p:sp>
          <p:nvSpPr>
            <p:cNvPr id="1078" name="link6_sensor_0: 0.6749 m"/>
            <p:cNvSpPr/>
            <p:nvPr/>
          </p:nvSpPr>
          <p:spPr>
            <a:xfrm>
              <a:off x="10379196" y="408143"/>
              <a:ext cx="28346" cy="28346"/>
            </a:xfrm>
            <a:prstGeom prst="ellipse">
              <a:avLst/>
            </a:prstGeom>
            <a:solidFill>
              <a:srgbClr val="00A6A6"/>
            </a:solidFill>
            <a:ln w="2743">
              <a:solidFill>
                <a:srgbClr val="FFFFFF"/>
              </a:solidFill>
            </a:ln>
            <a:effectLst/>
          </p:spPr>
          <p:txBody>
            <a:bodyPr rtlCol="0" anchor="ctr"/>
            <a:lstStyle/>
            <a:p>
              <a:pPr algn="ctr"/>
            </a:p>
          </p:txBody>
        </p:sp>
        <p:sp>
          <p:nvSpPr>
            <p:cNvPr id="1079" name="link6_sensor_4: 0.6218 m"/>
            <p:cNvSpPr/>
            <p:nvPr/>
          </p:nvSpPr>
          <p:spPr>
            <a:xfrm>
              <a:off x="10428505" y="464971"/>
              <a:ext cx="28346" cy="28346"/>
            </a:xfrm>
            <a:prstGeom prst="ellipse">
              <a:avLst/>
            </a:prstGeom>
            <a:solidFill>
              <a:srgbClr val="00A6A6"/>
            </a:solidFill>
            <a:ln w="2743">
              <a:solidFill>
                <a:srgbClr val="FFFFFF"/>
              </a:solidFill>
            </a:ln>
            <a:effectLst/>
          </p:spPr>
          <p:txBody>
            <a:bodyPr rtlCol="0" anchor="ctr"/>
            <a:lstStyle/>
            <a:p>
              <a:pPr algn="ctr"/>
            </a:p>
          </p:txBody>
        </p:sp>
        <p:sp>
          <p:nvSpPr>
            <p:cNvPr id="1080" name="link6_sensor_0: 0.7133 m"/>
            <p:cNvSpPr/>
            <p:nvPr/>
          </p:nvSpPr>
          <p:spPr>
            <a:xfrm>
              <a:off x="10629347" y="545010"/>
              <a:ext cx="28346" cy="28346"/>
            </a:xfrm>
            <a:prstGeom prst="ellipse">
              <a:avLst/>
            </a:prstGeom>
            <a:solidFill>
              <a:srgbClr val="00A6A6"/>
            </a:solidFill>
            <a:ln w="2743">
              <a:solidFill>
                <a:srgbClr val="FFFFFF"/>
              </a:solidFill>
            </a:ln>
            <a:effectLst/>
          </p:spPr>
          <p:txBody>
            <a:bodyPr rtlCol="0" anchor="ctr"/>
            <a:lstStyle/>
            <a:p>
              <a:pPr algn="ctr"/>
            </a:p>
          </p:txBody>
        </p:sp>
        <p:sp>
          <p:nvSpPr>
            <p:cNvPr id="1081" name="link6_sensor_0: 0.6624 m"/>
            <p:cNvSpPr/>
            <p:nvPr/>
          </p:nvSpPr>
          <p:spPr>
            <a:xfrm>
              <a:off x="10265463" y="278519"/>
              <a:ext cx="28346" cy="28346"/>
            </a:xfrm>
            <a:prstGeom prst="ellipse">
              <a:avLst/>
            </a:prstGeom>
            <a:solidFill>
              <a:srgbClr val="00A6A6"/>
            </a:solidFill>
            <a:ln w="2743">
              <a:solidFill>
                <a:srgbClr val="FFFFFF"/>
              </a:solidFill>
            </a:ln>
            <a:effectLst/>
          </p:spPr>
          <p:txBody>
            <a:bodyPr rtlCol="0" anchor="ctr"/>
            <a:lstStyle/>
            <a:p>
              <a:pPr algn="ctr"/>
            </a:p>
          </p:txBody>
        </p:sp>
        <p:sp>
          <p:nvSpPr>
            <p:cNvPr id="1082" name="link6_sensor_2: 0.7329 m"/>
            <p:cNvSpPr/>
            <p:nvPr/>
          </p:nvSpPr>
          <p:spPr>
            <a:xfrm>
              <a:off x="11013917" y="949422"/>
              <a:ext cx="28346" cy="28346"/>
            </a:xfrm>
            <a:prstGeom prst="ellipse">
              <a:avLst/>
            </a:prstGeom>
            <a:solidFill>
              <a:srgbClr val="00A6A6"/>
            </a:solidFill>
            <a:ln w="2743">
              <a:solidFill>
                <a:srgbClr val="FFFFFF"/>
              </a:solidFill>
            </a:ln>
            <a:effectLst/>
          </p:spPr>
          <p:txBody>
            <a:bodyPr rtlCol="0" anchor="ctr"/>
            <a:lstStyle/>
            <a:p>
              <a:pPr algn="ctr"/>
            </a:p>
          </p:txBody>
        </p:sp>
        <p:sp>
          <p:nvSpPr>
            <p:cNvPr id="1083" name="link6_sensor_4: 0.6481 m"/>
            <p:cNvSpPr/>
            <p:nvPr/>
          </p:nvSpPr>
          <p:spPr>
            <a:xfrm>
              <a:off x="10100743" y="190182"/>
              <a:ext cx="28346" cy="28346"/>
            </a:xfrm>
            <a:prstGeom prst="ellipse">
              <a:avLst/>
            </a:prstGeom>
            <a:solidFill>
              <a:srgbClr val="00A6A6"/>
            </a:solidFill>
            <a:ln w="2743">
              <a:solidFill>
                <a:srgbClr val="FFFFFF"/>
              </a:solidFill>
            </a:ln>
            <a:effectLst/>
          </p:spPr>
          <p:txBody>
            <a:bodyPr rtlCol="0" anchor="ctr"/>
            <a:lstStyle/>
            <a:p>
              <a:pPr algn="ctr"/>
            </a:p>
          </p:txBody>
        </p:sp>
        <p:sp>
          <p:nvSpPr>
            <p:cNvPr id="1084" name="link6_sensor_4: 0.6332 m"/>
            <p:cNvSpPr/>
            <p:nvPr/>
          </p:nvSpPr>
          <p:spPr>
            <a:xfrm>
              <a:off x="10325062" y="333827"/>
              <a:ext cx="28346" cy="28346"/>
            </a:xfrm>
            <a:prstGeom prst="ellipse">
              <a:avLst/>
            </a:prstGeom>
            <a:solidFill>
              <a:srgbClr val="00A6A6"/>
            </a:solidFill>
            <a:ln w="2743">
              <a:solidFill>
                <a:srgbClr val="FFFFFF"/>
              </a:solidFill>
            </a:ln>
            <a:effectLst/>
          </p:spPr>
          <p:txBody>
            <a:bodyPr rtlCol="0" anchor="ctr"/>
            <a:lstStyle/>
            <a:p>
              <a:pPr algn="ctr"/>
            </a:p>
          </p:txBody>
        </p:sp>
        <p:sp>
          <p:nvSpPr>
            <p:cNvPr id="1085" name="link6_sensor_0: 0.7564 m"/>
            <p:cNvSpPr/>
            <p:nvPr/>
          </p:nvSpPr>
          <p:spPr>
            <a:xfrm>
              <a:off x="10912163" y="699718"/>
              <a:ext cx="28346" cy="28346"/>
            </a:xfrm>
            <a:prstGeom prst="ellipse">
              <a:avLst/>
            </a:prstGeom>
            <a:solidFill>
              <a:srgbClr val="00A6A6"/>
            </a:solidFill>
            <a:ln w="2743">
              <a:solidFill>
                <a:srgbClr val="FFFFFF"/>
              </a:solidFill>
            </a:ln>
            <a:effectLst/>
          </p:spPr>
          <p:txBody>
            <a:bodyPr rtlCol="0" anchor="ctr"/>
            <a:lstStyle/>
            <a:p>
              <a:pPr algn="ctr"/>
            </a:p>
          </p:txBody>
        </p:sp>
        <p:sp>
          <p:nvSpPr>
            <p:cNvPr id="1086" name="link6_sensor_0: 0.6993 m"/>
            <p:cNvSpPr/>
            <p:nvPr/>
          </p:nvSpPr>
          <p:spPr>
            <a:xfrm>
              <a:off x="10505205" y="405619"/>
              <a:ext cx="28346" cy="28346"/>
            </a:xfrm>
            <a:prstGeom prst="ellipse">
              <a:avLst/>
            </a:prstGeom>
            <a:solidFill>
              <a:srgbClr val="00A6A6"/>
            </a:solidFill>
            <a:ln w="2743">
              <a:solidFill>
                <a:srgbClr val="FFFFFF"/>
              </a:solidFill>
            </a:ln>
            <a:effectLst/>
          </p:spPr>
          <p:txBody>
            <a:bodyPr rtlCol="0" anchor="ctr"/>
            <a:lstStyle/>
            <a:p>
              <a:pPr algn="ctr"/>
            </a:p>
          </p:txBody>
        </p:sp>
        <p:sp>
          <p:nvSpPr>
            <p:cNvPr id="1087" name="link6_sensor_3: 0.4909 m"/>
            <p:cNvSpPr/>
            <p:nvPr/>
          </p:nvSpPr>
          <p:spPr>
            <a:xfrm>
              <a:off x="9413472" y="724852"/>
              <a:ext cx="28346" cy="28346"/>
            </a:xfrm>
            <a:prstGeom prst="ellipse">
              <a:avLst/>
            </a:prstGeom>
            <a:solidFill>
              <a:srgbClr val="00A6A6"/>
            </a:solidFill>
            <a:ln w="2743">
              <a:solidFill>
                <a:srgbClr val="FFFFFF"/>
              </a:solidFill>
            </a:ln>
            <a:effectLst/>
          </p:spPr>
          <p:txBody>
            <a:bodyPr rtlCol="0" anchor="ctr"/>
            <a:lstStyle/>
            <a:p>
              <a:pPr algn="ctr"/>
            </a:p>
          </p:txBody>
        </p:sp>
        <p:sp>
          <p:nvSpPr>
            <p:cNvPr id="1088" name="link6_sensor_3: 0.5989 m"/>
            <p:cNvSpPr/>
            <p:nvPr/>
          </p:nvSpPr>
          <p:spPr>
            <a:xfrm>
              <a:off x="9461168" y="342108"/>
              <a:ext cx="28346" cy="28346"/>
            </a:xfrm>
            <a:prstGeom prst="ellipse">
              <a:avLst/>
            </a:prstGeom>
            <a:solidFill>
              <a:srgbClr val="00A6A6"/>
            </a:solidFill>
            <a:ln w="2743">
              <a:solidFill>
                <a:srgbClr val="FFFFFF"/>
              </a:solidFill>
            </a:ln>
            <a:effectLst/>
          </p:spPr>
          <p:txBody>
            <a:bodyPr rtlCol="0" anchor="ctr"/>
            <a:lstStyle/>
            <a:p>
              <a:pPr algn="ctr"/>
            </a:p>
          </p:txBody>
        </p:sp>
        <p:sp>
          <p:nvSpPr>
            <p:cNvPr id="1089" name="link6_sensor_0: 0.7413 m"/>
            <p:cNvSpPr/>
            <p:nvPr/>
          </p:nvSpPr>
          <p:spPr>
            <a:xfrm>
              <a:off x="11013253" y="860177"/>
              <a:ext cx="28346" cy="28346"/>
            </a:xfrm>
            <a:prstGeom prst="ellipse">
              <a:avLst/>
            </a:prstGeom>
            <a:solidFill>
              <a:srgbClr val="00A6A6"/>
            </a:solidFill>
            <a:ln w="2743">
              <a:solidFill>
                <a:srgbClr val="FFFFFF"/>
              </a:solidFill>
            </a:ln>
            <a:effectLst/>
          </p:spPr>
          <p:txBody>
            <a:bodyPr rtlCol="0" anchor="ctr"/>
            <a:lstStyle/>
            <a:p>
              <a:pPr algn="ctr"/>
            </a:p>
          </p:txBody>
        </p:sp>
        <p:sp>
          <p:nvSpPr>
            <p:cNvPr id="1090" name="link6_sensor_4: 0.6450 m"/>
            <p:cNvSpPr/>
            <p:nvPr/>
          </p:nvSpPr>
          <p:spPr>
            <a:xfrm>
              <a:off x="10216374" y="196018"/>
              <a:ext cx="28346" cy="28346"/>
            </a:xfrm>
            <a:prstGeom prst="ellipse">
              <a:avLst/>
            </a:prstGeom>
            <a:solidFill>
              <a:srgbClr val="00A6A6"/>
            </a:solidFill>
            <a:ln w="2743">
              <a:solidFill>
                <a:srgbClr val="FFFFFF"/>
              </a:solidFill>
            </a:ln>
            <a:effectLst/>
          </p:spPr>
          <p:txBody>
            <a:bodyPr rtlCol="0" anchor="ctr"/>
            <a:lstStyle/>
            <a:p>
              <a:pPr algn="ctr"/>
            </a:p>
          </p:txBody>
        </p:sp>
        <p:sp>
          <p:nvSpPr>
            <p:cNvPr id="1091" name="link6_sensor_0: 0.7406 m"/>
            <p:cNvSpPr/>
            <p:nvPr/>
          </p:nvSpPr>
          <p:spPr>
            <a:xfrm>
              <a:off x="10775766" y="549039"/>
              <a:ext cx="28346" cy="28346"/>
            </a:xfrm>
            <a:prstGeom prst="ellipse">
              <a:avLst/>
            </a:prstGeom>
            <a:solidFill>
              <a:srgbClr val="00A6A6"/>
            </a:solidFill>
            <a:ln w="2743">
              <a:solidFill>
                <a:srgbClr val="FFFFFF"/>
              </a:solidFill>
            </a:ln>
            <a:effectLst/>
          </p:spPr>
          <p:txBody>
            <a:bodyPr rtlCol="0" anchor="ctr"/>
            <a:lstStyle/>
            <a:p>
              <a:pPr algn="ctr"/>
            </a:p>
          </p:txBody>
        </p:sp>
        <p:sp>
          <p:nvSpPr>
            <p:cNvPr id="1092" name="link6_sensor_0: 0.6858 m"/>
            <p:cNvSpPr/>
            <p:nvPr/>
          </p:nvSpPr>
          <p:spPr>
            <a:xfrm>
              <a:off x="10384537" y="270120"/>
              <a:ext cx="28346" cy="28346"/>
            </a:xfrm>
            <a:prstGeom prst="ellipse">
              <a:avLst/>
            </a:prstGeom>
            <a:solidFill>
              <a:srgbClr val="00A6A6"/>
            </a:solidFill>
            <a:ln w="2743">
              <a:solidFill>
                <a:srgbClr val="FFFFFF"/>
              </a:solidFill>
            </a:ln>
            <a:effectLst/>
          </p:spPr>
          <p:txBody>
            <a:bodyPr rtlCol="0" anchor="ctr"/>
            <a:lstStyle/>
            <a:p>
              <a:pPr algn="ctr"/>
            </a:p>
          </p:txBody>
        </p:sp>
        <p:sp>
          <p:nvSpPr>
            <p:cNvPr id="1093" name="link6_sensor_4: 0.6302 m"/>
            <p:cNvSpPr/>
            <p:nvPr/>
          </p:nvSpPr>
          <p:spPr>
            <a:xfrm>
              <a:off x="10438864" y="339974"/>
              <a:ext cx="28346" cy="28346"/>
            </a:xfrm>
            <a:prstGeom prst="ellipse">
              <a:avLst/>
            </a:prstGeom>
            <a:solidFill>
              <a:srgbClr val="00A6A6"/>
            </a:solidFill>
            <a:ln w="2743">
              <a:solidFill>
                <a:srgbClr val="FFFFFF"/>
              </a:solidFill>
            </a:ln>
            <a:effectLst/>
          </p:spPr>
          <p:txBody>
            <a:bodyPr rtlCol="0" anchor="ctr"/>
            <a:lstStyle/>
            <a:p>
              <a:pPr algn="ctr"/>
            </a:p>
          </p:txBody>
        </p:sp>
        <p:sp>
          <p:nvSpPr>
            <p:cNvPr id="1094" name="link2_sensor_6: 0.9313 m"/>
            <p:cNvSpPr/>
            <p:nvPr/>
          </p:nvSpPr>
          <p:spPr>
            <a:xfrm>
              <a:off x="8229772" y="2991874"/>
              <a:ext cx="28346" cy="28346"/>
            </a:xfrm>
            <a:prstGeom prst="ellipse">
              <a:avLst/>
            </a:prstGeom>
            <a:solidFill>
              <a:srgbClr val="00A6A6"/>
            </a:solidFill>
            <a:ln w="2743">
              <a:solidFill>
                <a:srgbClr val="FFFFFF"/>
              </a:solidFill>
            </a:ln>
            <a:effectLst/>
          </p:spPr>
          <p:txBody>
            <a:bodyPr rtlCol="0" anchor="ctr"/>
            <a:lstStyle/>
            <a:p>
              <a:pPr algn="ctr"/>
            </a:p>
          </p:txBody>
        </p:sp>
        <p:sp>
          <p:nvSpPr>
            <p:cNvPr id="1095" name="link6_sensor_3: 0.4190 m"/>
            <p:cNvSpPr/>
            <p:nvPr/>
          </p:nvSpPr>
          <p:spPr>
            <a:xfrm>
              <a:off x="9371897" y="917281"/>
              <a:ext cx="28346" cy="28346"/>
            </a:xfrm>
            <a:prstGeom prst="ellipse">
              <a:avLst/>
            </a:prstGeom>
            <a:solidFill>
              <a:srgbClr val="00A6A6"/>
            </a:solidFill>
            <a:ln w="2743">
              <a:solidFill>
                <a:srgbClr val="FFFFFF"/>
              </a:solidFill>
            </a:ln>
            <a:effectLst/>
          </p:spPr>
          <p:txBody>
            <a:bodyPr rtlCol="0" anchor="ctr"/>
            <a:lstStyle/>
            <a:p>
              <a:pPr algn="ctr"/>
            </a:p>
          </p:txBody>
        </p:sp>
        <p:sp>
          <p:nvSpPr>
            <p:cNvPr id="1096" name="link6_sensor_0: 0.7255 m"/>
            <p:cNvSpPr/>
            <p:nvPr/>
          </p:nvSpPr>
          <p:spPr>
            <a:xfrm>
              <a:off x="10643416" y="402850"/>
              <a:ext cx="28346" cy="28346"/>
            </a:xfrm>
            <a:prstGeom prst="ellipse">
              <a:avLst/>
            </a:prstGeom>
            <a:solidFill>
              <a:srgbClr val="00A6A6"/>
            </a:solidFill>
            <a:ln w="2743">
              <a:solidFill>
                <a:srgbClr val="FFFFFF"/>
              </a:solidFill>
            </a:ln>
            <a:effectLst/>
          </p:spPr>
          <p:txBody>
            <a:bodyPr rtlCol="0" anchor="ctr"/>
            <a:lstStyle/>
            <a:p>
              <a:pPr algn="ctr"/>
            </a:p>
          </p:txBody>
        </p:sp>
        <p:sp>
          <p:nvSpPr>
            <p:cNvPr id="1097" name="link6_sensor_2: 0.7439 m"/>
            <p:cNvSpPr/>
            <p:nvPr/>
          </p:nvSpPr>
          <p:spPr>
            <a:xfrm>
              <a:off x="11028939" y="816294"/>
              <a:ext cx="28346" cy="28346"/>
            </a:xfrm>
            <a:prstGeom prst="ellipse">
              <a:avLst/>
            </a:prstGeom>
            <a:solidFill>
              <a:srgbClr val="00A6A6"/>
            </a:solidFill>
            <a:ln w="2743">
              <a:solidFill>
                <a:srgbClr val="FFFFFF"/>
              </a:solidFill>
            </a:ln>
            <a:effectLst/>
          </p:spPr>
          <p:txBody>
            <a:bodyPr rtlCol="0" anchor="ctr"/>
            <a:lstStyle/>
            <a:p>
              <a:pPr algn="ctr"/>
            </a:p>
          </p:txBody>
        </p:sp>
        <p:sp>
          <p:nvSpPr>
            <p:cNvPr id="1098" name="link6_sensor_4: 0.6419 m"/>
            <p:cNvSpPr/>
            <p:nvPr/>
          </p:nvSpPr>
          <p:spPr>
            <a:xfrm>
              <a:off x="10332732" y="201891"/>
              <a:ext cx="28346" cy="28346"/>
            </a:xfrm>
            <a:prstGeom prst="ellipse">
              <a:avLst/>
            </a:prstGeom>
            <a:solidFill>
              <a:srgbClr val="00A6A6"/>
            </a:solidFill>
            <a:ln w="2743">
              <a:solidFill>
                <a:srgbClr val="FFFFFF"/>
              </a:solidFill>
            </a:ln>
            <a:effectLst/>
          </p:spPr>
          <p:txBody>
            <a:bodyPr rtlCol="0" anchor="ctr"/>
            <a:lstStyle/>
            <a:p>
              <a:pPr algn="ctr"/>
            </a:p>
          </p:txBody>
        </p:sp>
        <p:sp>
          <p:nvSpPr>
            <p:cNvPr id="1099" name="link6_sensor_3: 0.4952 m"/>
            <p:cNvSpPr/>
            <p:nvPr/>
          </p:nvSpPr>
          <p:spPr>
            <a:xfrm>
              <a:off x="9404136" y="632623"/>
              <a:ext cx="28346" cy="28346"/>
            </a:xfrm>
            <a:prstGeom prst="ellipse">
              <a:avLst/>
            </a:prstGeom>
            <a:solidFill>
              <a:srgbClr val="00A6A6"/>
            </a:solidFill>
            <a:ln w="2743">
              <a:solidFill>
                <a:srgbClr val="FFFFFF"/>
              </a:solidFill>
            </a:ln>
            <a:effectLst/>
          </p:spPr>
          <p:txBody>
            <a:bodyPr rtlCol="0" anchor="ctr"/>
            <a:lstStyle/>
            <a:p>
              <a:pPr algn="ctr"/>
            </a:p>
          </p:txBody>
        </p:sp>
        <p:sp>
          <p:nvSpPr>
            <p:cNvPr id="1100" name="link6_sensor_3: 0.6053 m"/>
            <p:cNvSpPr/>
            <p:nvPr/>
          </p:nvSpPr>
          <p:spPr>
            <a:xfrm>
              <a:off x="9450951" y="219191"/>
              <a:ext cx="28346" cy="28346"/>
            </a:xfrm>
            <a:prstGeom prst="ellipse">
              <a:avLst/>
            </a:prstGeom>
            <a:solidFill>
              <a:srgbClr val="00A6A6"/>
            </a:solidFill>
            <a:ln w="2743">
              <a:solidFill>
                <a:srgbClr val="FFFFFF"/>
              </a:solidFill>
            </a:ln>
            <a:effectLst/>
          </p:spPr>
          <p:txBody>
            <a:bodyPr rtlCol="0" anchor="ctr"/>
            <a:lstStyle/>
            <a:p>
              <a:pPr algn="ctr"/>
            </a:p>
          </p:txBody>
        </p:sp>
        <p:sp>
          <p:nvSpPr>
            <p:cNvPr id="1101" name="link6_sensor_0: 0.7110 m"/>
            <p:cNvSpPr/>
            <p:nvPr/>
          </p:nvSpPr>
          <p:spPr>
            <a:xfrm>
              <a:off x="10514965" y="260930"/>
              <a:ext cx="28346" cy="28346"/>
            </a:xfrm>
            <a:prstGeom prst="ellipse">
              <a:avLst/>
            </a:prstGeom>
            <a:solidFill>
              <a:srgbClr val="00A6A6"/>
            </a:solidFill>
            <a:ln w="2743">
              <a:solidFill>
                <a:srgbClr val="FFFFFF"/>
              </a:solidFill>
            </a:ln>
            <a:effectLst/>
          </p:spPr>
          <p:txBody>
            <a:bodyPr rtlCol="0" anchor="ctr"/>
            <a:lstStyle/>
            <a:p>
              <a:pPr algn="ctr"/>
            </a:p>
          </p:txBody>
        </p:sp>
        <p:sp>
          <p:nvSpPr>
            <p:cNvPr id="1102" name="link6_sensor_0: 0.7701 m"/>
            <p:cNvSpPr/>
            <p:nvPr/>
          </p:nvSpPr>
          <p:spPr>
            <a:xfrm>
              <a:off x="10937329" y="553485"/>
              <a:ext cx="28346" cy="28346"/>
            </a:xfrm>
            <a:prstGeom prst="ellipse">
              <a:avLst/>
            </a:prstGeom>
            <a:solidFill>
              <a:srgbClr val="00A6A6"/>
            </a:solidFill>
            <a:ln w="2743">
              <a:solidFill>
                <a:srgbClr val="FFFFFF"/>
              </a:solidFill>
            </a:ln>
            <a:effectLst/>
          </p:spPr>
          <p:txBody>
            <a:bodyPr rtlCol="0" anchor="ctr"/>
            <a:lstStyle/>
            <a:p>
              <a:pPr algn="ctr"/>
            </a:p>
          </p:txBody>
        </p:sp>
        <p:sp>
          <p:nvSpPr>
            <p:cNvPr id="1103" name="link6_sensor_4: 0.6388 m"/>
            <p:cNvSpPr/>
            <p:nvPr/>
          </p:nvSpPr>
          <p:spPr>
            <a:xfrm>
              <a:off x="10449823" y="207799"/>
              <a:ext cx="28346" cy="28346"/>
            </a:xfrm>
            <a:prstGeom prst="ellipse">
              <a:avLst/>
            </a:prstGeom>
            <a:solidFill>
              <a:srgbClr val="00A6A6"/>
            </a:solidFill>
            <a:ln w="2743">
              <a:solidFill>
                <a:srgbClr val="FFFFFF"/>
              </a:solidFill>
            </a:ln>
            <a:effectLst/>
          </p:spPr>
          <p:txBody>
            <a:bodyPr rtlCol="0" anchor="ctr"/>
            <a:lstStyle/>
            <a:p>
              <a:pPr algn="ctr"/>
            </a:p>
          </p:txBody>
        </p:sp>
        <p:sp>
          <p:nvSpPr>
            <p:cNvPr id="1104" name="link6_sensor_3: 0.4221 m"/>
            <p:cNvSpPr/>
            <p:nvPr/>
          </p:nvSpPr>
          <p:spPr>
            <a:xfrm>
              <a:off x="9363124" y="841481"/>
              <a:ext cx="28346" cy="28346"/>
            </a:xfrm>
            <a:prstGeom prst="ellipse">
              <a:avLst/>
            </a:prstGeom>
            <a:solidFill>
              <a:srgbClr val="00A6A6"/>
            </a:solidFill>
            <a:ln w="2743">
              <a:solidFill>
                <a:srgbClr val="FFFFFF"/>
              </a:solidFill>
            </a:ln>
            <a:effectLst/>
          </p:spPr>
          <p:txBody>
            <a:bodyPr rtlCol="0" anchor="ctr"/>
            <a:lstStyle/>
            <a:p>
              <a:pPr algn="ctr"/>
            </a:p>
          </p:txBody>
        </p:sp>
        <p:sp>
          <p:nvSpPr>
            <p:cNvPr id="1105" name="link6_sensor_0: 0.7440 m"/>
            <p:cNvSpPr/>
            <p:nvPr/>
          </p:nvSpPr>
          <p:spPr>
            <a:xfrm>
              <a:off x="11027907" y="725495"/>
              <a:ext cx="28346" cy="28346"/>
            </a:xfrm>
            <a:prstGeom prst="ellipse">
              <a:avLst/>
            </a:prstGeom>
            <a:solidFill>
              <a:srgbClr val="00A6A6"/>
            </a:solidFill>
            <a:ln w="2743">
              <a:solidFill>
                <a:srgbClr val="FFFFFF"/>
              </a:solidFill>
            </a:ln>
            <a:effectLst/>
          </p:spPr>
          <p:txBody>
            <a:bodyPr rtlCol="0" anchor="ctr"/>
            <a:lstStyle/>
            <a:p>
              <a:pPr algn="ctr"/>
            </a:p>
          </p:txBody>
        </p:sp>
        <p:sp>
          <p:nvSpPr>
            <p:cNvPr id="1106" name="link6_sensor_0: 0.7537 m"/>
            <p:cNvSpPr/>
            <p:nvPr/>
          </p:nvSpPr>
          <p:spPr>
            <a:xfrm>
              <a:off x="10795715" y="399783"/>
              <a:ext cx="28346" cy="28346"/>
            </a:xfrm>
            <a:prstGeom prst="ellipse">
              <a:avLst/>
            </a:prstGeom>
            <a:solidFill>
              <a:srgbClr val="00A6A6"/>
            </a:solidFill>
            <a:ln w="2743">
              <a:solidFill>
                <a:srgbClr val="FFFFFF"/>
              </a:solidFill>
            </a:ln>
            <a:effectLst/>
          </p:spPr>
          <p:txBody>
            <a:bodyPr rtlCol="0" anchor="ctr"/>
            <a:lstStyle/>
            <a:p>
              <a:pPr algn="ctr"/>
            </a:p>
          </p:txBody>
        </p:sp>
        <p:sp>
          <p:nvSpPr>
            <p:cNvPr id="1107" name="link6_sensor_3: 0.4996 m"/>
            <p:cNvSpPr/>
            <p:nvPr/>
          </p:nvSpPr>
          <p:spPr>
            <a:xfrm>
              <a:off x="9394399" y="536441"/>
              <a:ext cx="28346" cy="28346"/>
            </a:xfrm>
            <a:prstGeom prst="ellipse">
              <a:avLst/>
            </a:prstGeom>
            <a:solidFill>
              <a:srgbClr val="00A6A6"/>
            </a:solidFill>
            <a:ln w="2743">
              <a:solidFill>
                <a:srgbClr val="FFFFFF"/>
              </a:solidFill>
            </a:ln>
            <a:effectLst/>
          </p:spPr>
          <p:txBody>
            <a:bodyPr rtlCol="0" anchor="ctr"/>
            <a:lstStyle/>
            <a:p>
              <a:pPr algn="ctr"/>
            </a:p>
          </p:txBody>
        </p:sp>
        <p:sp>
          <p:nvSpPr>
            <p:cNvPr id="1108" name="link6_sensor_0: 0.7381 m"/>
            <p:cNvSpPr/>
            <p:nvPr/>
          </p:nvSpPr>
          <p:spPr>
            <a:xfrm>
              <a:off x="10658464" y="250816"/>
              <a:ext cx="28346" cy="28346"/>
            </a:xfrm>
            <a:prstGeom prst="ellipse">
              <a:avLst/>
            </a:prstGeom>
            <a:solidFill>
              <a:srgbClr val="00A6A6"/>
            </a:solidFill>
            <a:ln w="2743">
              <a:solidFill>
                <a:srgbClr val="FFFFFF"/>
              </a:solidFill>
            </a:ln>
            <a:effectLst/>
          </p:spPr>
          <p:txBody>
            <a:bodyPr rtlCol="0" anchor="ctr"/>
            <a:lstStyle/>
            <a:p>
              <a:pPr algn="ctr"/>
            </a:p>
          </p:txBody>
        </p:sp>
        <p:sp>
          <p:nvSpPr>
            <p:cNvPr id="1109" name="link6_sensor_2: 0.7552 m"/>
            <p:cNvSpPr/>
            <p:nvPr/>
          </p:nvSpPr>
          <p:spPr>
            <a:xfrm>
              <a:off x="11044931" y="674629"/>
              <a:ext cx="28346" cy="28346"/>
            </a:xfrm>
            <a:prstGeom prst="ellipse">
              <a:avLst/>
            </a:prstGeom>
            <a:solidFill>
              <a:srgbClr val="00A6A6"/>
            </a:solidFill>
            <a:ln w="2743">
              <a:solidFill>
                <a:srgbClr val="FFFFFF"/>
              </a:solidFill>
            </a:ln>
            <a:effectLst/>
          </p:spPr>
          <p:txBody>
            <a:bodyPr rtlCol="0" anchor="ctr"/>
            <a:lstStyle/>
            <a:p>
              <a:pPr algn="ctr"/>
            </a:p>
          </p:txBody>
        </p:sp>
        <p:sp>
          <p:nvSpPr>
            <p:cNvPr id="1110" name="link2_sensor_6: 0.8173 m"/>
            <p:cNvSpPr/>
            <p:nvPr/>
          </p:nvSpPr>
          <p:spPr>
            <a:xfrm>
              <a:off x="8412571" y="3078566"/>
              <a:ext cx="28346" cy="28346"/>
            </a:xfrm>
            <a:prstGeom prst="ellipse">
              <a:avLst/>
            </a:prstGeom>
            <a:solidFill>
              <a:srgbClr val="00A6A6"/>
            </a:solidFill>
            <a:ln w="2743">
              <a:solidFill>
                <a:srgbClr val="FFFFFF"/>
              </a:solidFill>
            </a:ln>
            <a:effectLst/>
          </p:spPr>
          <p:txBody>
            <a:bodyPr rtlCol="0" anchor="ctr"/>
            <a:lstStyle/>
            <a:p>
              <a:pPr algn="ctr"/>
            </a:p>
          </p:txBody>
        </p:sp>
        <p:sp>
          <p:nvSpPr>
            <p:cNvPr id="1111" name="link6_sensor_3: 0.4253 m"/>
            <p:cNvSpPr/>
            <p:nvPr/>
          </p:nvSpPr>
          <p:spPr>
            <a:xfrm>
              <a:off x="9354027" y="762896"/>
              <a:ext cx="28346" cy="28346"/>
            </a:xfrm>
            <a:prstGeom prst="ellipse">
              <a:avLst/>
            </a:prstGeom>
            <a:solidFill>
              <a:srgbClr val="00A6A6"/>
            </a:solidFill>
            <a:ln w="2743">
              <a:solidFill>
                <a:srgbClr val="FFFFFF"/>
              </a:solidFill>
            </a:ln>
            <a:effectLst/>
          </p:spPr>
          <p:txBody>
            <a:bodyPr rtlCol="0" anchor="ctr"/>
            <a:lstStyle/>
            <a:p>
              <a:pPr algn="ctr"/>
            </a:p>
          </p:txBody>
        </p:sp>
        <p:sp>
          <p:nvSpPr>
            <p:cNvPr id="1112" name="link6_sensor_0: 0.7843 m"/>
            <p:cNvSpPr/>
            <p:nvPr/>
          </p:nvSpPr>
          <p:spPr>
            <a:xfrm>
              <a:off x="10964363" y="396382"/>
              <a:ext cx="28346" cy="28346"/>
            </a:xfrm>
            <a:prstGeom prst="ellipse">
              <a:avLst/>
            </a:prstGeom>
            <a:solidFill>
              <a:srgbClr val="00A6A6"/>
            </a:solidFill>
            <a:ln w="2743">
              <a:solidFill>
                <a:srgbClr val="FFFFFF"/>
              </a:solidFill>
            </a:ln>
            <a:effectLst/>
          </p:spPr>
          <p:txBody>
            <a:bodyPr rtlCol="0" anchor="ctr"/>
            <a:lstStyle/>
            <a:p>
              <a:pPr algn="ctr"/>
            </a:p>
          </p:txBody>
        </p:sp>
        <p:sp>
          <p:nvSpPr>
            <p:cNvPr id="1113" name="link6_sensor_3: 0.3702 m"/>
            <p:cNvSpPr/>
            <p:nvPr/>
          </p:nvSpPr>
          <p:spPr>
            <a:xfrm>
              <a:off x="9323761" y="932661"/>
              <a:ext cx="28346" cy="28346"/>
            </a:xfrm>
            <a:prstGeom prst="ellipse">
              <a:avLst/>
            </a:prstGeom>
            <a:solidFill>
              <a:srgbClr val="00A6A6"/>
            </a:solidFill>
            <a:ln w="2743">
              <a:solidFill>
                <a:srgbClr val="FFFFFF"/>
              </a:solidFill>
            </a:ln>
            <a:effectLst/>
          </p:spPr>
          <p:txBody>
            <a:bodyPr rtlCol="0" anchor="ctr"/>
            <a:lstStyle/>
            <a:p>
              <a:pPr algn="ctr"/>
            </a:p>
          </p:txBody>
        </p:sp>
        <p:sp>
          <p:nvSpPr>
            <p:cNvPr id="1114" name="link6_sensor_3: 0.5040 m"/>
            <p:cNvSpPr/>
            <p:nvPr/>
          </p:nvSpPr>
          <p:spPr>
            <a:xfrm>
              <a:off x="9384239" y="436053"/>
              <a:ext cx="28346" cy="28346"/>
            </a:xfrm>
            <a:prstGeom prst="ellipse">
              <a:avLst/>
            </a:prstGeom>
            <a:solidFill>
              <a:srgbClr val="00A6A6"/>
            </a:solidFill>
            <a:ln w="2743">
              <a:solidFill>
                <a:srgbClr val="FFFFFF"/>
              </a:solidFill>
            </a:ln>
            <a:effectLst/>
          </p:spPr>
          <p:txBody>
            <a:bodyPr rtlCol="0" anchor="ctr"/>
            <a:lstStyle/>
            <a:p>
              <a:pPr algn="ctr"/>
            </a:p>
          </p:txBody>
        </p:sp>
        <p:sp>
          <p:nvSpPr>
            <p:cNvPr id="1115" name="link6_sensor_0: 0.7673 m"/>
            <p:cNvSpPr/>
            <p:nvPr/>
          </p:nvSpPr>
          <p:spPr>
            <a:xfrm>
              <a:off x="10817117" y="239621"/>
              <a:ext cx="28346" cy="28346"/>
            </a:xfrm>
            <a:prstGeom prst="ellipse">
              <a:avLst/>
            </a:prstGeom>
            <a:solidFill>
              <a:srgbClr val="00A6A6"/>
            </a:solidFill>
            <a:ln w="2743">
              <a:solidFill>
                <a:srgbClr val="FFFFFF"/>
              </a:solidFill>
            </a:ln>
            <a:effectLst/>
          </p:spPr>
          <p:txBody>
            <a:bodyPr rtlCol="0" anchor="ctr"/>
            <a:lstStyle/>
            <a:p>
              <a:pPr algn="ctr"/>
            </a:p>
          </p:txBody>
        </p:sp>
        <p:sp>
          <p:nvSpPr>
            <p:cNvPr id="1116" name="link6_sensor_0: 0.7466 m"/>
            <p:cNvSpPr/>
            <p:nvPr/>
          </p:nvSpPr>
          <p:spPr>
            <a:xfrm>
              <a:off x="11043186" y="584358"/>
              <a:ext cx="28346" cy="28346"/>
            </a:xfrm>
            <a:prstGeom prst="ellipse">
              <a:avLst/>
            </a:prstGeom>
            <a:solidFill>
              <a:srgbClr val="00A6A6"/>
            </a:solidFill>
            <a:ln w="2743">
              <a:solidFill>
                <a:srgbClr val="FFFFFF"/>
              </a:solidFill>
            </a:ln>
            <a:effectLst/>
          </p:spPr>
          <p:txBody>
            <a:bodyPr rtlCol="0" anchor="ctr"/>
            <a:lstStyle/>
            <a:p>
              <a:pPr algn="ctr"/>
            </a:p>
          </p:txBody>
        </p:sp>
        <p:sp>
          <p:nvSpPr>
            <p:cNvPr id="1117" name="link6_sensor_3: 0.4285 m"/>
            <p:cNvSpPr/>
            <p:nvPr/>
          </p:nvSpPr>
          <p:spPr>
            <a:xfrm>
              <a:off x="9344589" y="681370"/>
              <a:ext cx="28346" cy="28346"/>
            </a:xfrm>
            <a:prstGeom prst="ellipse">
              <a:avLst/>
            </a:prstGeom>
            <a:solidFill>
              <a:srgbClr val="00A6A6"/>
            </a:solidFill>
            <a:ln w="2743">
              <a:solidFill>
                <a:srgbClr val="FFFFFF"/>
              </a:solidFill>
            </a:ln>
            <a:effectLst/>
          </p:spPr>
          <p:txBody>
            <a:bodyPr rtlCol="0" anchor="ctr"/>
            <a:lstStyle/>
            <a:p>
              <a:pPr algn="ctr"/>
            </a:p>
          </p:txBody>
        </p:sp>
        <p:sp>
          <p:nvSpPr>
            <p:cNvPr id="1118" name="link6_sensor_2: 0.6708 m"/>
            <p:cNvSpPr/>
            <p:nvPr/>
          </p:nvSpPr>
          <p:spPr>
            <a:xfrm>
              <a:off x="11001135" y="998376"/>
              <a:ext cx="28346" cy="28346"/>
            </a:xfrm>
            <a:prstGeom prst="ellipse">
              <a:avLst/>
            </a:prstGeom>
            <a:solidFill>
              <a:srgbClr val="00A6A6"/>
            </a:solidFill>
            <a:ln w="2743">
              <a:solidFill>
                <a:srgbClr val="FFFFFF"/>
              </a:solidFill>
            </a:ln>
            <a:effectLst/>
          </p:spPr>
          <p:txBody>
            <a:bodyPr rtlCol="0" anchor="ctr"/>
            <a:lstStyle/>
            <a:p>
              <a:pPr algn="ctr"/>
            </a:p>
          </p:txBody>
        </p:sp>
        <p:sp>
          <p:nvSpPr>
            <p:cNvPr id="1119" name="link6_sensor_2: 0.7668 m"/>
            <p:cNvSpPr/>
            <p:nvPr/>
          </p:nvSpPr>
          <p:spPr>
            <a:xfrm>
              <a:off x="11061918" y="523609"/>
              <a:ext cx="28346" cy="28346"/>
            </a:xfrm>
            <a:prstGeom prst="ellipse">
              <a:avLst/>
            </a:prstGeom>
            <a:solidFill>
              <a:srgbClr val="00A6A6"/>
            </a:solidFill>
            <a:ln w="2743">
              <a:solidFill>
                <a:srgbClr val="FFFFFF"/>
              </a:solidFill>
            </a:ln>
            <a:effectLst/>
          </p:spPr>
          <p:txBody>
            <a:bodyPr rtlCol="0" anchor="ctr"/>
            <a:lstStyle/>
            <a:p>
              <a:pPr algn="ctr"/>
            </a:p>
          </p:txBody>
        </p:sp>
        <p:sp>
          <p:nvSpPr>
            <p:cNvPr id="1120" name="link6_sensor_3: 0.3727 m"/>
            <p:cNvSpPr/>
            <p:nvPr/>
          </p:nvSpPr>
          <p:spPr>
            <a:xfrm>
              <a:off x="9315031" y="864279"/>
              <a:ext cx="28346" cy="28346"/>
            </a:xfrm>
            <a:prstGeom prst="ellipse">
              <a:avLst/>
            </a:prstGeom>
            <a:solidFill>
              <a:srgbClr val="00A6A6"/>
            </a:solidFill>
            <a:ln w="2743">
              <a:solidFill>
                <a:srgbClr val="FFFFFF"/>
              </a:solidFill>
            </a:ln>
            <a:effectLst/>
          </p:spPr>
          <p:txBody>
            <a:bodyPr rtlCol="0" anchor="ctr"/>
            <a:lstStyle/>
            <a:p>
              <a:pPr algn="ctr"/>
            </a:p>
          </p:txBody>
        </p:sp>
        <p:sp>
          <p:nvSpPr>
            <p:cNvPr id="1121" name="link2_sensor_6: 0.9240 m"/>
            <p:cNvSpPr/>
            <p:nvPr/>
          </p:nvSpPr>
          <p:spPr>
            <a:xfrm>
              <a:off x="8121514" y="3125270"/>
              <a:ext cx="28346" cy="28346"/>
            </a:xfrm>
            <a:prstGeom prst="ellipse">
              <a:avLst/>
            </a:prstGeom>
            <a:solidFill>
              <a:srgbClr val="00A6A6"/>
            </a:solidFill>
            <a:ln w="2743">
              <a:solidFill>
                <a:srgbClr val="FFFFFF"/>
              </a:solidFill>
            </a:ln>
            <a:effectLst/>
          </p:spPr>
          <p:txBody>
            <a:bodyPr rtlCol="0" anchor="ctr"/>
            <a:lstStyle/>
            <a:p>
              <a:pPr algn="ctr"/>
            </a:p>
          </p:txBody>
        </p:sp>
        <p:sp>
          <p:nvSpPr>
            <p:cNvPr id="1122" name="link6_sensor_3: 0.5086 m"/>
            <p:cNvSpPr/>
            <p:nvPr/>
          </p:nvSpPr>
          <p:spPr>
            <a:xfrm>
              <a:off x="9373625" y="331175"/>
              <a:ext cx="28346" cy="28346"/>
            </a:xfrm>
            <a:prstGeom prst="ellipse">
              <a:avLst/>
            </a:prstGeom>
            <a:solidFill>
              <a:srgbClr val="00A6A6"/>
            </a:solidFill>
            <a:ln w="2743">
              <a:solidFill>
                <a:srgbClr val="FFFFFF"/>
              </a:solidFill>
            </a:ln>
            <a:effectLst/>
          </p:spPr>
          <p:txBody>
            <a:bodyPr rtlCol="0" anchor="ctr"/>
            <a:lstStyle/>
            <a:p>
              <a:pPr algn="ctr"/>
            </a:p>
          </p:txBody>
        </p:sp>
        <p:sp>
          <p:nvSpPr>
            <p:cNvPr id="1123" name="link6_sensor_3: 0.4318 m"/>
            <p:cNvSpPr/>
            <p:nvPr/>
          </p:nvSpPr>
          <p:spPr>
            <a:xfrm>
              <a:off x="9334798" y="596744"/>
              <a:ext cx="28346" cy="28346"/>
            </a:xfrm>
            <a:prstGeom prst="ellipse">
              <a:avLst/>
            </a:prstGeom>
            <a:solidFill>
              <a:srgbClr val="00A6A6"/>
            </a:solidFill>
            <a:ln w="2743">
              <a:solidFill>
                <a:srgbClr val="FFFFFF"/>
              </a:solidFill>
            </a:ln>
            <a:effectLst/>
          </p:spPr>
          <p:txBody>
            <a:bodyPr rtlCol="0" anchor="ctr"/>
            <a:lstStyle/>
            <a:p>
              <a:pPr algn="ctr"/>
            </a:p>
          </p:txBody>
        </p:sp>
        <p:sp>
          <p:nvSpPr>
            <p:cNvPr id="1124" name="link6_sensor_0: 0.7990 m"/>
            <p:cNvSpPr/>
            <p:nvPr/>
          </p:nvSpPr>
          <p:spPr>
            <a:xfrm>
              <a:off x="10993461" y="227167"/>
              <a:ext cx="28346" cy="28346"/>
            </a:xfrm>
            <a:prstGeom prst="ellipse">
              <a:avLst/>
            </a:prstGeom>
            <a:solidFill>
              <a:srgbClr val="00A6A6"/>
            </a:solidFill>
            <a:ln w="2743">
              <a:solidFill>
                <a:srgbClr val="FFFFFF"/>
              </a:solidFill>
            </a:ln>
            <a:effectLst/>
          </p:spPr>
          <p:txBody>
            <a:bodyPr rtlCol="0" anchor="ctr"/>
            <a:lstStyle/>
            <a:p>
              <a:pPr algn="ctr"/>
            </a:p>
          </p:txBody>
        </p:sp>
        <p:sp>
          <p:nvSpPr>
            <p:cNvPr id="1125" name="link6_sensor_3: 0.3752 m"/>
            <p:cNvSpPr/>
            <p:nvPr/>
          </p:nvSpPr>
          <p:spPr>
            <a:xfrm>
              <a:off x="9306012" y="793628"/>
              <a:ext cx="28346" cy="28346"/>
            </a:xfrm>
            <a:prstGeom prst="ellipse">
              <a:avLst/>
            </a:prstGeom>
            <a:solidFill>
              <a:srgbClr val="00A6A6"/>
            </a:solidFill>
            <a:ln w="2743">
              <a:solidFill>
                <a:srgbClr val="FFFFFF"/>
              </a:solidFill>
            </a:ln>
            <a:effectLst/>
          </p:spPr>
          <p:txBody>
            <a:bodyPr rtlCol="0" anchor="ctr"/>
            <a:lstStyle/>
            <a:p>
              <a:pPr algn="ctr"/>
            </a:p>
          </p:txBody>
        </p:sp>
        <p:sp>
          <p:nvSpPr>
            <p:cNvPr id="1126" name="link6_sensor_2: 0.6800 m"/>
            <p:cNvSpPr/>
            <p:nvPr/>
          </p:nvSpPr>
          <p:spPr>
            <a:xfrm>
              <a:off x="11015095" y="872273"/>
              <a:ext cx="28346" cy="28346"/>
            </a:xfrm>
            <a:prstGeom prst="ellipse">
              <a:avLst/>
            </a:prstGeom>
            <a:solidFill>
              <a:srgbClr val="00A6A6"/>
            </a:solidFill>
            <a:ln w="2743">
              <a:solidFill>
                <a:srgbClr val="FFFFFF"/>
              </a:solidFill>
            </a:ln>
            <a:effectLst/>
          </p:spPr>
          <p:txBody>
            <a:bodyPr rtlCol="0" anchor="ctr"/>
            <a:lstStyle/>
            <a:p>
              <a:pPr algn="ctr"/>
            </a:p>
          </p:txBody>
        </p:sp>
        <p:sp>
          <p:nvSpPr>
            <p:cNvPr id="1127" name="link6_sensor_0: 0.7493 m"/>
            <p:cNvSpPr/>
            <p:nvPr/>
          </p:nvSpPr>
          <p:spPr>
            <a:xfrm>
              <a:off x="11059192" y="436290"/>
              <a:ext cx="28346" cy="28346"/>
            </a:xfrm>
            <a:prstGeom prst="ellipse">
              <a:avLst/>
            </a:prstGeom>
            <a:solidFill>
              <a:srgbClr val="00A6A6"/>
            </a:solidFill>
            <a:ln w="2743">
              <a:solidFill>
                <a:srgbClr val="FFFFFF"/>
              </a:solidFill>
            </a:ln>
            <a:effectLst/>
          </p:spPr>
          <p:txBody>
            <a:bodyPr rtlCol="0" anchor="ctr"/>
            <a:lstStyle/>
            <a:p>
              <a:pPr algn="ctr"/>
            </a:p>
          </p:txBody>
        </p:sp>
        <p:sp>
          <p:nvSpPr>
            <p:cNvPr id="1128" name="link6_sensor_2: 0.7788 m"/>
            <p:cNvSpPr/>
            <p:nvPr/>
          </p:nvSpPr>
          <p:spPr>
            <a:xfrm>
              <a:off x="11080044" y="362274"/>
              <a:ext cx="28346" cy="28346"/>
            </a:xfrm>
            <a:prstGeom prst="ellipse">
              <a:avLst/>
            </a:prstGeom>
            <a:solidFill>
              <a:srgbClr val="00A6A6"/>
            </a:solidFill>
            <a:ln w="2743">
              <a:solidFill>
                <a:srgbClr val="FFFFFF"/>
              </a:solidFill>
            </a:ln>
            <a:effectLst/>
          </p:spPr>
          <p:txBody>
            <a:bodyPr rtlCol="0" anchor="ctr"/>
            <a:lstStyle/>
            <a:p>
              <a:pPr algn="ctr"/>
            </a:p>
          </p:txBody>
        </p:sp>
        <p:sp>
          <p:nvSpPr>
            <p:cNvPr id="1129" name="link6_sensor_3: 0.5132 m"/>
            <p:cNvSpPr/>
            <p:nvPr/>
          </p:nvSpPr>
          <p:spPr>
            <a:xfrm>
              <a:off x="9362525" y="221496"/>
              <a:ext cx="28346" cy="28346"/>
            </a:xfrm>
            <a:prstGeom prst="ellipse">
              <a:avLst/>
            </a:prstGeom>
            <a:solidFill>
              <a:srgbClr val="00A6A6"/>
            </a:solidFill>
            <a:ln w="2743">
              <a:solidFill>
                <a:srgbClr val="FFFFFF"/>
              </a:solidFill>
            </a:ln>
            <a:effectLst/>
          </p:spPr>
          <p:txBody>
            <a:bodyPr rtlCol="0" anchor="ctr"/>
            <a:lstStyle/>
            <a:p>
              <a:pPr algn="ctr"/>
            </a:p>
          </p:txBody>
        </p:sp>
        <p:sp>
          <p:nvSpPr>
            <p:cNvPr id="1130" name="link6_sensor_3: 0.4351 m"/>
            <p:cNvSpPr/>
            <p:nvPr/>
          </p:nvSpPr>
          <p:spPr>
            <a:xfrm>
              <a:off x="9324626" y="508832"/>
              <a:ext cx="28346" cy="28346"/>
            </a:xfrm>
            <a:prstGeom prst="ellipse">
              <a:avLst/>
            </a:prstGeom>
            <a:solidFill>
              <a:srgbClr val="00A6A6"/>
            </a:solidFill>
            <a:ln w="2743">
              <a:solidFill>
                <a:srgbClr val="FFFFFF"/>
              </a:solidFill>
            </a:ln>
            <a:effectLst/>
          </p:spPr>
          <p:txBody>
            <a:bodyPr rtlCol="0" anchor="ctr"/>
            <a:lstStyle/>
            <a:p>
              <a:pPr algn="ctr"/>
            </a:p>
          </p:txBody>
        </p:sp>
        <p:sp>
          <p:nvSpPr>
            <p:cNvPr id="1131" name="link6_sensor_3: 0.3777 m"/>
            <p:cNvSpPr/>
            <p:nvPr/>
          </p:nvSpPr>
          <p:spPr>
            <a:xfrm>
              <a:off x="9296692" y="720595"/>
              <a:ext cx="28346" cy="28346"/>
            </a:xfrm>
            <a:prstGeom prst="ellipse">
              <a:avLst/>
            </a:prstGeom>
            <a:solidFill>
              <a:srgbClr val="00A6A6"/>
            </a:solidFill>
            <a:ln w="2743">
              <a:solidFill>
                <a:srgbClr val="FFFFFF"/>
              </a:solidFill>
            </a:ln>
            <a:effectLst/>
          </p:spPr>
          <p:txBody>
            <a:bodyPr rtlCol="0" anchor="ctr"/>
            <a:lstStyle/>
            <a:p>
              <a:pPr algn="ctr"/>
            </a:p>
          </p:txBody>
        </p:sp>
        <p:sp>
          <p:nvSpPr>
            <p:cNvPr id="1132" name="link2_sensor_6: 0.8117 m"/>
            <p:cNvSpPr/>
            <p:nvPr/>
          </p:nvSpPr>
          <p:spPr>
            <a:xfrm>
              <a:off x="8321321" y="3200281"/>
              <a:ext cx="28346" cy="28346"/>
            </a:xfrm>
            <a:prstGeom prst="ellipse">
              <a:avLst/>
            </a:prstGeom>
            <a:solidFill>
              <a:srgbClr val="00A6A6"/>
            </a:solidFill>
            <a:ln w="2743">
              <a:solidFill>
                <a:srgbClr val="FFFFFF"/>
              </a:solidFill>
            </a:ln>
            <a:effectLst/>
          </p:spPr>
          <p:txBody>
            <a:bodyPr rtlCol="0" anchor="ctr"/>
            <a:lstStyle/>
            <a:p>
              <a:pPr algn="ctr"/>
            </a:p>
          </p:txBody>
        </p:sp>
        <p:sp>
          <p:nvSpPr>
            <p:cNvPr id="1133" name="link6_sensor_3: 0.3004 m"/>
            <p:cNvSpPr/>
            <p:nvPr/>
          </p:nvSpPr>
          <p:spPr>
            <a:xfrm>
              <a:off x="9250158" y="956183"/>
              <a:ext cx="28346" cy="28346"/>
            </a:xfrm>
            <a:prstGeom prst="ellipse">
              <a:avLst/>
            </a:prstGeom>
            <a:solidFill>
              <a:srgbClr val="00A6A6"/>
            </a:solidFill>
            <a:ln w="2743">
              <a:solidFill>
                <a:srgbClr val="FFFFFF"/>
              </a:solidFill>
            </a:ln>
            <a:effectLst/>
          </p:spPr>
          <p:txBody>
            <a:bodyPr rtlCol="0" anchor="ctr"/>
            <a:lstStyle/>
            <a:p>
              <a:pPr algn="ctr"/>
            </a:p>
          </p:txBody>
        </p:sp>
        <p:sp>
          <p:nvSpPr>
            <p:cNvPr id="1134" name="link6_sensor_2: 0.6894 m"/>
            <p:cNvSpPr/>
            <p:nvPr/>
          </p:nvSpPr>
          <p:spPr>
            <a:xfrm>
              <a:off x="11029972" y="738430"/>
              <a:ext cx="28346" cy="28346"/>
            </a:xfrm>
            <a:prstGeom prst="ellipse">
              <a:avLst/>
            </a:prstGeom>
            <a:solidFill>
              <a:srgbClr val="00A6A6"/>
            </a:solidFill>
            <a:ln w="2743">
              <a:solidFill>
                <a:srgbClr val="FFFFFF"/>
              </a:solidFill>
            </a:ln>
            <a:effectLst/>
          </p:spPr>
          <p:txBody>
            <a:bodyPr rtlCol="0" anchor="ctr"/>
            <a:lstStyle/>
            <a:p>
              <a:pPr algn="ctr"/>
            </a:p>
          </p:txBody>
        </p:sp>
        <p:sp>
          <p:nvSpPr>
            <p:cNvPr id="1135" name="link6_sensor_3: 0.3802 m"/>
            <p:cNvSpPr/>
            <p:nvPr/>
          </p:nvSpPr>
          <p:spPr>
            <a:xfrm>
              <a:off x="9287053" y="645058"/>
              <a:ext cx="28346" cy="28346"/>
            </a:xfrm>
            <a:prstGeom prst="ellipse">
              <a:avLst/>
            </a:prstGeom>
            <a:solidFill>
              <a:srgbClr val="00A6A6"/>
            </a:solidFill>
            <a:ln w="2743">
              <a:solidFill>
                <a:srgbClr val="FFFFFF"/>
              </a:solidFill>
            </a:ln>
            <a:effectLst/>
          </p:spPr>
          <p:txBody>
            <a:bodyPr rtlCol="0" anchor="ctr"/>
            <a:lstStyle/>
            <a:p>
              <a:pPr algn="ctr"/>
            </a:p>
          </p:txBody>
        </p:sp>
        <p:sp>
          <p:nvSpPr>
            <p:cNvPr id="1136" name="link6_sensor_3: 0.4385 m"/>
            <p:cNvSpPr/>
            <p:nvPr/>
          </p:nvSpPr>
          <p:spPr>
            <a:xfrm>
              <a:off x="9314052" y="417438"/>
              <a:ext cx="28346" cy="28346"/>
            </a:xfrm>
            <a:prstGeom prst="ellipse">
              <a:avLst/>
            </a:prstGeom>
            <a:solidFill>
              <a:srgbClr val="00A6A6"/>
            </a:solidFill>
            <a:ln w="2743">
              <a:solidFill>
                <a:srgbClr val="FFFFFF"/>
              </a:solidFill>
            </a:ln>
            <a:effectLst/>
          </p:spPr>
          <p:txBody>
            <a:bodyPr rtlCol="0" anchor="ctr"/>
            <a:lstStyle/>
            <a:p>
              <a:pPr algn="ctr"/>
            </a:p>
          </p:txBody>
        </p:sp>
        <p:sp>
          <p:nvSpPr>
            <p:cNvPr id="1137" name="link6_sensor_2: 0.7911 m"/>
            <p:cNvSpPr/>
            <p:nvPr/>
          </p:nvSpPr>
          <p:spPr>
            <a:xfrm>
              <a:off x="11099502" y="189485"/>
              <a:ext cx="28346" cy="28346"/>
            </a:xfrm>
            <a:prstGeom prst="ellipse">
              <a:avLst/>
            </a:prstGeom>
            <a:solidFill>
              <a:srgbClr val="00A6A6"/>
            </a:solidFill>
            <a:ln w="2743">
              <a:solidFill>
                <a:srgbClr val="FFFFFF"/>
              </a:solidFill>
            </a:ln>
            <a:effectLst/>
          </p:spPr>
          <p:txBody>
            <a:bodyPr rtlCol="0" anchor="ctr"/>
            <a:lstStyle/>
            <a:p>
              <a:pPr algn="ctr"/>
            </a:p>
          </p:txBody>
        </p:sp>
        <p:sp>
          <p:nvSpPr>
            <p:cNvPr id="1138" name="link6_sensor_3: 0.3020 m"/>
            <p:cNvSpPr/>
            <p:nvPr/>
          </p:nvSpPr>
          <p:spPr>
            <a:xfrm>
              <a:off x="9241807" y="899002"/>
              <a:ext cx="28346" cy="28346"/>
            </a:xfrm>
            <a:prstGeom prst="ellipse">
              <a:avLst/>
            </a:prstGeom>
            <a:solidFill>
              <a:srgbClr val="00A6A6"/>
            </a:solidFill>
            <a:ln w="2743">
              <a:solidFill>
                <a:srgbClr val="FFFFFF"/>
              </a:solidFill>
            </a:ln>
            <a:effectLst/>
          </p:spPr>
          <p:txBody>
            <a:bodyPr rtlCol="0" anchor="ctr"/>
            <a:lstStyle/>
            <a:p>
              <a:pPr algn="ctr"/>
            </a:p>
          </p:txBody>
        </p:sp>
        <p:sp>
          <p:nvSpPr>
            <p:cNvPr id="1139" name="link6_sensor_0: 0.7519 m"/>
            <p:cNvSpPr/>
            <p:nvPr/>
          </p:nvSpPr>
          <p:spPr>
            <a:xfrm>
              <a:off x="11076025" y="280750"/>
              <a:ext cx="28346" cy="28346"/>
            </a:xfrm>
            <a:prstGeom prst="ellipse">
              <a:avLst/>
            </a:prstGeom>
            <a:solidFill>
              <a:srgbClr val="00A6A6"/>
            </a:solidFill>
            <a:ln w="2743">
              <a:solidFill>
                <a:srgbClr val="FFFFFF"/>
              </a:solidFill>
            </a:ln>
            <a:effectLst/>
          </p:spPr>
          <p:txBody>
            <a:bodyPr rtlCol="0" anchor="ctr"/>
            <a:lstStyle/>
            <a:p>
              <a:pPr algn="ctr"/>
            </a:p>
          </p:txBody>
        </p:sp>
        <p:sp>
          <p:nvSpPr>
            <p:cNvPr id="1140" name="link6_sensor_2: 0.6184 m"/>
            <p:cNvSpPr/>
            <p:nvPr/>
          </p:nvSpPr>
          <p:spPr>
            <a:xfrm>
              <a:off x="10989369" y="1043513"/>
              <a:ext cx="28346" cy="28346"/>
            </a:xfrm>
            <a:prstGeom prst="ellipse">
              <a:avLst/>
            </a:prstGeom>
            <a:solidFill>
              <a:srgbClr val="00A6A6"/>
            </a:solidFill>
            <a:ln w="2743">
              <a:solidFill>
                <a:srgbClr val="FFFFFF"/>
              </a:solidFill>
            </a:ln>
            <a:effectLst/>
          </p:spPr>
          <p:txBody>
            <a:bodyPr rtlCol="0" anchor="ctr"/>
            <a:lstStyle/>
            <a:p>
              <a:pPr algn="ctr"/>
            </a:p>
          </p:txBody>
        </p:sp>
        <p:sp>
          <p:nvSpPr>
            <p:cNvPr id="1141" name="link6_sensor_3: 0.3828 m"/>
            <p:cNvSpPr/>
            <p:nvPr/>
          </p:nvSpPr>
          <p:spPr>
            <a:xfrm>
              <a:off x="9277078" y="566884"/>
              <a:ext cx="28346" cy="28346"/>
            </a:xfrm>
            <a:prstGeom prst="ellipse">
              <a:avLst/>
            </a:prstGeom>
            <a:solidFill>
              <a:srgbClr val="00A6A6"/>
            </a:solidFill>
            <a:ln w="2743">
              <a:solidFill>
                <a:srgbClr val="FFFFFF"/>
              </a:solidFill>
            </a:ln>
            <a:effectLst/>
          </p:spPr>
          <p:txBody>
            <a:bodyPr rtlCol="0" anchor="ctr"/>
            <a:lstStyle/>
            <a:p>
              <a:pPr algn="ctr"/>
            </a:p>
          </p:txBody>
        </p:sp>
        <p:sp>
          <p:nvSpPr>
            <p:cNvPr id="1142" name="link3_sensor_2: 0.5325 m"/>
            <p:cNvSpPr/>
            <p:nvPr/>
          </p:nvSpPr>
          <p:spPr>
            <a:xfrm>
              <a:off x="9150729" y="1438292"/>
              <a:ext cx="28346" cy="28346"/>
            </a:xfrm>
            <a:prstGeom prst="ellipse">
              <a:avLst/>
            </a:prstGeom>
            <a:solidFill>
              <a:srgbClr val="00A6A6"/>
            </a:solidFill>
            <a:ln w="2743">
              <a:solidFill>
                <a:srgbClr val="FFFFFF"/>
              </a:solidFill>
            </a:ln>
            <a:effectLst/>
          </p:spPr>
          <p:txBody>
            <a:bodyPr rtlCol="0" anchor="ctr"/>
            <a:lstStyle/>
            <a:p>
              <a:pPr algn="ctr"/>
            </a:p>
          </p:txBody>
        </p:sp>
        <p:sp>
          <p:nvSpPr>
            <p:cNvPr id="1143" name="link6_sensor_3: 0.4419 m"/>
            <p:cNvSpPr/>
            <p:nvPr/>
          </p:nvSpPr>
          <p:spPr>
            <a:xfrm>
              <a:off x="9303049" y="322349"/>
              <a:ext cx="28346" cy="28346"/>
            </a:xfrm>
            <a:prstGeom prst="ellipse">
              <a:avLst/>
            </a:prstGeom>
            <a:solidFill>
              <a:srgbClr val="00A6A6"/>
            </a:solidFill>
            <a:ln w="2743">
              <a:solidFill>
                <a:srgbClr val="FFFFFF"/>
              </a:solidFill>
            </a:ln>
            <a:effectLst/>
          </p:spPr>
          <p:txBody>
            <a:bodyPr rtlCol="0" anchor="ctr"/>
            <a:lstStyle/>
            <a:p>
              <a:pPr algn="ctr"/>
            </a:p>
          </p:txBody>
        </p:sp>
        <p:sp>
          <p:nvSpPr>
            <p:cNvPr id="1144" name="link6_sensor_3: 0.3036 m"/>
            <p:cNvSpPr/>
            <p:nvPr/>
          </p:nvSpPr>
          <p:spPr>
            <a:xfrm>
              <a:off x="9233228" y="840231"/>
              <a:ext cx="28346" cy="28346"/>
            </a:xfrm>
            <a:prstGeom prst="ellipse">
              <a:avLst/>
            </a:prstGeom>
            <a:solidFill>
              <a:srgbClr val="00A6A6"/>
            </a:solidFill>
            <a:ln w="2743">
              <a:solidFill>
                <a:srgbClr val="FFFFFF"/>
              </a:solidFill>
            </a:ln>
            <a:effectLst/>
          </p:spPr>
          <p:txBody>
            <a:bodyPr rtlCol="0" anchor="ctr"/>
            <a:lstStyle/>
            <a:p>
              <a:pPr algn="ctr"/>
            </a:p>
          </p:txBody>
        </p:sp>
        <p:sp>
          <p:nvSpPr>
            <p:cNvPr id="1145" name="link6_sensor_2: 0.6991 m"/>
            <p:cNvSpPr/>
            <p:nvPr/>
          </p:nvSpPr>
          <p:spPr>
            <a:xfrm>
              <a:off x="11045799" y="596113"/>
              <a:ext cx="28346" cy="28346"/>
            </a:xfrm>
            <a:prstGeom prst="ellipse">
              <a:avLst/>
            </a:prstGeom>
            <a:solidFill>
              <a:srgbClr val="00A6A6"/>
            </a:solidFill>
            <a:ln w="2743">
              <a:solidFill>
                <a:srgbClr val="FFFFFF"/>
              </a:solidFill>
            </a:ln>
            <a:effectLst/>
          </p:spPr>
          <p:txBody>
            <a:bodyPr rtlCol="0" anchor="ctr"/>
            <a:lstStyle/>
            <a:p>
              <a:pPr algn="ctr"/>
            </a:p>
          </p:txBody>
        </p:sp>
        <p:sp>
          <p:nvSpPr>
            <p:cNvPr id="1146" name="link2_sensor_6: 0.9167 m"/>
            <p:cNvSpPr/>
            <p:nvPr/>
          </p:nvSpPr>
          <p:spPr>
            <a:xfrm>
              <a:off x="8005884" y="3267810"/>
              <a:ext cx="28346" cy="28346"/>
            </a:xfrm>
            <a:prstGeom prst="ellipse">
              <a:avLst/>
            </a:prstGeom>
            <a:solidFill>
              <a:srgbClr val="00A6A6"/>
            </a:solidFill>
            <a:ln w="2743">
              <a:solidFill>
                <a:srgbClr val="FFFFFF"/>
              </a:solidFill>
            </a:ln>
            <a:effectLst/>
          </p:spPr>
          <p:txBody>
            <a:bodyPr rtlCol="0" anchor="ctr"/>
            <a:lstStyle/>
            <a:p>
              <a:pPr algn="ctr"/>
            </a:p>
          </p:txBody>
        </p:sp>
        <p:sp>
          <p:nvSpPr>
            <p:cNvPr id="1147" name="link6_sensor_3: 0.3854 m"/>
            <p:cNvSpPr/>
            <p:nvPr/>
          </p:nvSpPr>
          <p:spPr>
            <a:xfrm>
              <a:off x="9266748" y="485934"/>
              <a:ext cx="28346" cy="28346"/>
            </a:xfrm>
            <a:prstGeom prst="ellipse">
              <a:avLst/>
            </a:prstGeom>
            <a:solidFill>
              <a:srgbClr val="00A6A6"/>
            </a:solidFill>
            <a:ln w="2743">
              <a:solidFill>
                <a:srgbClr val="FFFFFF"/>
              </a:solidFill>
            </a:ln>
            <a:effectLst/>
          </p:spPr>
          <p:txBody>
            <a:bodyPr rtlCol="0" anchor="ctr"/>
            <a:lstStyle/>
            <a:p>
              <a:pPr algn="ctr"/>
            </a:p>
          </p:txBody>
        </p:sp>
        <p:sp>
          <p:nvSpPr>
            <p:cNvPr id="1148" name="link3_sensor_1: 0.7601 m"/>
            <p:cNvSpPr/>
            <p:nvPr/>
          </p:nvSpPr>
          <p:spPr>
            <a:xfrm>
              <a:off x="8370995" y="1671779"/>
              <a:ext cx="28346" cy="28346"/>
            </a:xfrm>
            <a:prstGeom prst="ellipse">
              <a:avLst/>
            </a:prstGeom>
            <a:solidFill>
              <a:srgbClr val="00A6A6"/>
            </a:solidFill>
            <a:ln w="2743">
              <a:solidFill>
                <a:srgbClr val="FFFFFF"/>
              </a:solidFill>
            </a:ln>
            <a:effectLst/>
          </p:spPr>
          <p:txBody>
            <a:bodyPr rtlCol="0" anchor="ctr"/>
            <a:lstStyle/>
            <a:p>
              <a:pPr algn="ctr"/>
            </a:p>
          </p:txBody>
        </p:sp>
        <p:sp>
          <p:nvSpPr>
            <p:cNvPr id="1149" name="link6_sensor_2: 0.6262 m"/>
            <p:cNvSpPr/>
            <p:nvPr/>
          </p:nvSpPr>
          <p:spPr>
            <a:xfrm>
              <a:off x="11002436" y="923750"/>
              <a:ext cx="28346" cy="28346"/>
            </a:xfrm>
            <a:prstGeom prst="ellipse">
              <a:avLst/>
            </a:prstGeom>
            <a:solidFill>
              <a:srgbClr val="00A6A6"/>
            </a:solidFill>
            <a:ln w="2743">
              <a:solidFill>
                <a:srgbClr val="FFFFFF"/>
              </a:solidFill>
            </a:ln>
            <a:effectLst/>
          </p:spPr>
          <p:txBody>
            <a:bodyPr rtlCol="0" anchor="ctr"/>
            <a:lstStyle/>
            <a:p>
              <a:pPr algn="ctr"/>
            </a:p>
          </p:txBody>
        </p:sp>
        <p:sp>
          <p:nvSpPr>
            <p:cNvPr id="1150" name="link6_sensor_3: 0.3052 m"/>
            <p:cNvSpPr/>
            <p:nvPr/>
          </p:nvSpPr>
          <p:spPr>
            <a:xfrm>
              <a:off x="9224406" y="779802"/>
              <a:ext cx="28346" cy="28346"/>
            </a:xfrm>
            <a:prstGeom prst="ellipse">
              <a:avLst/>
            </a:prstGeom>
            <a:solidFill>
              <a:srgbClr val="00A6A6"/>
            </a:solidFill>
            <a:ln w="2743">
              <a:solidFill>
                <a:srgbClr val="FFFFFF"/>
              </a:solidFill>
            </a:ln>
            <a:effectLst/>
          </p:spPr>
          <p:txBody>
            <a:bodyPr rtlCol="0" anchor="ctr"/>
            <a:lstStyle/>
            <a:p>
              <a:pPr algn="ctr"/>
            </a:p>
          </p:txBody>
        </p:sp>
        <p:sp>
          <p:nvSpPr>
            <p:cNvPr id="1151" name="link3_sensor_2: 0.5365 m"/>
            <p:cNvSpPr/>
            <p:nvPr/>
          </p:nvSpPr>
          <p:spPr>
            <a:xfrm>
              <a:off x="9138783" y="1338702"/>
              <a:ext cx="28346" cy="28346"/>
            </a:xfrm>
            <a:prstGeom prst="ellipse">
              <a:avLst/>
            </a:prstGeom>
            <a:solidFill>
              <a:srgbClr val="00A6A6"/>
            </a:solidFill>
            <a:ln w="2743">
              <a:solidFill>
                <a:srgbClr val="FFFFFF"/>
              </a:solidFill>
            </a:ln>
            <a:effectLst/>
          </p:spPr>
          <p:txBody>
            <a:bodyPr rtlCol="0" anchor="ctr"/>
            <a:lstStyle/>
            <a:p>
              <a:pPr algn="ctr"/>
            </a:p>
          </p:txBody>
        </p:sp>
        <p:sp>
          <p:nvSpPr>
            <p:cNvPr id="1152" name="link5_back_sensor_4: 0.2762 m"/>
            <p:cNvSpPr/>
            <p:nvPr/>
          </p:nvSpPr>
          <p:spPr>
            <a:xfrm>
              <a:off x="9137951" y="1374214"/>
              <a:ext cx="28346" cy="28346"/>
            </a:xfrm>
            <a:prstGeom prst="ellipse">
              <a:avLst/>
            </a:prstGeom>
            <a:solidFill>
              <a:srgbClr val="00A6A6"/>
            </a:solidFill>
            <a:ln w="2743">
              <a:solidFill>
                <a:srgbClr val="FFFFFF"/>
              </a:solidFill>
            </a:ln>
            <a:effectLst/>
          </p:spPr>
          <p:txBody>
            <a:bodyPr rtlCol="0" anchor="ctr"/>
            <a:lstStyle/>
            <a:p>
              <a:pPr algn="ctr"/>
            </a:p>
          </p:txBody>
        </p:sp>
        <p:sp>
          <p:nvSpPr>
            <p:cNvPr id="1153" name="link2_sensor_6: 0.8061 m"/>
            <p:cNvSpPr/>
            <p:nvPr/>
          </p:nvSpPr>
          <p:spPr>
            <a:xfrm>
              <a:off x="8224486" y="3329445"/>
              <a:ext cx="28346" cy="28346"/>
            </a:xfrm>
            <a:prstGeom prst="ellipse">
              <a:avLst/>
            </a:prstGeom>
            <a:solidFill>
              <a:srgbClr val="00A6A6"/>
            </a:solidFill>
            <a:ln w="2743">
              <a:solidFill>
                <a:srgbClr val="FFFFFF"/>
              </a:solidFill>
            </a:ln>
            <a:effectLst/>
          </p:spPr>
          <p:txBody>
            <a:bodyPr rtlCol="0" anchor="ctr"/>
            <a:lstStyle/>
            <a:p>
              <a:pPr algn="ctr"/>
            </a:p>
          </p:txBody>
        </p:sp>
        <p:sp>
          <p:nvSpPr>
            <p:cNvPr id="1154" name="link3_sensor_1: 0.6347 m"/>
            <p:cNvSpPr/>
            <p:nvPr/>
          </p:nvSpPr>
          <p:spPr>
            <a:xfrm>
              <a:off x="8621201" y="1762413"/>
              <a:ext cx="28346" cy="28346"/>
            </a:xfrm>
            <a:prstGeom prst="ellipse">
              <a:avLst/>
            </a:prstGeom>
            <a:solidFill>
              <a:srgbClr val="00A6A6"/>
            </a:solidFill>
            <a:ln w="2743">
              <a:solidFill>
                <a:srgbClr val="FFFFFF"/>
              </a:solidFill>
            </a:ln>
            <a:effectLst/>
          </p:spPr>
          <p:txBody>
            <a:bodyPr rtlCol="0" anchor="ctr"/>
            <a:lstStyle/>
            <a:p>
              <a:pPr algn="ctr"/>
            </a:p>
          </p:txBody>
        </p:sp>
        <p:sp>
          <p:nvSpPr>
            <p:cNvPr id="1155" name="link6_sensor_3: 0.3881 m"/>
            <p:cNvSpPr/>
            <p:nvPr/>
          </p:nvSpPr>
          <p:spPr>
            <a:xfrm>
              <a:off x="9256045" y="402055"/>
              <a:ext cx="28346" cy="28346"/>
            </a:xfrm>
            <a:prstGeom prst="ellipse">
              <a:avLst/>
            </a:prstGeom>
            <a:solidFill>
              <a:srgbClr val="00A6A6"/>
            </a:solidFill>
            <a:ln w="2743">
              <a:solidFill>
                <a:srgbClr val="FFFFFF"/>
              </a:solidFill>
            </a:ln>
            <a:effectLst/>
          </p:spPr>
          <p:txBody>
            <a:bodyPr rtlCol="0" anchor="ctr"/>
            <a:lstStyle/>
            <a:p>
              <a:pPr algn="ctr"/>
            </a:p>
          </p:txBody>
        </p:sp>
        <p:sp>
          <p:nvSpPr>
            <p:cNvPr id="1156" name="link5_front_sensor_3: 0.8500 m"/>
            <p:cNvSpPr/>
            <p:nvPr/>
          </p:nvSpPr>
          <p:spPr>
            <a:xfrm>
              <a:off x="10671698" y="2897601"/>
              <a:ext cx="28346" cy="28346"/>
            </a:xfrm>
            <a:prstGeom prst="ellipse">
              <a:avLst/>
            </a:prstGeom>
            <a:solidFill>
              <a:srgbClr val="00A6A6"/>
            </a:solidFill>
            <a:ln w="2743">
              <a:solidFill>
                <a:srgbClr val="FFFFFF"/>
              </a:solidFill>
            </a:ln>
            <a:effectLst/>
          </p:spPr>
          <p:txBody>
            <a:bodyPr rtlCol="0" anchor="ctr"/>
            <a:lstStyle/>
            <a:p>
              <a:pPr algn="ctr"/>
            </a:p>
          </p:txBody>
        </p:sp>
        <p:sp>
          <p:nvSpPr>
            <p:cNvPr id="1157" name="link6_sensor_3: 0.3069 m"/>
            <p:cNvSpPr/>
            <p:nvPr/>
          </p:nvSpPr>
          <p:spPr>
            <a:xfrm>
              <a:off x="9215333" y="717644"/>
              <a:ext cx="28346" cy="28346"/>
            </a:xfrm>
            <a:prstGeom prst="ellipse">
              <a:avLst/>
            </a:prstGeom>
            <a:solidFill>
              <a:srgbClr val="00A6A6"/>
            </a:solidFill>
            <a:ln w="2743">
              <a:solidFill>
                <a:srgbClr val="FFFFFF"/>
              </a:solidFill>
            </a:ln>
            <a:effectLst/>
          </p:spPr>
          <p:txBody>
            <a:bodyPr rtlCol="0" anchor="ctr"/>
            <a:lstStyle/>
            <a:p>
              <a:pPr algn="ctr"/>
            </a:p>
          </p:txBody>
        </p:sp>
        <p:sp>
          <p:nvSpPr>
            <p:cNvPr id="1158" name="link6_sensor_2: 0.7091 m"/>
            <p:cNvSpPr/>
            <p:nvPr/>
          </p:nvSpPr>
          <p:spPr>
            <a:xfrm>
              <a:off x="11062649" y="444497"/>
              <a:ext cx="28346" cy="28346"/>
            </a:xfrm>
            <a:prstGeom prst="ellipse">
              <a:avLst/>
            </a:prstGeom>
            <a:solidFill>
              <a:srgbClr val="00A6A6"/>
            </a:solidFill>
            <a:ln w="2743">
              <a:solidFill>
                <a:srgbClr val="FFFFFF"/>
              </a:solidFill>
            </a:ln>
            <a:effectLst/>
          </p:spPr>
          <p:txBody>
            <a:bodyPr rtlCol="0" anchor="ctr"/>
            <a:lstStyle/>
            <a:p>
              <a:pPr algn="ctr"/>
            </a:p>
          </p:txBody>
        </p:sp>
        <p:sp>
          <p:nvSpPr>
            <p:cNvPr id="1159" name="link5_back_sensor_4: 0.2797 m"/>
            <p:cNvSpPr/>
            <p:nvPr/>
          </p:nvSpPr>
          <p:spPr>
            <a:xfrm>
              <a:off x="9113507" y="1408620"/>
              <a:ext cx="28346" cy="28346"/>
            </a:xfrm>
            <a:prstGeom prst="ellipse">
              <a:avLst/>
            </a:prstGeom>
            <a:solidFill>
              <a:srgbClr val="00A6A6"/>
            </a:solidFill>
            <a:ln w="2743">
              <a:solidFill>
                <a:srgbClr val="FFFFFF"/>
              </a:solidFill>
            </a:ln>
            <a:effectLst/>
          </p:spPr>
          <p:txBody>
            <a:bodyPr rtlCol="0" anchor="ctr"/>
            <a:lstStyle/>
            <a:p>
              <a:pPr algn="ctr"/>
            </a:p>
          </p:txBody>
        </p:sp>
        <p:sp>
          <p:nvSpPr>
            <p:cNvPr id="1160" name="link3_sensor_2: 0.5407 m"/>
            <p:cNvSpPr/>
            <p:nvPr/>
          </p:nvSpPr>
          <p:spPr>
            <a:xfrm>
              <a:off x="9126323" y="1234868"/>
              <a:ext cx="28346" cy="28346"/>
            </a:xfrm>
            <a:prstGeom prst="ellipse">
              <a:avLst/>
            </a:prstGeom>
            <a:solidFill>
              <a:srgbClr val="00A6A6"/>
            </a:solidFill>
            <a:ln w="2743">
              <a:solidFill>
                <a:srgbClr val="FFFFFF"/>
              </a:solidFill>
            </a:ln>
            <a:effectLst/>
          </p:spPr>
          <p:txBody>
            <a:bodyPr rtlCol="0" anchor="ctr"/>
            <a:lstStyle/>
            <a:p>
              <a:pPr algn="ctr"/>
            </a:p>
          </p:txBody>
        </p:sp>
        <p:sp>
          <p:nvSpPr>
            <p:cNvPr id="1161" name="link3_sensor_1: 0.7616 m"/>
            <p:cNvSpPr/>
            <p:nvPr/>
          </p:nvSpPr>
          <p:spPr>
            <a:xfrm>
              <a:off x="8319415" y="1527533"/>
              <a:ext cx="28346" cy="28346"/>
            </a:xfrm>
            <a:prstGeom prst="ellipse">
              <a:avLst/>
            </a:prstGeom>
            <a:solidFill>
              <a:srgbClr val="00A6A6"/>
            </a:solidFill>
            <a:ln w="2743">
              <a:solidFill>
                <a:srgbClr val="FFFFFF"/>
              </a:solidFill>
            </a:ln>
            <a:effectLst/>
          </p:spPr>
          <p:txBody>
            <a:bodyPr rtlCol="0" anchor="ctr"/>
            <a:lstStyle/>
            <a:p>
              <a:pPr algn="ctr"/>
            </a:p>
          </p:txBody>
        </p:sp>
        <p:sp>
          <p:nvSpPr>
            <p:cNvPr id="1162" name="link6_sensor_2: 0.6342 m"/>
            <p:cNvSpPr/>
            <p:nvPr/>
          </p:nvSpPr>
          <p:spPr>
            <a:xfrm>
              <a:off x="11016292" y="796950"/>
              <a:ext cx="28346" cy="28346"/>
            </a:xfrm>
            <a:prstGeom prst="ellipse">
              <a:avLst/>
            </a:prstGeom>
            <a:solidFill>
              <a:srgbClr val="00A6A6"/>
            </a:solidFill>
            <a:ln w="2743">
              <a:solidFill>
                <a:srgbClr val="FFFFFF"/>
              </a:solidFill>
            </a:ln>
            <a:effectLst/>
          </p:spPr>
          <p:txBody>
            <a:bodyPr rtlCol="0" anchor="ctr"/>
            <a:lstStyle/>
            <a:p>
              <a:pPr algn="ctr"/>
            </a:p>
          </p:txBody>
        </p:sp>
        <p:sp>
          <p:nvSpPr>
            <p:cNvPr id="1163" name="link5_back_sensor_4: 0.2634 m"/>
            <p:cNvSpPr/>
            <p:nvPr/>
          </p:nvSpPr>
          <p:spPr>
            <a:xfrm>
              <a:off x="9119413" y="1323418"/>
              <a:ext cx="28346" cy="28346"/>
            </a:xfrm>
            <a:prstGeom prst="ellipse">
              <a:avLst/>
            </a:prstGeom>
            <a:solidFill>
              <a:srgbClr val="00A6A6"/>
            </a:solidFill>
            <a:ln w="2743">
              <a:solidFill>
                <a:srgbClr val="FFFFFF"/>
              </a:solidFill>
            </a:ln>
            <a:effectLst/>
          </p:spPr>
          <p:txBody>
            <a:bodyPr rtlCol="0" anchor="ctr"/>
            <a:lstStyle/>
            <a:p>
              <a:pPr algn="ctr"/>
            </a:p>
          </p:txBody>
        </p:sp>
        <p:sp>
          <p:nvSpPr>
            <p:cNvPr id="1164" name="link1_sensor_4: 0.5695 m"/>
            <p:cNvSpPr/>
            <p:nvPr/>
          </p:nvSpPr>
          <p:spPr>
            <a:xfrm>
              <a:off x="10515161" y="3247784"/>
              <a:ext cx="28346" cy="28346"/>
            </a:xfrm>
            <a:prstGeom prst="ellipse">
              <a:avLst/>
            </a:prstGeom>
            <a:solidFill>
              <a:srgbClr val="00A6A6"/>
            </a:solidFill>
            <a:ln w="2743">
              <a:solidFill>
                <a:srgbClr val="FFFFFF"/>
              </a:solidFill>
            </a:ln>
            <a:effectLst/>
          </p:spPr>
          <p:txBody>
            <a:bodyPr rtlCol="0" anchor="ctr"/>
            <a:lstStyle/>
            <a:p>
              <a:pPr algn="ctr"/>
            </a:p>
          </p:txBody>
        </p:sp>
        <p:sp>
          <p:nvSpPr>
            <p:cNvPr id="1165" name="link6_sensor_3: 0.3086 m"/>
            <p:cNvSpPr/>
            <p:nvPr/>
          </p:nvSpPr>
          <p:spPr>
            <a:xfrm>
              <a:off x="9205996" y="653682"/>
              <a:ext cx="28346" cy="28346"/>
            </a:xfrm>
            <a:prstGeom prst="ellipse">
              <a:avLst/>
            </a:prstGeom>
            <a:solidFill>
              <a:srgbClr val="00A6A6"/>
            </a:solidFill>
            <a:ln w="2743">
              <a:solidFill>
                <a:srgbClr val="FFFFFF"/>
              </a:solidFill>
            </a:ln>
            <a:effectLst/>
          </p:spPr>
          <p:txBody>
            <a:bodyPr rtlCol="0" anchor="ctr"/>
            <a:lstStyle/>
            <a:p>
              <a:pPr algn="ctr"/>
            </a:p>
          </p:txBody>
        </p:sp>
        <p:sp>
          <p:nvSpPr>
            <p:cNvPr id="1166" name="link3_sensor_1: 0.6359 m"/>
            <p:cNvSpPr/>
            <p:nvPr/>
          </p:nvSpPr>
          <p:spPr>
            <a:xfrm>
              <a:off x="8581606" y="1642555"/>
              <a:ext cx="28346" cy="28346"/>
            </a:xfrm>
            <a:prstGeom prst="ellipse">
              <a:avLst/>
            </a:prstGeom>
            <a:solidFill>
              <a:srgbClr val="00A6A6"/>
            </a:solidFill>
            <a:ln w="2743">
              <a:solidFill>
                <a:srgbClr val="FFFFFF"/>
              </a:solidFill>
            </a:ln>
            <a:effectLst/>
          </p:spPr>
          <p:txBody>
            <a:bodyPr rtlCol="0" anchor="ctr"/>
            <a:lstStyle/>
            <a:p>
              <a:pPr algn="ctr"/>
            </a:p>
          </p:txBody>
        </p:sp>
        <p:sp>
          <p:nvSpPr>
            <p:cNvPr id="1167" name="link6_sensor_2: 0.5737 m"/>
            <p:cNvSpPr/>
            <p:nvPr/>
          </p:nvSpPr>
          <p:spPr>
            <a:xfrm>
              <a:off x="10978475" y="1085265"/>
              <a:ext cx="28346" cy="28346"/>
            </a:xfrm>
            <a:prstGeom prst="ellipse">
              <a:avLst/>
            </a:prstGeom>
            <a:solidFill>
              <a:srgbClr val="00A6A6"/>
            </a:solidFill>
            <a:ln w="2743">
              <a:solidFill>
                <a:srgbClr val="FFFFFF"/>
              </a:solidFill>
            </a:ln>
            <a:effectLst/>
          </p:spPr>
          <p:txBody>
            <a:bodyPr rtlCol="0" anchor="ctr"/>
            <a:lstStyle/>
            <a:p>
              <a:pPr algn="ctr"/>
            </a:p>
          </p:txBody>
        </p:sp>
        <p:sp>
          <p:nvSpPr>
            <p:cNvPr id="1168" name="link5_back_sensor_4: 0.2832 m"/>
            <p:cNvSpPr/>
            <p:nvPr/>
          </p:nvSpPr>
          <p:spPr>
            <a:xfrm>
              <a:off x="9087946" y="1444598"/>
              <a:ext cx="28346" cy="28346"/>
            </a:xfrm>
            <a:prstGeom prst="ellipse">
              <a:avLst/>
            </a:prstGeom>
            <a:solidFill>
              <a:srgbClr val="00A6A6"/>
            </a:solidFill>
            <a:ln w="2743">
              <a:solidFill>
                <a:srgbClr val="FFFFFF"/>
              </a:solidFill>
            </a:ln>
            <a:effectLst/>
          </p:spPr>
          <p:txBody>
            <a:bodyPr rtlCol="0" anchor="ctr"/>
            <a:lstStyle/>
            <a:p>
              <a:pPr algn="ctr"/>
            </a:p>
          </p:txBody>
        </p:sp>
        <p:sp>
          <p:nvSpPr>
            <p:cNvPr id="1169" name="link5_back_sensor_4: 0.2666 m"/>
            <p:cNvSpPr/>
            <p:nvPr/>
          </p:nvSpPr>
          <p:spPr>
            <a:xfrm>
              <a:off x="9095411" y="1355543"/>
              <a:ext cx="28346" cy="28346"/>
            </a:xfrm>
            <a:prstGeom prst="ellipse">
              <a:avLst/>
            </a:prstGeom>
            <a:solidFill>
              <a:srgbClr val="00A6A6"/>
            </a:solidFill>
            <a:ln w="2743">
              <a:solidFill>
                <a:srgbClr val="FFFFFF"/>
              </a:solidFill>
            </a:ln>
            <a:effectLst/>
          </p:spPr>
          <p:txBody>
            <a:bodyPr rtlCol="0" anchor="ctr"/>
            <a:lstStyle/>
            <a:p>
              <a:pPr algn="ctr"/>
            </a:p>
          </p:txBody>
        </p:sp>
        <p:sp>
          <p:nvSpPr>
            <p:cNvPr id="1170" name="link6_sensor_3: 0.3103 m"/>
            <p:cNvSpPr/>
            <p:nvPr/>
          </p:nvSpPr>
          <p:spPr>
            <a:xfrm>
              <a:off x="9196383" y="587836"/>
              <a:ext cx="28346" cy="28346"/>
            </a:xfrm>
            <a:prstGeom prst="ellipse">
              <a:avLst/>
            </a:prstGeom>
            <a:solidFill>
              <a:srgbClr val="00A6A6"/>
            </a:solidFill>
            <a:ln w="2743">
              <a:solidFill>
                <a:srgbClr val="FFFFFF"/>
              </a:solidFill>
            </a:ln>
            <a:effectLst/>
          </p:spPr>
          <p:txBody>
            <a:bodyPr rtlCol="0" anchor="ctr"/>
            <a:lstStyle/>
            <a:p>
              <a:pPr algn="ctr"/>
            </a:p>
          </p:txBody>
        </p:sp>
        <p:sp>
          <p:nvSpPr>
            <p:cNvPr id="1171" name="link3_sensor_2: 0.6038 m"/>
            <p:cNvSpPr/>
            <p:nvPr/>
          </p:nvSpPr>
          <p:spPr>
            <a:xfrm>
              <a:off x="8542811" y="1567012"/>
              <a:ext cx="28346" cy="28346"/>
            </a:xfrm>
            <a:prstGeom prst="ellipse">
              <a:avLst/>
            </a:prstGeom>
            <a:solidFill>
              <a:srgbClr val="00A6A6"/>
            </a:solidFill>
            <a:ln w="2743">
              <a:solidFill>
                <a:srgbClr val="FFFFFF"/>
              </a:solidFill>
            </a:ln>
            <a:effectLst/>
          </p:spPr>
          <p:txBody>
            <a:bodyPr rtlCol="0" anchor="ctr"/>
            <a:lstStyle/>
            <a:p>
              <a:pPr algn="ctr"/>
            </a:p>
          </p:txBody>
        </p:sp>
        <p:sp>
          <p:nvSpPr>
            <p:cNvPr id="1172" name="link3_sensor_2: 0.5449 m"/>
            <p:cNvSpPr/>
            <p:nvPr/>
          </p:nvSpPr>
          <p:spPr>
            <a:xfrm>
              <a:off x="9113322" y="1126532"/>
              <a:ext cx="28346" cy="28346"/>
            </a:xfrm>
            <a:prstGeom prst="ellipse">
              <a:avLst/>
            </a:prstGeom>
            <a:solidFill>
              <a:srgbClr val="00A6A6"/>
            </a:solidFill>
            <a:ln w="2743">
              <a:solidFill>
                <a:srgbClr val="FFFFFF"/>
              </a:solidFill>
            </a:ln>
            <a:effectLst/>
          </p:spPr>
          <p:txBody>
            <a:bodyPr rtlCol="0" anchor="ctr"/>
            <a:lstStyle/>
            <a:p>
              <a:pPr algn="ctr"/>
            </a:p>
          </p:txBody>
        </p:sp>
        <p:sp>
          <p:nvSpPr>
            <p:cNvPr id="1173" name="link3_sensor_2: 0.4783 m"/>
            <p:cNvSpPr/>
            <p:nvPr/>
          </p:nvSpPr>
          <p:spPr>
            <a:xfrm>
              <a:off x="9064534" y="1484521"/>
              <a:ext cx="28346" cy="28346"/>
            </a:xfrm>
            <a:prstGeom prst="ellipse">
              <a:avLst/>
            </a:prstGeom>
            <a:solidFill>
              <a:srgbClr val="00A6A6"/>
            </a:solidFill>
            <a:ln w="2743">
              <a:solidFill>
                <a:srgbClr val="FFFFFF"/>
              </a:solidFill>
            </a:ln>
            <a:effectLst/>
          </p:spPr>
          <p:txBody>
            <a:bodyPr rtlCol="0" anchor="ctr"/>
            <a:lstStyle/>
            <a:p>
              <a:pPr algn="ctr"/>
            </a:p>
          </p:txBody>
        </p:sp>
        <p:sp>
          <p:nvSpPr>
            <p:cNvPr id="1174" name="link5_back_sensor_4: 0.2518 m"/>
            <p:cNvSpPr/>
            <p:nvPr/>
          </p:nvSpPr>
          <p:spPr>
            <a:xfrm>
              <a:off x="9102084" y="1275939"/>
              <a:ext cx="28346" cy="28346"/>
            </a:xfrm>
            <a:prstGeom prst="ellipse">
              <a:avLst/>
            </a:prstGeom>
            <a:solidFill>
              <a:srgbClr val="00A6A6"/>
            </a:solidFill>
            <a:ln w="2743">
              <a:solidFill>
                <a:srgbClr val="FFFFFF"/>
              </a:solidFill>
            </a:ln>
            <a:effectLst/>
          </p:spPr>
          <p:txBody>
            <a:bodyPr rtlCol="0" anchor="ctr"/>
            <a:lstStyle/>
            <a:p>
              <a:pPr algn="ctr"/>
            </a:p>
          </p:txBody>
        </p:sp>
        <p:sp>
          <p:nvSpPr>
            <p:cNvPr id="1175" name="link1_sensor_4: 0.6419 m"/>
            <p:cNvSpPr/>
            <p:nvPr/>
          </p:nvSpPr>
          <p:spPr>
            <a:xfrm>
              <a:off x="10696878" y="3314209"/>
              <a:ext cx="28346" cy="28346"/>
            </a:xfrm>
            <a:prstGeom prst="ellipse">
              <a:avLst/>
            </a:prstGeom>
            <a:solidFill>
              <a:srgbClr val="00A6A6"/>
            </a:solidFill>
            <a:ln w="2743">
              <a:solidFill>
                <a:srgbClr val="FFFFFF"/>
              </a:solidFill>
            </a:ln>
            <a:effectLst/>
          </p:spPr>
          <p:txBody>
            <a:bodyPr rtlCol="0" anchor="ctr"/>
            <a:lstStyle/>
            <a:p>
              <a:pPr algn="ctr"/>
            </a:p>
          </p:txBody>
        </p:sp>
        <p:sp>
          <p:nvSpPr>
            <p:cNvPr id="1176" name="link6_sensor_2: 0.7193 m"/>
            <p:cNvSpPr/>
            <p:nvPr/>
          </p:nvSpPr>
          <p:spPr>
            <a:xfrm>
              <a:off x="11080590" y="282667"/>
              <a:ext cx="28346" cy="28346"/>
            </a:xfrm>
            <a:prstGeom prst="ellipse">
              <a:avLst/>
            </a:prstGeom>
            <a:solidFill>
              <a:srgbClr val="00A6A6"/>
            </a:solidFill>
            <a:ln w="2743">
              <a:solidFill>
                <a:srgbClr val="FFFFFF"/>
              </a:solidFill>
            </a:ln>
            <a:effectLst/>
          </p:spPr>
          <p:txBody>
            <a:bodyPr rtlCol="0" anchor="ctr"/>
            <a:lstStyle/>
            <a:p>
              <a:pPr algn="ctr"/>
            </a:p>
          </p:txBody>
        </p:sp>
        <p:sp>
          <p:nvSpPr>
            <p:cNvPr id="1177" name="link5_front_sensor_3: 0.8501 m"/>
            <p:cNvSpPr/>
            <p:nvPr/>
          </p:nvSpPr>
          <p:spPr>
            <a:xfrm>
              <a:off x="10800846" y="2819816"/>
              <a:ext cx="28346" cy="28346"/>
            </a:xfrm>
            <a:prstGeom prst="ellipse">
              <a:avLst/>
            </a:prstGeom>
            <a:solidFill>
              <a:srgbClr val="00A6A6"/>
            </a:solidFill>
            <a:ln w="2743">
              <a:solidFill>
                <a:srgbClr val="FFFFFF"/>
              </a:solidFill>
            </a:ln>
            <a:effectLst/>
          </p:spPr>
          <p:txBody>
            <a:bodyPr rtlCol="0" anchor="ctr"/>
            <a:lstStyle/>
            <a:p>
              <a:pPr algn="ctr"/>
            </a:p>
          </p:txBody>
        </p:sp>
        <p:sp>
          <p:nvSpPr>
            <p:cNvPr id="1178" name="link6_sensor_2: 0.6424 m"/>
            <p:cNvSpPr/>
            <p:nvPr/>
          </p:nvSpPr>
          <p:spPr>
            <a:xfrm>
              <a:off x="11031018" y="662463"/>
              <a:ext cx="28346" cy="28346"/>
            </a:xfrm>
            <a:prstGeom prst="ellipse">
              <a:avLst/>
            </a:prstGeom>
            <a:solidFill>
              <a:srgbClr val="00A6A6"/>
            </a:solidFill>
            <a:ln w="2743">
              <a:solidFill>
                <a:srgbClr val="FFFFFF"/>
              </a:solidFill>
            </a:ln>
            <a:effectLst/>
          </p:spPr>
          <p:txBody>
            <a:bodyPr rtlCol="0" anchor="ctr"/>
            <a:lstStyle/>
            <a:p>
              <a:pPr algn="ctr"/>
            </a:p>
          </p:txBody>
        </p:sp>
        <p:sp>
          <p:nvSpPr>
            <p:cNvPr id="1179" name="link5_back_sensor_4: 0.2869 m"/>
            <p:cNvSpPr/>
            <p:nvPr/>
          </p:nvSpPr>
          <p:spPr>
            <a:xfrm>
              <a:off x="9061190" y="1482259"/>
              <a:ext cx="28346" cy="28346"/>
            </a:xfrm>
            <a:prstGeom prst="ellipse">
              <a:avLst/>
            </a:prstGeom>
            <a:solidFill>
              <a:srgbClr val="00A6A6"/>
            </a:solidFill>
            <a:ln w="2743">
              <a:solidFill>
                <a:srgbClr val="FFFFFF"/>
              </a:solidFill>
            </a:ln>
            <a:effectLst/>
          </p:spPr>
          <p:txBody>
            <a:bodyPr rtlCol="0" anchor="ctr"/>
            <a:lstStyle/>
            <a:p>
              <a:pPr algn="ctr"/>
            </a:p>
          </p:txBody>
        </p:sp>
        <p:sp>
          <p:nvSpPr>
            <p:cNvPr id="1180" name="link6_sensor_3: 0.1608 m"/>
            <p:cNvSpPr/>
            <p:nvPr/>
          </p:nvSpPr>
          <p:spPr>
            <a:xfrm>
              <a:off x="9436700" y="965657"/>
              <a:ext cx="28346" cy="28346"/>
            </a:xfrm>
            <a:prstGeom prst="ellipse">
              <a:avLst/>
            </a:prstGeom>
            <a:solidFill>
              <a:srgbClr val="00A6A6"/>
            </a:solidFill>
            <a:ln w="2743">
              <a:solidFill>
                <a:srgbClr val="FFFFFF"/>
              </a:solidFill>
            </a:ln>
            <a:effectLst/>
          </p:spPr>
          <p:txBody>
            <a:bodyPr rtlCol="0" anchor="ctr"/>
            <a:lstStyle/>
            <a:p>
              <a:pPr algn="ctr"/>
            </a:p>
          </p:txBody>
        </p:sp>
        <p:sp>
          <p:nvSpPr>
            <p:cNvPr id="1181" name="link1_sensor_4: 0.5461 m"/>
            <p:cNvSpPr/>
            <p:nvPr/>
          </p:nvSpPr>
          <p:spPr>
            <a:xfrm>
              <a:off x="10562937" y="3154653"/>
              <a:ext cx="28346" cy="28346"/>
            </a:xfrm>
            <a:prstGeom prst="ellipse">
              <a:avLst/>
            </a:prstGeom>
            <a:solidFill>
              <a:srgbClr val="00A6A6"/>
            </a:solidFill>
            <a:ln w="2743">
              <a:solidFill>
                <a:srgbClr val="FFFFFF"/>
              </a:solidFill>
            </a:ln>
            <a:effectLst/>
          </p:spPr>
          <p:txBody>
            <a:bodyPr rtlCol="0" anchor="ctr"/>
            <a:lstStyle/>
            <a:p>
              <a:pPr algn="ctr"/>
            </a:p>
          </p:txBody>
        </p:sp>
        <p:sp>
          <p:nvSpPr>
            <p:cNvPr id="1182" name="link3_sensor_1: 0.6370 m"/>
            <p:cNvSpPr/>
            <p:nvPr/>
          </p:nvSpPr>
          <p:spPr>
            <a:xfrm>
              <a:off x="8540808" y="1518934"/>
              <a:ext cx="28346" cy="28346"/>
            </a:xfrm>
            <a:prstGeom prst="ellipse">
              <a:avLst/>
            </a:prstGeom>
            <a:solidFill>
              <a:srgbClr val="00A6A6"/>
            </a:solidFill>
            <a:ln w="2743">
              <a:solidFill>
                <a:srgbClr val="FFFFFF"/>
              </a:solidFill>
            </a:ln>
            <a:effectLst/>
          </p:spPr>
          <p:txBody>
            <a:bodyPr rtlCol="0" anchor="ctr"/>
            <a:lstStyle/>
            <a:p>
              <a:pPr algn="ctr"/>
            </a:p>
          </p:txBody>
        </p:sp>
        <p:sp>
          <p:nvSpPr>
            <p:cNvPr id="1183" name="link5_back_sensor_4: 0.2698 m"/>
            <p:cNvSpPr/>
            <p:nvPr/>
          </p:nvSpPr>
          <p:spPr>
            <a:xfrm>
              <a:off x="9070351" y="1389084"/>
              <a:ext cx="28346" cy="28346"/>
            </a:xfrm>
            <a:prstGeom prst="ellipse">
              <a:avLst/>
            </a:prstGeom>
            <a:solidFill>
              <a:srgbClr val="00A6A6"/>
            </a:solidFill>
            <a:ln w="2743">
              <a:solidFill>
                <a:srgbClr val="FFFFFF"/>
              </a:solidFill>
            </a:ln>
            <a:effectLst/>
          </p:spPr>
          <p:txBody>
            <a:bodyPr rtlCol="0" anchor="ctr"/>
            <a:lstStyle/>
            <a:p>
              <a:pPr algn="ctr"/>
            </a:p>
          </p:txBody>
        </p:sp>
        <p:sp>
          <p:nvSpPr>
            <p:cNvPr id="1184" name="link6_sensor_3: 0.3120 m"/>
            <p:cNvSpPr/>
            <p:nvPr/>
          </p:nvSpPr>
          <p:spPr>
            <a:xfrm>
              <a:off x="9186483" y="520020"/>
              <a:ext cx="28346" cy="28346"/>
            </a:xfrm>
            <a:prstGeom prst="ellipse">
              <a:avLst/>
            </a:prstGeom>
            <a:solidFill>
              <a:srgbClr val="00A6A6"/>
            </a:solidFill>
            <a:ln w="2743">
              <a:solidFill>
                <a:srgbClr val="FFFFFF"/>
              </a:solidFill>
            </a:ln>
            <a:effectLst/>
          </p:spPr>
          <p:txBody>
            <a:bodyPr rtlCol="0" anchor="ctr"/>
            <a:lstStyle/>
            <a:p>
              <a:pPr algn="ctr"/>
            </a:p>
          </p:txBody>
        </p:sp>
        <p:sp>
          <p:nvSpPr>
            <p:cNvPr id="1185" name="link6_sensor_2: 0.5803 m"/>
            <p:cNvSpPr/>
            <p:nvPr/>
          </p:nvSpPr>
          <p:spPr>
            <a:xfrm>
              <a:off x="10990748" y="971262"/>
              <a:ext cx="28346" cy="28346"/>
            </a:xfrm>
            <a:prstGeom prst="ellipse">
              <a:avLst/>
            </a:prstGeom>
            <a:solidFill>
              <a:srgbClr val="00A6A6"/>
            </a:solidFill>
            <a:ln w="2743">
              <a:solidFill>
                <a:srgbClr val="FFFFFF"/>
              </a:solidFill>
            </a:ln>
            <a:effectLst/>
          </p:spPr>
          <p:txBody>
            <a:bodyPr rtlCol="0" anchor="ctr"/>
            <a:lstStyle/>
            <a:p>
              <a:pPr algn="ctr"/>
            </a:p>
          </p:txBody>
        </p:sp>
        <p:sp>
          <p:nvSpPr>
            <p:cNvPr id="1186" name="link5_back_sensor_4: 0.2547 m"/>
            <p:cNvSpPr/>
            <p:nvPr/>
          </p:nvSpPr>
          <p:spPr>
            <a:xfrm>
              <a:off x="9078521" y="1306003"/>
              <a:ext cx="28346" cy="28346"/>
            </a:xfrm>
            <a:prstGeom prst="ellipse">
              <a:avLst/>
            </a:prstGeom>
            <a:solidFill>
              <a:srgbClr val="00A6A6"/>
            </a:solidFill>
            <a:ln w="2743">
              <a:solidFill>
                <a:srgbClr val="FFFFFF"/>
              </a:solidFill>
            </a:ln>
            <a:effectLst/>
          </p:spPr>
          <p:txBody>
            <a:bodyPr rtlCol="0" anchor="ctr"/>
            <a:lstStyle/>
            <a:p>
              <a:pPr algn="ctr"/>
            </a:p>
          </p:txBody>
        </p:sp>
        <p:sp>
          <p:nvSpPr>
            <p:cNvPr id="1187" name="link6_sensor_3: 0.1617 m"/>
            <p:cNvSpPr/>
            <p:nvPr/>
          </p:nvSpPr>
          <p:spPr>
            <a:xfrm>
              <a:off x="9432969" y="933302"/>
              <a:ext cx="28346" cy="28346"/>
            </a:xfrm>
            <a:prstGeom prst="ellipse">
              <a:avLst/>
            </a:prstGeom>
            <a:solidFill>
              <a:srgbClr val="00A6A6"/>
            </a:solidFill>
            <a:ln w="2743">
              <a:solidFill>
                <a:srgbClr val="FFFFFF"/>
              </a:solidFill>
            </a:ln>
            <a:effectLst/>
          </p:spPr>
          <p:txBody>
            <a:bodyPr rtlCol="0" anchor="ctr"/>
            <a:lstStyle/>
            <a:p>
              <a:pPr algn="ctr"/>
            </a:p>
          </p:txBody>
        </p:sp>
        <p:sp>
          <p:nvSpPr>
            <p:cNvPr id="1188" name="link2_sensor_4: 0.7130 m"/>
            <p:cNvSpPr/>
            <p:nvPr/>
          </p:nvSpPr>
          <p:spPr>
            <a:xfrm>
              <a:off x="8377409" y="1465488"/>
              <a:ext cx="28346" cy="28346"/>
            </a:xfrm>
            <a:prstGeom prst="ellipse">
              <a:avLst/>
            </a:prstGeom>
            <a:solidFill>
              <a:srgbClr val="00A6A6"/>
            </a:solidFill>
            <a:ln w="2743">
              <a:solidFill>
                <a:srgbClr val="FFFFFF"/>
              </a:solidFill>
            </a:ln>
            <a:effectLst/>
          </p:spPr>
          <p:txBody>
            <a:bodyPr rtlCol="0" anchor="ctr"/>
            <a:lstStyle/>
            <a:p>
              <a:pPr algn="ctr"/>
            </a:p>
          </p:txBody>
        </p:sp>
        <p:sp>
          <p:nvSpPr>
            <p:cNvPr id="1189" name="link5_back_sensor_4: 0.2411 m"/>
            <p:cNvSpPr/>
            <p:nvPr/>
          </p:nvSpPr>
          <p:spPr>
            <a:xfrm>
              <a:off x="9085851" y="1231461"/>
              <a:ext cx="28346" cy="28346"/>
            </a:xfrm>
            <a:prstGeom prst="ellipse">
              <a:avLst/>
            </a:prstGeom>
            <a:solidFill>
              <a:srgbClr val="00A6A6"/>
            </a:solidFill>
            <a:ln w="2743">
              <a:solidFill>
                <a:srgbClr val="FFFFFF"/>
              </a:solidFill>
            </a:ln>
            <a:effectLst/>
          </p:spPr>
          <p:txBody>
            <a:bodyPr rtlCol="0" anchor="ctr"/>
            <a:lstStyle/>
            <a:p>
              <a:pPr algn="ctr"/>
            </a:p>
          </p:txBody>
        </p:sp>
        <p:sp>
          <p:nvSpPr>
            <p:cNvPr id="1190" name="link3_sensor_2: 0.4816 m"/>
            <p:cNvSpPr/>
            <p:nvPr/>
          </p:nvSpPr>
          <p:spPr>
            <a:xfrm>
              <a:off x="9051697" y="1392377"/>
              <a:ext cx="28346" cy="28346"/>
            </a:xfrm>
            <a:prstGeom prst="ellipse">
              <a:avLst/>
            </a:prstGeom>
            <a:solidFill>
              <a:srgbClr val="00A6A6"/>
            </a:solidFill>
            <a:ln w="2743">
              <a:solidFill>
                <a:srgbClr val="FFFFFF"/>
              </a:solidFill>
            </a:ln>
            <a:effectLst/>
          </p:spPr>
          <p:txBody>
            <a:bodyPr rtlCol="0" anchor="ctr"/>
            <a:lstStyle/>
            <a:p>
              <a:pPr algn="ctr"/>
            </a:p>
          </p:txBody>
        </p:sp>
        <p:sp>
          <p:nvSpPr>
            <p:cNvPr id="1191" name="link3_sensor_2: 0.6143 m"/>
            <p:cNvSpPr/>
            <p:nvPr/>
          </p:nvSpPr>
          <p:spPr>
            <a:xfrm>
              <a:off x="8508847" y="1450534"/>
              <a:ext cx="28346" cy="28346"/>
            </a:xfrm>
            <a:prstGeom prst="ellipse">
              <a:avLst/>
            </a:prstGeom>
            <a:solidFill>
              <a:srgbClr val="00A6A6"/>
            </a:solidFill>
            <a:ln w="2743">
              <a:solidFill>
                <a:srgbClr val="FFFFFF"/>
              </a:solidFill>
            </a:ln>
            <a:effectLst/>
          </p:spPr>
          <p:txBody>
            <a:bodyPr rtlCol="0" anchor="ctr"/>
            <a:lstStyle/>
            <a:p>
              <a:pPr algn="ctr"/>
            </a:p>
          </p:txBody>
        </p:sp>
        <p:sp>
          <p:nvSpPr>
            <p:cNvPr id="1192" name="link3_sensor_2: 0.5492 m"/>
            <p:cNvSpPr/>
            <p:nvPr/>
          </p:nvSpPr>
          <p:spPr>
            <a:xfrm>
              <a:off x="9099746" y="1013395"/>
              <a:ext cx="28346" cy="28346"/>
            </a:xfrm>
            <a:prstGeom prst="ellipse">
              <a:avLst/>
            </a:prstGeom>
            <a:solidFill>
              <a:srgbClr val="00A6A6"/>
            </a:solidFill>
            <a:ln w="2743">
              <a:solidFill>
                <a:srgbClr val="FFFFFF"/>
              </a:solidFill>
            </a:ln>
            <a:effectLst/>
          </p:spPr>
          <p:txBody>
            <a:bodyPr rtlCol="0" anchor="ctr"/>
            <a:lstStyle/>
            <a:p>
              <a:pPr algn="ctr"/>
            </a:p>
          </p:txBody>
        </p:sp>
        <p:sp>
          <p:nvSpPr>
            <p:cNvPr id="1193" name="link6_sensor_3: 0.1627 m"/>
            <p:cNvSpPr/>
            <p:nvPr/>
          </p:nvSpPr>
          <p:spPr>
            <a:xfrm>
              <a:off x="9429158" y="900262"/>
              <a:ext cx="28346" cy="28346"/>
            </a:xfrm>
            <a:prstGeom prst="ellipse">
              <a:avLst/>
            </a:prstGeom>
            <a:solidFill>
              <a:srgbClr val="00A6A6"/>
            </a:solidFill>
            <a:ln w="2743">
              <a:solidFill>
                <a:srgbClr val="FFFFFF"/>
              </a:solidFill>
            </a:ln>
            <a:effectLst/>
          </p:spPr>
          <p:txBody>
            <a:bodyPr rtlCol="0" anchor="ctr"/>
            <a:lstStyle/>
            <a:p>
              <a:pPr algn="ctr"/>
            </a:p>
          </p:txBody>
        </p:sp>
        <p:sp>
          <p:nvSpPr>
            <p:cNvPr id="1194" name="link5_back_sensor_4: 0.2731 m"/>
            <p:cNvSpPr/>
            <p:nvPr/>
          </p:nvSpPr>
          <p:spPr>
            <a:xfrm>
              <a:off x="9044162" y="1424137"/>
              <a:ext cx="28346" cy="28346"/>
            </a:xfrm>
            <a:prstGeom prst="ellipse">
              <a:avLst/>
            </a:prstGeom>
            <a:solidFill>
              <a:srgbClr val="00A6A6"/>
            </a:solidFill>
            <a:ln w="2743">
              <a:solidFill>
                <a:srgbClr val="FFFFFF"/>
              </a:solidFill>
            </a:ln>
            <a:effectLst/>
          </p:spPr>
          <p:txBody>
            <a:bodyPr rtlCol="0" anchor="ctr"/>
            <a:lstStyle/>
            <a:p>
              <a:pPr algn="ctr"/>
            </a:p>
          </p:txBody>
        </p:sp>
        <p:sp>
          <p:nvSpPr>
            <p:cNvPr id="1195" name="link3_sensor_2: 0.5240 m"/>
            <p:cNvSpPr/>
            <p:nvPr/>
          </p:nvSpPr>
          <p:spPr>
            <a:xfrm>
              <a:off x="8729949" y="1552635"/>
              <a:ext cx="28346" cy="28346"/>
            </a:xfrm>
            <a:prstGeom prst="ellipse">
              <a:avLst/>
            </a:prstGeom>
            <a:solidFill>
              <a:srgbClr val="00A6A6"/>
            </a:solidFill>
            <a:ln w="2743">
              <a:solidFill>
                <a:srgbClr val="FFFFFF"/>
              </a:solidFill>
            </a:ln>
            <a:effectLst/>
          </p:spPr>
          <p:txBody>
            <a:bodyPr rtlCol="0" anchor="ctr"/>
            <a:lstStyle/>
            <a:p>
              <a:pPr algn="ctr"/>
            </a:p>
          </p:txBody>
        </p:sp>
        <p:sp>
          <p:nvSpPr>
            <p:cNvPr id="1196" name="link5_back_sensor_4: 0.2576 m"/>
            <p:cNvSpPr/>
            <p:nvPr/>
          </p:nvSpPr>
          <p:spPr>
            <a:xfrm>
              <a:off x="9053955" y="1337348"/>
              <a:ext cx="28346" cy="28346"/>
            </a:xfrm>
            <a:prstGeom prst="ellipse">
              <a:avLst/>
            </a:prstGeom>
            <a:solidFill>
              <a:srgbClr val="00A6A6"/>
            </a:solidFill>
            <a:ln w="2743">
              <a:solidFill>
                <a:srgbClr val="FFFFFF"/>
              </a:solidFill>
            </a:ln>
            <a:effectLst/>
          </p:spPr>
          <p:txBody>
            <a:bodyPr rtlCol="0" anchor="ctr"/>
            <a:lstStyle/>
            <a:p>
              <a:pPr algn="ctr"/>
            </a:p>
          </p:txBody>
        </p:sp>
        <p:sp>
          <p:nvSpPr>
            <p:cNvPr id="1197" name="link6_sensor_3: 0.1655 m"/>
            <p:cNvSpPr/>
            <p:nvPr/>
          </p:nvSpPr>
          <p:spPr>
            <a:xfrm>
              <a:off x="9423302" y="865186"/>
              <a:ext cx="28346" cy="28346"/>
            </a:xfrm>
            <a:prstGeom prst="ellipse">
              <a:avLst/>
            </a:prstGeom>
            <a:solidFill>
              <a:srgbClr val="00A6A6"/>
            </a:solidFill>
            <a:ln w="2743">
              <a:solidFill>
                <a:srgbClr val="FFFFFF"/>
              </a:solidFill>
            </a:ln>
            <a:effectLst/>
          </p:spPr>
          <p:txBody>
            <a:bodyPr rtlCol="0" anchor="ctr"/>
            <a:lstStyle/>
            <a:p>
              <a:pPr algn="ctr"/>
            </a:p>
          </p:txBody>
        </p:sp>
        <p:sp>
          <p:nvSpPr>
            <p:cNvPr id="1198" name="link5_back_sensor_4: 0.2438 m"/>
            <p:cNvSpPr/>
            <p:nvPr/>
          </p:nvSpPr>
          <p:spPr>
            <a:xfrm>
              <a:off x="9062721" y="1259659"/>
              <a:ext cx="28346" cy="28346"/>
            </a:xfrm>
            <a:prstGeom prst="ellipse">
              <a:avLst/>
            </a:prstGeom>
            <a:solidFill>
              <a:srgbClr val="00A6A6"/>
            </a:solidFill>
            <a:ln w="2743">
              <a:solidFill>
                <a:srgbClr val="FFFFFF"/>
              </a:solidFill>
            </a:ln>
            <a:effectLst/>
          </p:spPr>
          <p:txBody>
            <a:bodyPr rtlCol="0" anchor="ctr"/>
            <a:lstStyle/>
            <a:p>
              <a:pPr algn="ctr"/>
            </a:p>
          </p:txBody>
        </p:sp>
        <p:sp>
          <p:nvSpPr>
            <p:cNvPr id="1199" name="link1_sensor_4: 0.6122 m"/>
            <p:cNvSpPr/>
            <p:nvPr/>
          </p:nvSpPr>
          <p:spPr>
            <a:xfrm>
              <a:off x="10746314" y="3206522"/>
              <a:ext cx="28346" cy="28346"/>
            </a:xfrm>
            <a:prstGeom prst="ellipse">
              <a:avLst/>
            </a:prstGeom>
            <a:solidFill>
              <a:srgbClr val="00A6A6"/>
            </a:solidFill>
            <a:ln w="2743">
              <a:solidFill>
                <a:srgbClr val="FFFFFF"/>
              </a:solidFill>
            </a:ln>
            <a:effectLst/>
          </p:spPr>
          <p:txBody>
            <a:bodyPr rtlCol="0" anchor="ctr"/>
            <a:lstStyle/>
            <a:p>
              <a:pPr algn="ctr"/>
            </a:p>
          </p:txBody>
        </p:sp>
        <p:sp>
          <p:nvSpPr>
            <p:cNvPr id="1200" name="link3_sensor_1: 0.6381 m"/>
            <p:cNvSpPr/>
            <p:nvPr/>
          </p:nvSpPr>
          <p:spPr>
            <a:xfrm>
              <a:off x="8498732" y="1391382"/>
              <a:ext cx="28346" cy="28346"/>
            </a:xfrm>
            <a:prstGeom prst="ellipse">
              <a:avLst/>
            </a:prstGeom>
            <a:solidFill>
              <a:srgbClr val="00A6A6"/>
            </a:solidFill>
            <a:ln w="2743">
              <a:solidFill>
                <a:srgbClr val="FFFFFF"/>
              </a:solidFill>
            </a:ln>
            <a:effectLst/>
          </p:spPr>
          <p:txBody>
            <a:bodyPr rtlCol="0" anchor="ctr"/>
            <a:lstStyle/>
            <a:p>
              <a:pPr algn="ctr"/>
            </a:p>
          </p:txBody>
        </p:sp>
        <p:sp>
          <p:nvSpPr>
            <p:cNvPr id="1201" name="link5_back_sensor_4: 0.2739 m"/>
            <p:cNvSpPr/>
            <p:nvPr/>
          </p:nvSpPr>
          <p:spPr>
            <a:xfrm>
              <a:off x="9053886" y="1504507"/>
              <a:ext cx="28346" cy="28346"/>
            </a:xfrm>
            <a:prstGeom prst="ellipse">
              <a:avLst/>
            </a:prstGeom>
            <a:solidFill>
              <a:srgbClr val="00A6A6"/>
            </a:solidFill>
            <a:ln w="2743">
              <a:solidFill>
                <a:srgbClr val="FFFFFF"/>
              </a:solidFill>
            </a:ln>
            <a:effectLst/>
          </p:spPr>
          <p:txBody>
            <a:bodyPr rtlCol="0" anchor="ctr"/>
            <a:lstStyle/>
            <a:p>
              <a:pPr algn="ctr"/>
            </a:p>
          </p:txBody>
        </p:sp>
        <p:sp>
          <p:nvSpPr>
            <p:cNvPr id="1202" name="link5_back_sensor_4: 0.2313 m"/>
            <p:cNvSpPr/>
            <p:nvPr/>
          </p:nvSpPr>
          <p:spPr>
            <a:xfrm>
              <a:off x="9070613" y="1189710"/>
              <a:ext cx="28346" cy="28346"/>
            </a:xfrm>
            <a:prstGeom prst="ellipse">
              <a:avLst/>
            </a:prstGeom>
            <a:solidFill>
              <a:srgbClr val="00A6A6"/>
            </a:solidFill>
            <a:ln w="2743">
              <a:solidFill>
                <a:srgbClr val="FFFFFF"/>
              </a:solidFill>
            </a:ln>
            <a:effectLst/>
          </p:spPr>
          <p:txBody>
            <a:bodyPr rtlCol="0" anchor="ctr"/>
            <a:lstStyle/>
            <a:p>
              <a:pPr algn="ctr"/>
            </a:p>
          </p:txBody>
        </p:sp>
        <p:sp>
          <p:nvSpPr>
            <p:cNvPr id="1203" name="link6_sensor_2: 0.6508 m"/>
            <p:cNvSpPr/>
            <p:nvPr/>
          </p:nvSpPr>
          <p:spPr>
            <a:xfrm>
              <a:off x="11046679" y="519566"/>
              <a:ext cx="28346" cy="28346"/>
            </a:xfrm>
            <a:prstGeom prst="ellipse">
              <a:avLst/>
            </a:prstGeom>
            <a:solidFill>
              <a:srgbClr val="00A6A6"/>
            </a:solidFill>
            <a:ln w="2743">
              <a:solidFill>
                <a:srgbClr val="FFFFFF"/>
              </a:solidFill>
            </a:ln>
            <a:effectLst/>
          </p:spPr>
          <p:txBody>
            <a:bodyPr rtlCol="0" anchor="ctr"/>
            <a:lstStyle/>
            <a:p>
              <a:pPr algn="ctr"/>
            </a:p>
          </p:txBody>
        </p:sp>
        <p:sp>
          <p:nvSpPr>
            <p:cNvPr id="1204" name="link6_sensor_3: 0.1689 m"/>
            <p:cNvSpPr/>
            <p:nvPr/>
          </p:nvSpPr>
          <p:spPr>
            <a:xfrm>
              <a:off x="9416755" y="828184"/>
              <a:ext cx="28346" cy="28346"/>
            </a:xfrm>
            <a:prstGeom prst="ellipse">
              <a:avLst/>
            </a:prstGeom>
            <a:solidFill>
              <a:srgbClr val="00A6A6"/>
            </a:solidFill>
            <a:ln w="2743">
              <a:solidFill>
                <a:srgbClr val="FFFFFF"/>
              </a:solidFill>
            </a:ln>
            <a:effectLst/>
          </p:spPr>
          <p:txBody>
            <a:bodyPr rtlCol="0" anchor="ctr"/>
            <a:lstStyle/>
            <a:p>
              <a:pPr algn="ctr"/>
            </a:p>
          </p:txBody>
        </p:sp>
        <p:sp>
          <p:nvSpPr>
            <p:cNvPr id="1205" name="link1_sensor_4: 0.5245 m"/>
            <p:cNvSpPr/>
            <p:nvPr/>
          </p:nvSpPr>
          <p:spPr>
            <a:xfrm>
              <a:off x="10608527" y="3065842"/>
              <a:ext cx="28346" cy="28346"/>
            </a:xfrm>
            <a:prstGeom prst="ellipse">
              <a:avLst/>
            </a:prstGeom>
            <a:solidFill>
              <a:srgbClr val="00A6A6"/>
            </a:solidFill>
            <a:ln w="2743">
              <a:solidFill>
                <a:srgbClr val="FFFFFF"/>
              </a:solidFill>
            </a:ln>
            <a:effectLst/>
          </p:spPr>
          <p:txBody>
            <a:bodyPr rtlCol="0" anchor="ctr"/>
            <a:lstStyle/>
            <a:p>
              <a:pPr algn="ctr"/>
            </a:p>
          </p:txBody>
        </p:sp>
        <p:sp>
          <p:nvSpPr>
            <p:cNvPr id="1206" name="link6_sensor_2: 0.5872 m"/>
            <p:cNvSpPr/>
            <p:nvPr/>
          </p:nvSpPr>
          <p:spPr>
            <a:xfrm>
              <a:off x="11003724" y="850825"/>
              <a:ext cx="28346" cy="28346"/>
            </a:xfrm>
            <a:prstGeom prst="ellipse">
              <a:avLst/>
            </a:prstGeom>
            <a:solidFill>
              <a:srgbClr val="00A6A6"/>
            </a:solidFill>
            <a:ln w="2743">
              <a:solidFill>
                <a:srgbClr val="FFFFFF"/>
              </a:solidFill>
            </a:ln>
            <a:effectLst/>
          </p:spPr>
          <p:txBody>
            <a:bodyPr rtlCol="0" anchor="ctr"/>
            <a:lstStyle/>
            <a:p>
              <a:pPr algn="ctr"/>
            </a:p>
          </p:txBody>
        </p:sp>
        <p:sp>
          <p:nvSpPr>
            <p:cNvPr id="1207" name="link3_sensor_2: 0.4850 m"/>
            <p:cNvSpPr/>
            <p:nvPr/>
          </p:nvSpPr>
          <p:spPr>
            <a:xfrm>
              <a:off x="9038350" y="1296586"/>
              <a:ext cx="28346" cy="28346"/>
            </a:xfrm>
            <a:prstGeom prst="ellipse">
              <a:avLst/>
            </a:prstGeom>
            <a:solidFill>
              <a:srgbClr val="00A6A6"/>
            </a:solidFill>
            <a:ln w="2743">
              <a:solidFill>
                <a:srgbClr val="FFFFFF"/>
              </a:solidFill>
            </a:ln>
            <a:effectLst/>
          </p:spPr>
          <p:txBody>
            <a:bodyPr rtlCol="0" anchor="ctr"/>
            <a:lstStyle/>
            <a:p>
              <a:pPr algn="ctr"/>
            </a:p>
          </p:txBody>
        </p:sp>
        <p:sp>
          <p:nvSpPr>
            <p:cNvPr id="1208" name="link6_sensor_2: 0.5349 m"/>
            <p:cNvSpPr/>
            <p:nvPr/>
          </p:nvSpPr>
          <p:spPr>
            <a:xfrm>
              <a:off x="10968362" y="1123998"/>
              <a:ext cx="28346" cy="28346"/>
            </a:xfrm>
            <a:prstGeom prst="ellipse">
              <a:avLst/>
            </a:prstGeom>
            <a:solidFill>
              <a:srgbClr val="00A6A6"/>
            </a:solidFill>
            <a:ln w="2743">
              <a:solidFill>
                <a:srgbClr val="FFFFFF"/>
              </a:solidFill>
            </a:ln>
            <a:effectLst/>
          </p:spPr>
          <p:txBody>
            <a:bodyPr rtlCol="0" anchor="ctr"/>
            <a:lstStyle/>
            <a:p>
              <a:pPr algn="ctr"/>
            </a:p>
          </p:txBody>
        </p:sp>
        <p:sp>
          <p:nvSpPr>
            <p:cNvPr id="1209" name="link3_sensor_2: 0.6251 m"/>
            <p:cNvSpPr/>
            <p:nvPr/>
          </p:nvSpPr>
          <p:spPr>
            <a:xfrm>
              <a:off x="8472703" y="1326544"/>
              <a:ext cx="28346" cy="28346"/>
            </a:xfrm>
            <a:prstGeom prst="ellipse">
              <a:avLst/>
            </a:prstGeom>
            <a:solidFill>
              <a:srgbClr val="00A6A6"/>
            </a:solidFill>
            <a:ln w="2743">
              <a:solidFill>
                <a:srgbClr val="FFFFFF"/>
              </a:solidFill>
            </a:ln>
            <a:effectLst/>
          </p:spPr>
          <p:txBody>
            <a:bodyPr rtlCol="0" anchor="ctr"/>
            <a:lstStyle/>
            <a:p>
              <a:pPr algn="ctr"/>
            </a:p>
          </p:txBody>
        </p:sp>
        <p:sp>
          <p:nvSpPr>
            <p:cNvPr id="1210" name="link6_sensor_3: 0.1733 m"/>
            <p:cNvSpPr/>
            <p:nvPr/>
          </p:nvSpPr>
          <p:spPr>
            <a:xfrm>
              <a:off x="9408935" y="788351"/>
              <a:ext cx="28346" cy="28346"/>
            </a:xfrm>
            <a:prstGeom prst="ellipse">
              <a:avLst/>
            </a:prstGeom>
            <a:solidFill>
              <a:srgbClr val="00A6A6"/>
            </a:solidFill>
            <a:ln w="2743">
              <a:solidFill>
                <a:srgbClr val="FFFFFF"/>
              </a:solidFill>
            </a:ln>
            <a:effectLst/>
          </p:spPr>
          <p:txBody>
            <a:bodyPr rtlCol="0" anchor="ctr"/>
            <a:lstStyle/>
            <a:p>
              <a:pPr algn="ctr"/>
            </a:p>
          </p:txBody>
        </p:sp>
        <p:sp>
          <p:nvSpPr>
            <p:cNvPr id="1211" name="link3_sensor_2: 0.5536 m"/>
            <p:cNvSpPr/>
            <p:nvPr/>
          </p:nvSpPr>
          <p:spPr>
            <a:xfrm>
              <a:off x="9085552" y="895121"/>
              <a:ext cx="28346" cy="28346"/>
            </a:xfrm>
            <a:prstGeom prst="ellipse">
              <a:avLst/>
            </a:prstGeom>
            <a:solidFill>
              <a:srgbClr val="00A6A6"/>
            </a:solidFill>
            <a:ln w="2743">
              <a:solidFill>
                <a:srgbClr val="FFFFFF"/>
              </a:solidFill>
            </a:ln>
            <a:effectLst/>
          </p:spPr>
          <p:txBody>
            <a:bodyPr rtlCol="0" anchor="ctr"/>
            <a:lstStyle/>
            <a:p>
              <a:pPr algn="ctr"/>
            </a:p>
          </p:txBody>
        </p:sp>
        <p:sp>
          <p:nvSpPr>
            <p:cNvPr id="1212" name="link3_sensor_1: 0.5013 m"/>
            <p:cNvSpPr/>
            <p:nvPr/>
          </p:nvSpPr>
          <p:spPr>
            <a:xfrm>
              <a:off x="8742935" y="1878952"/>
              <a:ext cx="28346" cy="28346"/>
            </a:xfrm>
            <a:prstGeom prst="ellipse">
              <a:avLst/>
            </a:prstGeom>
            <a:solidFill>
              <a:srgbClr val="00A6A6"/>
            </a:solidFill>
            <a:ln w="2743">
              <a:solidFill>
                <a:srgbClr val="FFFFFF"/>
              </a:solidFill>
            </a:ln>
            <a:effectLst/>
          </p:spPr>
          <p:txBody>
            <a:bodyPr rtlCol="0" anchor="ctr"/>
            <a:lstStyle/>
            <a:p>
              <a:pPr algn="ctr"/>
            </a:p>
          </p:txBody>
        </p:sp>
        <p:sp>
          <p:nvSpPr>
            <p:cNvPr id="1213" name="link5_back_sensor_4: 0.2606 m"/>
            <p:cNvSpPr/>
            <p:nvPr/>
          </p:nvSpPr>
          <p:spPr>
            <a:xfrm>
              <a:off x="9028319" y="1370056"/>
              <a:ext cx="28346" cy="28346"/>
            </a:xfrm>
            <a:prstGeom prst="ellipse">
              <a:avLst/>
            </a:prstGeom>
            <a:solidFill>
              <a:srgbClr val="00A6A6"/>
            </a:solidFill>
            <a:ln w="2743">
              <a:solidFill>
                <a:srgbClr val="FFFFFF"/>
              </a:solidFill>
            </a:ln>
            <a:effectLst/>
          </p:spPr>
          <p:txBody>
            <a:bodyPr rtlCol="0" anchor="ctr"/>
            <a:lstStyle/>
            <a:p>
              <a:pPr algn="ctr"/>
            </a:p>
          </p:txBody>
        </p:sp>
        <p:sp>
          <p:nvSpPr>
            <p:cNvPr id="1214" name="link5_back_sensor_4: 0.2840 m"/>
            <p:cNvSpPr/>
            <p:nvPr/>
          </p:nvSpPr>
          <p:spPr>
            <a:xfrm>
              <a:off x="9017567" y="1551086"/>
              <a:ext cx="28346" cy="28346"/>
            </a:xfrm>
            <a:prstGeom prst="ellipse">
              <a:avLst/>
            </a:prstGeom>
            <a:solidFill>
              <a:srgbClr val="00A6A6"/>
            </a:solidFill>
            <a:ln w="2743">
              <a:solidFill>
                <a:srgbClr val="FFFFFF"/>
              </a:solidFill>
            </a:ln>
            <a:effectLst/>
          </p:spPr>
          <p:txBody>
            <a:bodyPr rtlCol="0" anchor="ctr"/>
            <a:lstStyle/>
            <a:p>
              <a:pPr algn="ctr"/>
            </a:p>
          </p:txBody>
        </p:sp>
        <p:sp>
          <p:nvSpPr>
            <p:cNvPr id="1215" name="link2_sensor_4: 0.7559 m"/>
            <p:cNvSpPr/>
            <p:nvPr/>
          </p:nvSpPr>
          <p:spPr>
            <a:xfrm>
              <a:off x="8338174" y="1315509"/>
              <a:ext cx="28346" cy="28346"/>
            </a:xfrm>
            <a:prstGeom prst="ellipse">
              <a:avLst/>
            </a:prstGeom>
            <a:solidFill>
              <a:srgbClr val="00A6A6"/>
            </a:solidFill>
            <a:ln w="2743">
              <a:solidFill>
                <a:srgbClr val="FFFFFF"/>
              </a:solidFill>
            </a:ln>
            <a:effectLst/>
          </p:spPr>
          <p:txBody>
            <a:bodyPr rtlCol="0" anchor="ctr"/>
            <a:lstStyle/>
            <a:p>
              <a:pPr algn="ctr"/>
            </a:p>
          </p:txBody>
        </p:sp>
        <p:sp>
          <p:nvSpPr>
            <p:cNvPr id="1216" name="link5_back_sensor_4: 0.2465 m"/>
            <p:cNvSpPr/>
            <p:nvPr/>
          </p:nvSpPr>
          <p:spPr>
            <a:xfrm>
              <a:off x="9038637" y="1289017"/>
              <a:ext cx="28346" cy="28346"/>
            </a:xfrm>
            <a:prstGeom prst="ellipse">
              <a:avLst/>
            </a:prstGeom>
            <a:solidFill>
              <a:srgbClr val="00A6A6"/>
            </a:solidFill>
            <a:ln w="2743">
              <a:solidFill>
                <a:srgbClr val="FFFFFF"/>
              </a:solidFill>
            </a:ln>
            <a:effectLst/>
          </p:spPr>
          <p:txBody>
            <a:bodyPr rtlCol="0" anchor="ctr"/>
            <a:lstStyle/>
            <a:p>
              <a:pPr algn="ctr"/>
            </a:p>
          </p:txBody>
        </p:sp>
        <p:sp>
          <p:nvSpPr>
            <p:cNvPr id="1217" name="link3_sensor_2: 0.5318 m"/>
            <p:cNvSpPr/>
            <p:nvPr/>
          </p:nvSpPr>
          <p:spPr>
            <a:xfrm>
              <a:off x="8705161" y="1449616"/>
              <a:ext cx="28346" cy="28346"/>
            </a:xfrm>
            <a:prstGeom prst="ellipse">
              <a:avLst/>
            </a:prstGeom>
            <a:solidFill>
              <a:srgbClr val="00A6A6"/>
            </a:solidFill>
            <a:ln w="2743">
              <a:solidFill>
                <a:srgbClr val="FFFFFF"/>
              </a:solidFill>
            </a:ln>
            <a:effectLst/>
          </p:spPr>
          <p:txBody>
            <a:bodyPr rtlCol="0" anchor="ctr"/>
            <a:lstStyle/>
            <a:p>
              <a:pPr algn="ctr"/>
            </a:p>
          </p:txBody>
        </p:sp>
        <p:sp>
          <p:nvSpPr>
            <p:cNvPr id="1218" name="link5_back_sensor_4: 0.2338 m"/>
            <p:cNvSpPr/>
            <p:nvPr/>
          </p:nvSpPr>
          <p:spPr>
            <a:xfrm>
              <a:off x="9047906" y="1216210"/>
              <a:ext cx="28346" cy="28346"/>
            </a:xfrm>
            <a:prstGeom prst="ellipse">
              <a:avLst/>
            </a:prstGeom>
            <a:solidFill>
              <a:srgbClr val="00A6A6"/>
            </a:solidFill>
            <a:ln w="2743">
              <a:solidFill>
                <a:srgbClr val="FFFFFF"/>
              </a:solidFill>
            </a:ln>
            <a:effectLst/>
          </p:spPr>
          <p:txBody>
            <a:bodyPr rtlCol="0" anchor="ctr"/>
            <a:lstStyle/>
            <a:p>
              <a:pPr algn="ctr"/>
            </a:p>
          </p:txBody>
        </p:sp>
        <p:sp>
          <p:nvSpPr>
            <p:cNvPr id="1219" name="link5_back_sensor_4: 0.2223 m"/>
            <p:cNvSpPr/>
            <p:nvPr/>
          </p:nvSpPr>
          <p:spPr>
            <a:xfrm>
              <a:off x="9056280" y="1150440"/>
              <a:ext cx="28346" cy="28346"/>
            </a:xfrm>
            <a:prstGeom prst="ellipse">
              <a:avLst/>
            </a:prstGeom>
            <a:solidFill>
              <a:srgbClr val="00A6A6"/>
            </a:solidFill>
            <a:ln w="2743">
              <a:solidFill>
                <a:srgbClr val="FFFFFF"/>
              </a:solidFill>
            </a:ln>
            <a:effectLst/>
          </p:spPr>
          <p:txBody>
            <a:bodyPr rtlCol="0" anchor="ctr"/>
            <a:lstStyle/>
            <a:p>
              <a:pPr algn="ctr"/>
            </a:p>
          </p:txBody>
        </p:sp>
        <p:sp>
          <p:nvSpPr>
            <p:cNvPr id="1220" name="link6_sensor_3: 0.1774 m"/>
            <p:cNvSpPr/>
            <p:nvPr/>
          </p:nvSpPr>
          <p:spPr>
            <a:xfrm>
              <a:off x="9401270" y="746802"/>
              <a:ext cx="28346" cy="28346"/>
            </a:xfrm>
            <a:prstGeom prst="ellipse">
              <a:avLst/>
            </a:prstGeom>
            <a:solidFill>
              <a:srgbClr val="00A6A6"/>
            </a:solidFill>
            <a:ln w="2743">
              <a:solidFill>
                <a:srgbClr val="FFFFFF"/>
              </a:solidFill>
            </a:ln>
            <a:effectLst/>
          </p:spPr>
          <p:txBody>
            <a:bodyPr rtlCol="0" anchor="ctr"/>
            <a:lstStyle/>
            <a:p>
              <a:pPr algn="ctr"/>
            </a:p>
          </p:txBody>
        </p:sp>
        <p:sp>
          <p:nvSpPr>
            <p:cNvPr id="1221" name="link5_back_sensor_4: 0.2606 m"/>
            <p:cNvSpPr/>
            <p:nvPr/>
          </p:nvSpPr>
          <p:spPr>
            <a:xfrm>
              <a:off x="9038652" y="1446613"/>
              <a:ext cx="28346" cy="28346"/>
            </a:xfrm>
            <a:prstGeom prst="ellipse">
              <a:avLst/>
            </a:prstGeom>
            <a:solidFill>
              <a:srgbClr val="00A6A6"/>
            </a:solidFill>
            <a:ln w="2743">
              <a:solidFill>
                <a:srgbClr val="FFFFFF"/>
              </a:solidFill>
            </a:ln>
            <a:effectLst/>
          </p:spPr>
          <p:txBody>
            <a:bodyPr rtlCol="0" anchor="ctr"/>
            <a:lstStyle/>
            <a:p>
              <a:pPr algn="ctr"/>
            </a:p>
          </p:txBody>
        </p:sp>
        <p:sp>
          <p:nvSpPr>
            <p:cNvPr id="1222" name="link3_sensor_1: 0.6393 m"/>
            <p:cNvSpPr/>
            <p:nvPr/>
          </p:nvSpPr>
          <p:spPr>
            <a:xfrm>
              <a:off x="8455248" y="1259659"/>
              <a:ext cx="28346" cy="28346"/>
            </a:xfrm>
            <a:prstGeom prst="ellipse">
              <a:avLst/>
            </a:prstGeom>
            <a:solidFill>
              <a:srgbClr val="00A6A6"/>
            </a:solidFill>
            <a:ln w="2743">
              <a:solidFill>
                <a:srgbClr val="FFFFFF"/>
              </a:solidFill>
            </a:ln>
            <a:effectLst/>
          </p:spPr>
          <p:txBody>
            <a:bodyPr rtlCol="0" anchor="ctr"/>
            <a:lstStyle/>
            <a:p>
              <a:pPr algn="ctr"/>
            </a:p>
          </p:txBody>
        </p:sp>
        <p:sp>
          <p:nvSpPr>
            <p:cNvPr id="1223" name="link2_sensor_4: 0.6383 m"/>
            <p:cNvSpPr/>
            <p:nvPr/>
          </p:nvSpPr>
          <p:spPr>
            <a:xfrm>
              <a:off x="8596223" y="1418369"/>
              <a:ext cx="28346" cy="28346"/>
            </a:xfrm>
            <a:prstGeom prst="ellipse">
              <a:avLst/>
            </a:prstGeom>
            <a:solidFill>
              <a:srgbClr val="00A6A6"/>
            </a:solidFill>
            <a:ln w="2743">
              <a:solidFill>
                <a:srgbClr val="FFFFFF"/>
              </a:solidFill>
            </a:ln>
            <a:effectLst/>
          </p:spPr>
          <p:txBody>
            <a:bodyPr rtlCol="0" anchor="ctr"/>
            <a:lstStyle/>
            <a:p>
              <a:pPr algn="ctr"/>
            </a:p>
          </p:txBody>
        </p:sp>
        <p:sp>
          <p:nvSpPr>
            <p:cNvPr id="1224" name="link6_sensor_3: 0.1815 m"/>
            <p:cNvSpPr/>
            <p:nvPr/>
          </p:nvSpPr>
          <p:spPr>
            <a:xfrm>
              <a:off x="9393242" y="702972"/>
              <a:ext cx="28346" cy="28346"/>
            </a:xfrm>
            <a:prstGeom prst="ellipse">
              <a:avLst/>
            </a:prstGeom>
            <a:solidFill>
              <a:srgbClr val="00A6A6"/>
            </a:solidFill>
            <a:ln w="2743">
              <a:solidFill>
                <a:srgbClr val="FFFFFF"/>
              </a:solidFill>
            </a:ln>
            <a:effectLst/>
          </p:spPr>
          <p:txBody>
            <a:bodyPr rtlCol="0" anchor="ctr"/>
            <a:lstStyle/>
            <a:p>
              <a:pPr algn="ctr"/>
            </a:p>
          </p:txBody>
        </p:sp>
        <p:sp>
          <p:nvSpPr>
            <p:cNvPr id="1225" name="link3_sensor_2: 0.4884 m"/>
            <p:cNvSpPr/>
            <p:nvPr/>
          </p:nvSpPr>
          <p:spPr>
            <a:xfrm>
              <a:off x="9024465" y="1196925"/>
              <a:ext cx="28346" cy="28346"/>
            </a:xfrm>
            <a:prstGeom prst="ellipse">
              <a:avLst/>
            </a:prstGeom>
            <a:solidFill>
              <a:srgbClr val="00A6A6"/>
            </a:solidFill>
            <a:ln w="2743">
              <a:solidFill>
                <a:srgbClr val="FFFFFF"/>
              </a:solidFill>
            </a:ln>
            <a:effectLst/>
          </p:spPr>
          <p:txBody>
            <a:bodyPr rtlCol="0" anchor="ctr"/>
            <a:lstStyle/>
            <a:p>
              <a:pPr algn="ctr"/>
            </a:p>
          </p:txBody>
        </p:sp>
        <p:sp>
          <p:nvSpPr>
            <p:cNvPr id="1226" name="link5_back_sensor_4: 0.2800 m"/>
            <p:cNvSpPr/>
            <p:nvPr/>
          </p:nvSpPr>
          <p:spPr>
            <a:xfrm>
              <a:off x="8988074" y="1499207"/>
              <a:ext cx="28346" cy="28346"/>
            </a:xfrm>
            <a:prstGeom prst="ellipse">
              <a:avLst/>
            </a:prstGeom>
            <a:solidFill>
              <a:srgbClr val="00A6A6"/>
            </a:solidFill>
            <a:ln w="2743">
              <a:solidFill>
                <a:srgbClr val="FFFFFF"/>
              </a:solidFill>
            </a:ln>
            <a:effectLst/>
          </p:spPr>
          <p:txBody>
            <a:bodyPr rtlCol="0" anchor="ctr"/>
            <a:lstStyle/>
            <a:p>
              <a:pPr algn="ctr"/>
            </a:p>
          </p:txBody>
        </p:sp>
        <p:sp>
          <p:nvSpPr>
            <p:cNvPr id="1227" name="link1_sensor_4: 0.6967 m"/>
            <p:cNvSpPr/>
            <p:nvPr/>
          </p:nvSpPr>
          <p:spPr>
            <a:xfrm>
              <a:off x="10987967" y="3274874"/>
              <a:ext cx="28346" cy="28346"/>
            </a:xfrm>
            <a:prstGeom prst="ellipse">
              <a:avLst/>
            </a:prstGeom>
            <a:solidFill>
              <a:srgbClr val="00A6A6"/>
            </a:solidFill>
            <a:ln w="2743">
              <a:solidFill>
                <a:srgbClr val="FFFFFF"/>
              </a:solidFill>
            </a:ln>
            <a:effectLst/>
          </p:spPr>
          <p:txBody>
            <a:bodyPr rtlCol="0" anchor="ctr"/>
            <a:lstStyle/>
            <a:p>
              <a:pPr algn="ctr"/>
            </a:p>
          </p:txBody>
        </p:sp>
        <p:sp>
          <p:nvSpPr>
            <p:cNvPr id="1228" name="link1_sensor_4: 0.5852 m"/>
            <p:cNvSpPr/>
            <p:nvPr/>
          </p:nvSpPr>
          <p:spPr>
            <a:xfrm>
              <a:off x="10793143" y="3104476"/>
              <a:ext cx="28346" cy="28346"/>
            </a:xfrm>
            <a:prstGeom prst="ellipse">
              <a:avLst/>
            </a:prstGeom>
            <a:solidFill>
              <a:srgbClr val="00A6A6"/>
            </a:solidFill>
            <a:ln w="2743">
              <a:solidFill>
                <a:srgbClr val="FFFFFF"/>
              </a:solidFill>
            </a:ln>
            <a:effectLst/>
          </p:spPr>
          <p:txBody>
            <a:bodyPr rtlCol="0" anchor="ctr"/>
            <a:lstStyle/>
            <a:p>
              <a:pPr algn="ctr"/>
            </a:p>
          </p:txBody>
        </p:sp>
        <p:sp>
          <p:nvSpPr>
            <p:cNvPr id="1229" name="link1_sensor_4: 0.5046 m"/>
            <p:cNvSpPr/>
            <p:nvPr/>
          </p:nvSpPr>
          <p:spPr>
            <a:xfrm>
              <a:off x="10652068" y="2981043"/>
              <a:ext cx="28346" cy="28346"/>
            </a:xfrm>
            <a:prstGeom prst="ellipse">
              <a:avLst/>
            </a:prstGeom>
            <a:solidFill>
              <a:srgbClr val="00A6A6"/>
            </a:solidFill>
            <a:ln w="2743">
              <a:solidFill>
                <a:srgbClr val="FFFFFF"/>
              </a:solidFill>
            </a:ln>
            <a:effectLst/>
          </p:spPr>
          <p:txBody>
            <a:bodyPr rtlCol="0" anchor="ctr"/>
            <a:lstStyle/>
            <a:p>
              <a:pPr algn="ctr"/>
            </a:p>
          </p:txBody>
        </p:sp>
        <p:sp>
          <p:nvSpPr>
            <p:cNvPr id="1230" name="link5_back_sensor_4: 0.2363 m"/>
            <p:cNvSpPr/>
            <p:nvPr/>
          </p:nvSpPr>
          <p:spPr>
            <a:xfrm>
              <a:off x="9024294" y="1243767"/>
              <a:ext cx="28346" cy="28346"/>
            </a:xfrm>
            <a:prstGeom prst="ellipse">
              <a:avLst/>
            </a:prstGeom>
            <a:solidFill>
              <a:srgbClr val="00A6A6"/>
            </a:solidFill>
            <a:ln w="2743">
              <a:solidFill>
                <a:srgbClr val="FFFFFF"/>
              </a:solidFill>
            </a:ln>
            <a:effectLst/>
          </p:spPr>
          <p:txBody>
            <a:bodyPr rtlCol="0" anchor="ctr"/>
            <a:lstStyle/>
            <a:p>
              <a:pPr algn="ctr"/>
            </a:p>
          </p:txBody>
        </p:sp>
        <p:sp>
          <p:nvSpPr>
            <p:cNvPr id="1231" name="link5_back_sensor_4: 0.2246 m"/>
            <p:cNvSpPr/>
            <p:nvPr/>
          </p:nvSpPr>
          <p:spPr>
            <a:xfrm>
              <a:off x="9033989" y="1175394"/>
              <a:ext cx="28346" cy="28346"/>
            </a:xfrm>
            <a:prstGeom prst="ellipse">
              <a:avLst/>
            </a:prstGeom>
            <a:solidFill>
              <a:srgbClr val="00A6A6"/>
            </a:solidFill>
            <a:ln w="2743">
              <a:solidFill>
                <a:srgbClr val="FFFFFF"/>
              </a:solidFill>
            </a:ln>
            <a:effectLst/>
          </p:spPr>
          <p:txBody>
            <a:bodyPr rtlCol="0" anchor="ctr"/>
            <a:lstStyle/>
            <a:p>
              <a:pPr algn="ctr"/>
            </a:p>
          </p:txBody>
        </p:sp>
        <p:sp>
          <p:nvSpPr>
            <p:cNvPr id="1232" name="link5_back_sensor_4: 0.2140 m"/>
            <p:cNvSpPr/>
            <p:nvPr/>
          </p:nvSpPr>
          <p:spPr>
            <a:xfrm>
              <a:off x="9042774" y="1113439"/>
              <a:ext cx="28346" cy="28346"/>
            </a:xfrm>
            <a:prstGeom prst="ellipse">
              <a:avLst/>
            </a:prstGeom>
            <a:solidFill>
              <a:srgbClr val="00A6A6"/>
            </a:solidFill>
            <a:ln w="2743">
              <a:solidFill>
                <a:srgbClr val="FFFFFF"/>
              </a:solidFill>
            </a:ln>
            <a:effectLst/>
          </p:spPr>
          <p:txBody>
            <a:bodyPr rtlCol="0" anchor="ctr"/>
            <a:lstStyle/>
            <a:p>
              <a:pPr algn="ctr"/>
            </a:p>
          </p:txBody>
        </p:sp>
        <p:sp>
          <p:nvSpPr>
            <p:cNvPr id="1233" name="link2_sensor_4: 0.5526 m"/>
            <p:cNvSpPr/>
            <p:nvPr/>
          </p:nvSpPr>
          <p:spPr>
            <a:xfrm>
              <a:off x="8786781" y="1494182"/>
              <a:ext cx="28346" cy="28346"/>
            </a:xfrm>
            <a:prstGeom prst="ellipse">
              <a:avLst/>
            </a:prstGeom>
            <a:solidFill>
              <a:srgbClr val="00A6A6"/>
            </a:solidFill>
            <a:ln w="2743">
              <a:solidFill>
                <a:srgbClr val="FFFFFF"/>
              </a:solidFill>
            </a:ln>
            <a:effectLst/>
          </p:spPr>
          <p:txBody>
            <a:bodyPr rtlCol="0" anchor="ctr"/>
            <a:lstStyle/>
            <a:p>
              <a:pPr algn="ctr"/>
            </a:p>
          </p:txBody>
        </p:sp>
        <p:sp>
          <p:nvSpPr>
            <p:cNvPr id="1234" name="link6_sensor_2: 0.6595 m"/>
            <p:cNvSpPr/>
            <p:nvPr/>
          </p:nvSpPr>
          <p:spPr>
            <a:xfrm>
              <a:off x="11063312" y="367470"/>
              <a:ext cx="28346" cy="28346"/>
            </a:xfrm>
            <a:prstGeom prst="ellipse">
              <a:avLst/>
            </a:prstGeom>
            <a:solidFill>
              <a:srgbClr val="00A6A6"/>
            </a:solidFill>
            <a:ln w="2743">
              <a:solidFill>
                <a:srgbClr val="FFFFFF"/>
              </a:solidFill>
            </a:ln>
            <a:effectLst/>
          </p:spPr>
          <p:txBody>
            <a:bodyPr rtlCol="0" anchor="ctr"/>
            <a:lstStyle/>
            <a:p>
              <a:pPr algn="ctr"/>
            </a:p>
          </p:txBody>
        </p:sp>
        <p:sp>
          <p:nvSpPr>
            <p:cNvPr id="1235" name="link6_sensor_2: 0.5942 m"/>
            <p:cNvSpPr/>
            <p:nvPr/>
          </p:nvSpPr>
          <p:spPr>
            <a:xfrm>
              <a:off x="11017481" y="723388"/>
              <a:ext cx="28346" cy="28346"/>
            </a:xfrm>
            <a:prstGeom prst="ellipse">
              <a:avLst/>
            </a:prstGeom>
            <a:solidFill>
              <a:srgbClr val="00A6A6"/>
            </a:solidFill>
            <a:ln w="2743">
              <a:solidFill>
                <a:srgbClr val="FFFFFF"/>
              </a:solidFill>
            </a:ln>
            <a:effectLst/>
          </p:spPr>
          <p:txBody>
            <a:bodyPr rtlCol="0" anchor="ctr"/>
            <a:lstStyle/>
            <a:p>
              <a:pPr algn="ctr"/>
            </a:p>
          </p:txBody>
        </p:sp>
        <p:sp>
          <p:nvSpPr>
            <p:cNvPr id="1236" name="link6_sensor_2: 0.5407 m"/>
            <p:cNvSpPr/>
            <p:nvPr/>
          </p:nvSpPr>
          <p:spPr>
            <a:xfrm>
              <a:off x="10979918" y="1015248"/>
              <a:ext cx="28346" cy="28346"/>
            </a:xfrm>
            <a:prstGeom prst="ellipse">
              <a:avLst/>
            </a:prstGeom>
            <a:solidFill>
              <a:srgbClr val="00A6A6"/>
            </a:solidFill>
            <a:ln w="2743">
              <a:solidFill>
                <a:srgbClr val="FFFFFF"/>
              </a:solidFill>
            </a:ln>
            <a:effectLst/>
          </p:spPr>
          <p:txBody>
            <a:bodyPr rtlCol="0" anchor="ctr"/>
            <a:lstStyle/>
            <a:p>
              <a:pPr algn="ctr"/>
            </a:p>
          </p:txBody>
        </p:sp>
        <p:sp>
          <p:nvSpPr>
            <p:cNvPr id="1237" name="link3_sensor_2: 0.4431 m"/>
            <p:cNvSpPr/>
            <p:nvPr/>
          </p:nvSpPr>
          <p:spPr>
            <a:xfrm>
              <a:off x="8891032" y="1547074"/>
              <a:ext cx="28346" cy="28346"/>
            </a:xfrm>
            <a:prstGeom prst="ellipse">
              <a:avLst/>
            </a:prstGeom>
            <a:solidFill>
              <a:srgbClr val="00A6A6"/>
            </a:solidFill>
            <a:ln w="2743">
              <a:solidFill>
                <a:srgbClr val="FFFFFF"/>
              </a:solidFill>
            </a:ln>
            <a:effectLst/>
          </p:spPr>
          <p:txBody>
            <a:bodyPr rtlCol="0" anchor="ctr"/>
            <a:lstStyle/>
            <a:p>
              <a:pPr algn="ctr"/>
            </a:p>
          </p:txBody>
        </p:sp>
        <p:sp>
          <p:nvSpPr>
            <p:cNvPr id="1238" name="link5_back_sensor_4: 0.2404 m"/>
            <p:cNvSpPr/>
            <p:nvPr/>
          </p:nvSpPr>
          <p:spPr>
            <a:xfrm>
              <a:off x="9027215" y="1315487"/>
              <a:ext cx="28346" cy="28346"/>
            </a:xfrm>
            <a:prstGeom prst="ellipse">
              <a:avLst/>
            </a:prstGeom>
            <a:solidFill>
              <a:srgbClr val="00A6A6"/>
            </a:solidFill>
            <a:ln w="2743">
              <a:solidFill>
                <a:srgbClr val="FFFFFF"/>
              </a:solidFill>
            </a:ln>
            <a:effectLst/>
          </p:spPr>
          <p:txBody>
            <a:bodyPr rtlCol="0" anchor="ctr"/>
            <a:lstStyle/>
            <a:p>
              <a:pPr algn="ctr"/>
            </a:p>
          </p:txBody>
        </p:sp>
        <p:sp>
          <p:nvSpPr>
            <p:cNvPr id="1239" name="link3_sensor_2: 0.6363 m"/>
            <p:cNvSpPr/>
            <p:nvPr/>
          </p:nvSpPr>
          <p:spPr>
            <a:xfrm>
              <a:off x="8434164" y="1194298"/>
              <a:ext cx="28346" cy="28346"/>
            </a:xfrm>
            <a:prstGeom prst="ellipse">
              <a:avLst/>
            </a:prstGeom>
            <a:solidFill>
              <a:srgbClr val="00A6A6"/>
            </a:solidFill>
            <a:ln w="2743">
              <a:solidFill>
                <a:srgbClr val="FFFFFF"/>
              </a:solidFill>
            </a:ln>
            <a:effectLst/>
          </p:spPr>
          <p:txBody>
            <a:bodyPr rtlCol="0" anchor="ctr"/>
            <a:lstStyle/>
            <a:p>
              <a:pPr algn="ctr"/>
            </a:p>
          </p:txBody>
        </p:sp>
        <p:sp>
          <p:nvSpPr>
            <p:cNvPr id="1240" name="link3_sensor_2: 0.5399 m"/>
            <p:cNvSpPr/>
            <p:nvPr/>
          </p:nvSpPr>
          <p:spPr>
            <a:xfrm>
              <a:off x="8679005" y="1340777"/>
              <a:ext cx="28346" cy="28346"/>
            </a:xfrm>
            <a:prstGeom prst="ellipse">
              <a:avLst/>
            </a:prstGeom>
            <a:solidFill>
              <a:srgbClr val="00A6A6"/>
            </a:solidFill>
            <a:ln w="2743">
              <a:solidFill>
                <a:srgbClr val="FFFFFF"/>
              </a:solidFill>
            </a:ln>
            <a:effectLst/>
          </p:spPr>
          <p:txBody>
            <a:bodyPr rtlCol="0" anchor="ctr"/>
            <a:lstStyle/>
            <a:p>
              <a:pPr algn="ctr"/>
            </a:p>
          </p:txBody>
        </p:sp>
        <p:sp>
          <p:nvSpPr>
            <p:cNvPr id="1241" name="link5_back_sensor_4: 0.2485 m"/>
            <p:cNvSpPr/>
            <p:nvPr/>
          </p:nvSpPr>
          <p:spPr>
            <a:xfrm>
              <a:off x="9024441" y="1392952"/>
              <a:ext cx="28346" cy="28346"/>
            </a:xfrm>
            <a:prstGeom prst="ellipse">
              <a:avLst/>
            </a:prstGeom>
            <a:solidFill>
              <a:srgbClr val="00A6A6"/>
            </a:solidFill>
            <a:ln w="2743">
              <a:solidFill>
                <a:srgbClr val="FFFFFF"/>
              </a:solidFill>
            </a:ln>
            <a:effectLst/>
          </p:spPr>
          <p:txBody>
            <a:bodyPr rtlCol="0" anchor="ctr"/>
            <a:lstStyle/>
            <a:p>
              <a:pPr algn="ctr"/>
            </a:p>
          </p:txBody>
        </p:sp>
        <p:sp>
          <p:nvSpPr>
            <p:cNvPr id="1242" name="link3_sensor_2: 0.5581 m"/>
            <p:cNvSpPr/>
            <p:nvPr/>
          </p:nvSpPr>
          <p:spPr>
            <a:xfrm>
              <a:off x="9070701" y="771369"/>
              <a:ext cx="28346" cy="28346"/>
            </a:xfrm>
            <a:prstGeom prst="ellipse">
              <a:avLst/>
            </a:prstGeom>
            <a:solidFill>
              <a:srgbClr val="00A6A6"/>
            </a:solidFill>
            <a:ln w="2743">
              <a:solidFill>
                <a:srgbClr val="FFFFFF"/>
              </a:solidFill>
            </a:ln>
            <a:effectLst/>
          </p:spPr>
          <p:txBody>
            <a:bodyPr rtlCol="0" anchor="ctr"/>
            <a:lstStyle/>
            <a:p>
              <a:pPr algn="ctr"/>
            </a:p>
          </p:txBody>
        </p:sp>
        <p:sp>
          <p:nvSpPr>
            <p:cNvPr id="1243" name="link3_sensor_2: 0.4158 m"/>
            <p:cNvSpPr/>
            <p:nvPr/>
          </p:nvSpPr>
          <p:spPr>
            <a:xfrm>
              <a:off x="8997922" y="1531503"/>
              <a:ext cx="28346" cy="28346"/>
            </a:xfrm>
            <a:prstGeom prst="ellipse">
              <a:avLst/>
            </a:prstGeom>
            <a:solidFill>
              <a:srgbClr val="00A6A6"/>
            </a:solidFill>
            <a:ln w="2743">
              <a:solidFill>
                <a:srgbClr val="FFFFFF"/>
              </a:solidFill>
            </a:ln>
            <a:effectLst/>
          </p:spPr>
          <p:txBody>
            <a:bodyPr rtlCol="0" anchor="ctr"/>
            <a:lstStyle/>
            <a:p>
              <a:pPr algn="ctr"/>
            </a:p>
          </p:txBody>
        </p:sp>
        <p:sp>
          <p:nvSpPr>
            <p:cNvPr id="1244" name="link3_sensor_2: 0.4622 m"/>
            <p:cNvSpPr/>
            <p:nvPr/>
          </p:nvSpPr>
          <p:spPr>
            <a:xfrm>
              <a:off x="8864261" y="1451911"/>
              <a:ext cx="28346" cy="28346"/>
            </a:xfrm>
            <a:prstGeom prst="ellipse">
              <a:avLst/>
            </a:prstGeom>
            <a:solidFill>
              <a:srgbClr val="00A6A6"/>
            </a:solidFill>
            <a:ln w="2743">
              <a:solidFill>
                <a:srgbClr val="FFFFFF"/>
              </a:solidFill>
            </a:ln>
            <a:effectLst/>
          </p:spPr>
          <p:txBody>
            <a:bodyPr rtlCol="0" anchor="ctr"/>
            <a:lstStyle/>
            <a:p>
              <a:pPr algn="ctr"/>
            </a:p>
          </p:txBody>
        </p:sp>
        <p:sp>
          <p:nvSpPr>
            <p:cNvPr id="1245" name="link5_back_sensor_4: 0.2062 m"/>
            <p:cNvSpPr/>
            <p:nvPr/>
          </p:nvSpPr>
          <p:spPr>
            <a:xfrm>
              <a:off x="9030027" y="1078513"/>
              <a:ext cx="28346" cy="28346"/>
            </a:xfrm>
            <a:prstGeom prst="ellipse">
              <a:avLst/>
            </a:prstGeom>
            <a:solidFill>
              <a:srgbClr val="00A6A6"/>
            </a:solidFill>
            <a:ln w="2743">
              <a:solidFill>
                <a:srgbClr val="FFFFFF"/>
              </a:solidFill>
            </a:ln>
            <a:effectLst/>
          </p:spPr>
          <p:txBody>
            <a:bodyPr rtlCol="0" anchor="ctr"/>
            <a:lstStyle/>
            <a:p>
              <a:pPr algn="ctr"/>
            </a:p>
          </p:txBody>
        </p:sp>
        <p:sp>
          <p:nvSpPr>
            <p:cNvPr id="1246" name="link5_back_sensor_4: 0.2161 m"/>
            <p:cNvSpPr/>
            <p:nvPr/>
          </p:nvSpPr>
          <p:spPr>
            <a:xfrm>
              <a:off x="9020891" y="1136977"/>
              <a:ext cx="28346" cy="28346"/>
            </a:xfrm>
            <a:prstGeom prst="ellipse">
              <a:avLst/>
            </a:prstGeom>
            <a:solidFill>
              <a:srgbClr val="00A6A6"/>
            </a:solidFill>
            <a:ln w="2743">
              <a:solidFill>
                <a:srgbClr val="FFFFFF"/>
              </a:solidFill>
            </a:ln>
            <a:effectLst/>
          </p:spPr>
          <p:txBody>
            <a:bodyPr rtlCol="0" anchor="ctr"/>
            <a:lstStyle/>
            <a:p>
              <a:pPr algn="ctr"/>
            </a:p>
          </p:txBody>
        </p:sp>
        <p:sp>
          <p:nvSpPr>
            <p:cNvPr id="1247" name="link5_back_sensor_4: 0.2269 m"/>
            <p:cNvSpPr/>
            <p:nvPr/>
          </p:nvSpPr>
          <p:spPr>
            <a:xfrm>
              <a:off x="9010837" y="1201311"/>
              <a:ext cx="28346" cy="28346"/>
            </a:xfrm>
            <a:prstGeom prst="ellipse">
              <a:avLst/>
            </a:prstGeom>
            <a:solidFill>
              <a:srgbClr val="00A6A6"/>
            </a:solidFill>
            <a:ln w="2743">
              <a:solidFill>
                <a:srgbClr val="FFFFFF"/>
              </a:solidFill>
            </a:ln>
            <a:effectLst/>
          </p:spPr>
          <p:txBody>
            <a:bodyPr rtlCol="0" anchor="ctr"/>
            <a:lstStyle/>
            <a:p>
              <a:pPr algn="ctr"/>
            </a:p>
          </p:txBody>
        </p:sp>
        <p:sp>
          <p:nvSpPr>
            <p:cNvPr id="1248" name="link3_sensor_1: 0.6405 m"/>
            <p:cNvSpPr/>
            <p:nvPr/>
          </p:nvSpPr>
          <p:spPr>
            <a:xfrm>
              <a:off x="8410331" y="1123585"/>
              <a:ext cx="28346" cy="28346"/>
            </a:xfrm>
            <a:prstGeom prst="ellipse">
              <a:avLst/>
            </a:prstGeom>
            <a:solidFill>
              <a:srgbClr val="00A6A6"/>
            </a:solidFill>
            <a:ln w="2743">
              <a:solidFill>
                <a:srgbClr val="FFFFFF"/>
              </a:solidFill>
            </a:ln>
            <a:effectLst/>
          </p:spPr>
          <p:txBody>
            <a:bodyPr rtlCol="0" anchor="ctr"/>
            <a:lstStyle/>
            <a:p>
              <a:pPr algn="ctr"/>
            </a:p>
          </p:txBody>
        </p:sp>
        <p:sp>
          <p:nvSpPr>
            <p:cNvPr id="1249" name="link2_sensor_6: 0.3548 m"/>
            <p:cNvSpPr/>
            <p:nvPr/>
          </p:nvSpPr>
          <p:spPr>
            <a:xfrm>
              <a:off x="8866645" y="2833609"/>
              <a:ext cx="28346" cy="28346"/>
            </a:xfrm>
            <a:prstGeom prst="ellipse">
              <a:avLst/>
            </a:prstGeom>
            <a:solidFill>
              <a:srgbClr val="00A6A6"/>
            </a:solidFill>
            <a:ln w="2743">
              <a:solidFill>
                <a:srgbClr val="FFFFFF"/>
              </a:solidFill>
            </a:ln>
            <a:effectLst/>
          </p:spPr>
          <p:txBody>
            <a:bodyPr rtlCol="0" anchor="ctr"/>
            <a:lstStyle/>
            <a:p>
              <a:pPr algn="ctr"/>
            </a:p>
          </p:txBody>
        </p:sp>
        <p:sp>
          <p:nvSpPr>
            <p:cNvPr id="1250" name="link3_sensor_2: 0.4918 m"/>
            <p:cNvSpPr/>
            <p:nvPr/>
          </p:nvSpPr>
          <p:spPr>
            <a:xfrm>
              <a:off x="9010013" y="1093172"/>
              <a:ext cx="28346" cy="28346"/>
            </a:xfrm>
            <a:prstGeom prst="ellipse">
              <a:avLst/>
            </a:prstGeom>
            <a:solidFill>
              <a:srgbClr val="00A6A6"/>
            </a:solidFill>
            <a:ln w="2743">
              <a:solidFill>
                <a:srgbClr val="FFFFFF"/>
              </a:solidFill>
            </a:ln>
            <a:effectLst/>
          </p:spPr>
          <p:txBody>
            <a:bodyPr rtlCol="0" anchor="ctr"/>
            <a:lstStyle/>
            <a:p>
              <a:pPr algn="ctr"/>
            </a:p>
          </p:txBody>
        </p:sp>
        <p:sp>
          <p:nvSpPr>
            <p:cNvPr id="1251" name="link2_sensor_4: 0.4637 m"/>
            <p:cNvSpPr/>
            <p:nvPr/>
          </p:nvSpPr>
          <p:spPr>
            <a:xfrm>
              <a:off x="8947716" y="1587912"/>
              <a:ext cx="28346" cy="28346"/>
            </a:xfrm>
            <a:prstGeom prst="ellipse">
              <a:avLst/>
            </a:prstGeom>
            <a:solidFill>
              <a:srgbClr val="00A6A6"/>
            </a:solidFill>
            <a:ln w="2743">
              <a:solidFill>
                <a:srgbClr val="FFFFFF"/>
              </a:solidFill>
            </a:ln>
            <a:effectLst/>
          </p:spPr>
          <p:txBody>
            <a:bodyPr rtlCol="0" anchor="ctr"/>
            <a:lstStyle/>
            <a:p>
              <a:pPr algn="ctr"/>
            </a:p>
          </p:txBody>
        </p:sp>
        <p:sp>
          <p:nvSpPr>
            <p:cNvPr id="1252" name="link2_sensor_4: 0.8042 m"/>
            <p:cNvSpPr/>
            <p:nvPr/>
          </p:nvSpPr>
          <p:spPr>
            <a:xfrm>
              <a:off x="8292059" y="1139161"/>
              <a:ext cx="28346" cy="28346"/>
            </a:xfrm>
            <a:prstGeom prst="ellipse">
              <a:avLst/>
            </a:prstGeom>
            <a:solidFill>
              <a:srgbClr val="00A6A6"/>
            </a:solidFill>
            <a:ln w="2743">
              <a:solidFill>
                <a:srgbClr val="FFFFFF"/>
              </a:solidFill>
            </a:ln>
            <a:effectLst/>
          </p:spPr>
          <p:txBody>
            <a:bodyPr rtlCol="0" anchor="ctr"/>
            <a:lstStyle/>
            <a:p>
              <a:pPr algn="ctr"/>
            </a:p>
          </p:txBody>
        </p:sp>
        <p:sp>
          <p:nvSpPr>
            <p:cNvPr id="1253" name="link5_back_sensor_4: 0.2250 m"/>
            <p:cNvSpPr/>
            <p:nvPr/>
          </p:nvSpPr>
          <p:spPr>
            <a:xfrm>
              <a:off x="9022940" y="1268236"/>
              <a:ext cx="28346" cy="28346"/>
            </a:xfrm>
            <a:prstGeom prst="ellipse">
              <a:avLst/>
            </a:prstGeom>
            <a:solidFill>
              <a:srgbClr val="00A6A6"/>
            </a:solidFill>
            <a:ln w="2743">
              <a:solidFill>
                <a:srgbClr val="FFFFFF"/>
              </a:solidFill>
            </a:ln>
            <a:effectLst/>
          </p:spPr>
          <p:txBody>
            <a:bodyPr rtlCol="0" anchor="ctr"/>
            <a:lstStyle/>
            <a:p>
              <a:pPr algn="ctr"/>
            </a:p>
          </p:txBody>
        </p:sp>
        <p:sp>
          <p:nvSpPr>
            <p:cNvPr id="1254" name="link5_back_sensor_4: 0.2375 m"/>
            <p:cNvSpPr/>
            <p:nvPr/>
          </p:nvSpPr>
          <p:spPr>
            <a:xfrm>
              <a:off x="9011275" y="1343001"/>
              <a:ext cx="28346" cy="28346"/>
            </a:xfrm>
            <a:prstGeom prst="ellipse">
              <a:avLst/>
            </a:prstGeom>
            <a:solidFill>
              <a:srgbClr val="00A6A6"/>
            </a:solidFill>
            <a:ln w="2743">
              <a:solidFill>
                <a:srgbClr val="FFFFFF"/>
              </a:solidFill>
            </a:ln>
            <a:effectLst/>
          </p:spPr>
          <p:txBody>
            <a:bodyPr rtlCol="0" anchor="ctr"/>
            <a:lstStyle/>
            <a:p>
              <a:pPr algn="ctr"/>
            </a:p>
          </p:txBody>
        </p:sp>
        <p:sp>
          <p:nvSpPr>
            <p:cNvPr id="1255" name="link1_sensor_4: 0.4861 m"/>
            <p:cNvSpPr/>
            <p:nvPr/>
          </p:nvSpPr>
          <p:spPr>
            <a:xfrm>
              <a:off x="10693683" y="2899986"/>
              <a:ext cx="28346" cy="28346"/>
            </a:xfrm>
            <a:prstGeom prst="ellipse">
              <a:avLst/>
            </a:prstGeom>
            <a:solidFill>
              <a:srgbClr val="00A6A6"/>
            </a:solidFill>
            <a:ln w="2743">
              <a:solidFill>
                <a:srgbClr val="FFFFFF"/>
              </a:solidFill>
            </a:ln>
            <a:effectLst/>
          </p:spPr>
          <p:txBody>
            <a:bodyPr rtlCol="0" anchor="ctr"/>
            <a:lstStyle/>
            <a:p>
              <a:pPr algn="ctr"/>
            </a:p>
          </p:txBody>
        </p:sp>
        <p:sp>
          <p:nvSpPr>
            <p:cNvPr id="1256" name="link3_sensor_2: 0.4183 m"/>
            <p:cNvSpPr/>
            <p:nvPr/>
          </p:nvSpPr>
          <p:spPr>
            <a:xfrm>
              <a:off x="8985074" y="1448795"/>
              <a:ext cx="28346" cy="28346"/>
            </a:xfrm>
            <a:prstGeom prst="ellipse">
              <a:avLst/>
            </a:prstGeom>
            <a:solidFill>
              <a:srgbClr val="00A6A6"/>
            </a:solidFill>
            <a:ln w="2743">
              <a:solidFill>
                <a:srgbClr val="FFFFFF"/>
              </a:solidFill>
            </a:ln>
            <a:effectLst/>
          </p:spPr>
          <p:txBody>
            <a:bodyPr rtlCol="0" anchor="ctr"/>
            <a:lstStyle/>
            <a:p>
              <a:pPr algn="ctr"/>
            </a:p>
          </p:txBody>
        </p:sp>
        <p:sp>
          <p:nvSpPr>
            <p:cNvPr id="1257" name="link2_sensor_4: 0.6724 m"/>
            <p:cNvSpPr/>
            <p:nvPr/>
          </p:nvSpPr>
          <p:spPr>
            <a:xfrm>
              <a:off x="8576603" y="1278074"/>
              <a:ext cx="28346" cy="28346"/>
            </a:xfrm>
            <a:prstGeom prst="ellipse">
              <a:avLst/>
            </a:prstGeom>
            <a:solidFill>
              <a:srgbClr val="00A6A6"/>
            </a:solidFill>
            <a:ln w="2743">
              <a:solidFill>
                <a:srgbClr val="FFFFFF"/>
              </a:solidFill>
            </a:ln>
            <a:effectLst/>
          </p:spPr>
          <p:txBody>
            <a:bodyPr rtlCol="0" anchor="ctr"/>
            <a:lstStyle/>
            <a:p>
              <a:pPr algn="ctr"/>
            </a:p>
          </p:txBody>
        </p:sp>
        <p:sp>
          <p:nvSpPr>
            <p:cNvPr id="1258" name="link3_sensor_2: 0.4751 m"/>
            <p:cNvSpPr/>
            <p:nvPr/>
          </p:nvSpPr>
          <p:spPr>
            <a:xfrm>
              <a:off x="8840357" y="1351938"/>
              <a:ext cx="28346" cy="28346"/>
            </a:xfrm>
            <a:prstGeom prst="ellipse">
              <a:avLst/>
            </a:prstGeom>
            <a:solidFill>
              <a:srgbClr val="00A6A6"/>
            </a:solidFill>
            <a:ln w="2743">
              <a:solidFill>
                <a:srgbClr val="FFFFFF"/>
              </a:solidFill>
            </a:ln>
            <a:effectLst/>
          </p:spPr>
          <p:txBody>
            <a:bodyPr rtlCol="0" anchor="ctr"/>
            <a:lstStyle/>
            <a:p>
              <a:pPr algn="ctr"/>
            </a:p>
          </p:txBody>
        </p:sp>
        <p:sp>
          <p:nvSpPr>
            <p:cNvPr id="1259" name="link6_sensor_2: 0.5011 m"/>
            <p:cNvSpPr/>
            <p:nvPr/>
          </p:nvSpPr>
          <p:spPr>
            <a:xfrm>
              <a:off x="10958961" y="1160028"/>
              <a:ext cx="28346" cy="28346"/>
            </a:xfrm>
            <a:prstGeom prst="ellipse">
              <a:avLst/>
            </a:prstGeom>
            <a:solidFill>
              <a:srgbClr val="00A6A6"/>
            </a:solidFill>
            <a:ln w="2743">
              <a:solidFill>
                <a:srgbClr val="FFFFFF"/>
              </a:solidFill>
            </a:ln>
            <a:effectLst/>
          </p:spPr>
          <p:txBody>
            <a:bodyPr rtlCol="0" anchor="ctr"/>
            <a:lstStyle/>
            <a:p>
              <a:pPr algn="ctr"/>
            </a:p>
          </p:txBody>
        </p:sp>
        <p:sp>
          <p:nvSpPr>
            <p:cNvPr id="1260" name="link3_sensor_2: 0.5482 m"/>
            <p:cNvSpPr/>
            <p:nvPr/>
          </p:nvSpPr>
          <p:spPr>
            <a:xfrm>
              <a:off x="8651354" y="1225622"/>
              <a:ext cx="28346" cy="28346"/>
            </a:xfrm>
            <a:prstGeom prst="ellipse">
              <a:avLst/>
            </a:prstGeom>
            <a:solidFill>
              <a:srgbClr val="00A6A6"/>
            </a:solidFill>
            <a:ln w="2743">
              <a:solidFill>
                <a:srgbClr val="FFFFFF"/>
              </a:solidFill>
            </a:ln>
            <a:effectLst/>
          </p:spPr>
          <p:txBody>
            <a:bodyPr rtlCol="0" anchor="ctr"/>
            <a:lstStyle/>
            <a:p>
              <a:pPr algn="ctr"/>
            </a:p>
          </p:txBody>
        </p:sp>
        <p:sp>
          <p:nvSpPr>
            <p:cNvPr id="1261" name="link1_sensor_4: 0.5605 m"/>
            <p:cNvSpPr/>
            <p:nvPr/>
          </p:nvSpPr>
          <p:spPr>
            <a:xfrm>
              <a:off x="10837637" y="3007662"/>
              <a:ext cx="28346" cy="28346"/>
            </a:xfrm>
            <a:prstGeom prst="ellipse">
              <a:avLst/>
            </a:prstGeom>
            <a:solidFill>
              <a:srgbClr val="00A6A6"/>
            </a:solidFill>
            <a:ln w="2743">
              <a:solidFill>
                <a:srgbClr val="FFFFFF"/>
              </a:solidFill>
            </a:ln>
            <a:effectLst/>
          </p:spPr>
          <p:txBody>
            <a:bodyPr rtlCol="0" anchor="ctr"/>
            <a:lstStyle/>
            <a:p>
              <a:pPr algn="ctr"/>
            </a:p>
          </p:txBody>
        </p:sp>
        <p:sp>
          <p:nvSpPr>
            <p:cNvPr id="1262" name="link5_back_sensor_4: 0.2082 m"/>
            <p:cNvSpPr/>
            <p:nvPr/>
          </p:nvSpPr>
          <p:spPr>
            <a:xfrm>
              <a:off x="9008540" y="1100756"/>
              <a:ext cx="28346" cy="28346"/>
            </a:xfrm>
            <a:prstGeom prst="ellipse">
              <a:avLst/>
            </a:prstGeom>
            <a:solidFill>
              <a:srgbClr val="00A6A6"/>
            </a:solidFill>
            <a:ln w="2743">
              <a:solidFill>
                <a:srgbClr val="FFFFFF"/>
              </a:solidFill>
            </a:ln>
            <a:effectLst/>
          </p:spPr>
          <p:txBody>
            <a:bodyPr rtlCol="0" anchor="ctr"/>
            <a:lstStyle/>
            <a:p>
              <a:pPr algn="ctr"/>
            </a:p>
          </p:txBody>
        </p:sp>
        <p:sp>
          <p:nvSpPr>
            <p:cNvPr id="1263" name="link6_sensor_2: 0.5467 m"/>
            <p:cNvSpPr/>
            <p:nvPr/>
          </p:nvSpPr>
          <p:spPr>
            <a:xfrm>
              <a:off x="10992111" y="900595"/>
              <a:ext cx="28346" cy="28346"/>
            </a:xfrm>
            <a:prstGeom prst="ellipse">
              <a:avLst/>
            </a:prstGeom>
            <a:solidFill>
              <a:srgbClr val="00A6A6"/>
            </a:solidFill>
            <a:ln w="2743">
              <a:solidFill>
                <a:srgbClr val="FFFFFF"/>
              </a:solidFill>
            </a:ln>
            <a:effectLst/>
          </p:spPr>
          <p:txBody>
            <a:bodyPr rtlCol="0" anchor="ctr"/>
            <a:lstStyle/>
            <a:p>
              <a:pPr algn="ctr"/>
            </a:p>
          </p:txBody>
        </p:sp>
        <p:sp>
          <p:nvSpPr>
            <p:cNvPr id="1264" name="link2_sensor_4: 0.5779 m"/>
            <p:cNvSpPr/>
            <p:nvPr/>
          </p:nvSpPr>
          <p:spPr>
            <a:xfrm>
              <a:off x="8782017" y="1378215"/>
              <a:ext cx="28346" cy="28346"/>
            </a:xfrm>
            <a:prstGeom prst="ellipse">
              <a:avLst/>
            </a:prstGeom>
            <a:solidFill>
              <a:srgbClr val="00A6A6"/>
            </a:solidFill>
            <a:ln w="2743">
              <a:solidFill>
                <a:srgbClr val="FFFFFF"/>
              </a:solidFill>
            </a:ln>
            <a:effectLst/>
          </p:spPr>
          <p:txBody>
            <a:bodyPr rtlCol="0" anchor="ctr"/>
            <a:lstStyle/>
            <a:p>
              <a:pPr algn="ctr"/>
            </a:p>
          </p:txBody>
        </p:sp>
        <p:sp>
          <p:nvSpPr>
            <p:cNvPr id="1265" name="link3_sensor_2: 0.6480 m"/>
            <p:cNvSpPr/>
            <p:nvPr/>
          </p:nvSpPr>
          <p:spPr>
            <a:xfrm>
              <a:off x="8392871" y="1052861"/>
              <a:ext cx="28346" cy="28346"/>
            </a:xfrm>
            <a:prstGeom prst="ellipse">
              <a:avLst/>
            </a:prstGeom>
            <a:solidFill>
              <a:srgbClr val="00A6A6"/>
            </a:solidFill>
            <a:ln w="2743">
              <a:solidFill>
                <a:srgbClr val="FFFFFF"/>
              </a:solidFill>
            </a:ln>
            <a:effectLst/>
          </p:spPr>
          <p:txBody>
            <a:bodyPr rtlCol="0" anchor="ctr"/>
            <a:lstStyle/>
            <a:p>
              <a:pPr algn="ctr"/>
            </a:p>
          </p:txBody>
        </p:sp>
        <p:sp>
          <p:nvSpPr>
            <p:cNvPr id="1266" name="link3_sensor_2: 0.5626 m"/>
            <p:cNvSpPr/>
            <p:nvPr/>
          </p:nvSpPr>
          <p:spPr>
            <a:xfrm>
              <a:off x="9055147" y="641747"/>
              <a:ext cx="28346" cy="28346"/>
            </a:xfrm>
            <a:prstGeom prst="ellipse">
              <a:avLst/>
            </a:prstGeom>
            <a:solidFill>
              <a:srgbClr val="00A6A6"/>
            </a:solidFill>
            <a:ln w="2743">
              <a:solidFill>
                <a:srgbClr val="FFFFFF"/>
              </a:solidFill>
            </a:ln>
            <a:effectLst/>
          </p:spPr>
          <p:txBody>
            <a:bodyPr rtlCol="0" anchor="ctr"/>
            <a:lstStyle/>
            <a:p>
              <a:pPr algn="ctr"/>
            </a:p>
          </p:txBody>
        </p:sp>
        <p:sp>
          <p:nvSpPr>
            <p:cNvPr id="1267" name="link6_sensor_2: 0.6014 m"/>
            <p:cNvSpPr/>
            <p:nvPr/>
          </p:nvSpPr>
          <p:spPr>
            <a:xfrm>
              <a:off x="11032059" y="588323"/>
              <a:ext cx="28346" cy="28346"/>
            </a:xfrm>
            <a:prstGeom prst="ellipse">
              <a:avLst/>
            </a:prstGeom>
            <a:solidFill>
              <a:srgbClr val="00A6A6"/>
            </a:solidFill>
            <a:ln w="2743">
              <a:solidFill>
                <a:srgbClr val="FFFFFF"/>
              </a:solidFill>
            </a:ln>
            <a:effectLst/>
          </p:spPr>
          <p:txBody>
            <a:bodyPr rtlCol="0" anchor="ctr"/>
            <a:lstStyle/>
            <a:p>
              <a:pPr algn="ctr"/>
            </a:p>
          </p:txBody>
        </p:sp>
        <p:sp>
          <p:nvSpPr>
            <p:cNvPr id="1268" name="link5_back_sensor_4: 0.2104 m"/>
            <p:cNvSpPr/>
            <p:nvPr/>
          </p:nvSpPr>
          <p:spPr>
            <a:xfrm>
              <a:off x="9012641" y="1162535"/>
              <a:ext cx="28346" cy="28346"/>
            </a:xfrm>
            <a:prstGeom prst="ellipse">
              <a:avLst/>
            </a:prstGeom>
            <a:solidFill>
              <a:srgbClr val="00A6A6"/>
            </a:solidFill>
            <a:ln w="2743">
              <a:solidFill>
                <a:srgbClr val="FFFFFF"/>
              </a:solidFill>
            </a:ln>
            <a:effectLst/>
          </p:spPr>
          <p:txBody>
            <a:bodyPr rtlCol="0" anchor="ctr"/>
            <a:lstStyle/>
            <a:p>
              <a:pPr algn="ctr"/>
            </a:p>
          </p:txBody>
        </p:sp>
        <p:sp>
          <p:nvSpPr>
            <p:cNvPr id="1269" name="link5_back_sensor_4: 0.2328 m"/>
            <p:cNvSpPr/>
            <p:nvPr/>
          </p:nvSpPr>
          <p:spPr>
            <a:xfrm>
              <a:off x="8989381" y="1298699"/>
              <a:ext cx="28346" cy="28346"/>
            </a:xfrm>
            <a:prstGeom prst="ellipse">
              <a:avLst/>
            </a:prstGeom>
            <a:solidFill>
              <a:srgbClr val="00A6A6"/>
            </a:solidFill>
            <a:ln w="2743">
              <a:solidFill>
                <a:srgbClr val="FFFFFF"/>
              </a:solidFill>
            </a:ln>
            <a:effectLst/>
          </p:spPr>
          <p:txBody>
            <a:bodyPr rtlCol="0" anchor="ctr"/>
            <a:lstStyle/>
            <a:p>
              <a:pPr algn="ctr"/>
            </a:p>
          </p:txBody>
        </p:sp>
        <p:sp>
          <p:nvSpPr>
            <p:cNvPr id="1270" name="link6_sensor_2: 0.6683 m"/>
            <p:cNvSpPr/>
            <p:nvPr/>
          </p:nvSpPr>
          <p:spPr>
            <a:xfrm>
              <a:off x="11081009" y="205274"/>
              <a:ext cx="28346" cy="28346"/>
            </a:xfrm>
            <a:prstGeom prst="ellipse">
              <a:avLst/>
            </a:prstGeom>
            <a:solidFill>
              <a:srgbClr val="00A6A6"/>
            </a:solidFill>
            <a:ln w="2743">
              <a:solidFill>
                <a:srgbClr val="FFFFFF"/>
              </a:solidFill>
            </a:ln>
            <a:effectLst/>
          </p:spPr>
          <p:txBody>
            <a:bodyPr rtlCol="0" anchor="ctr"/>
            <a:lstStyle/>
            <a:p>
              <a:pPr algn="ctr"/>
            </a:p>
          </p:txBody>
        </p:sp>
        <p:sp>
          <p:nvSpPr>
            <p:cNvPr id="1271" name="link5_back_sensor_4: 0.2160 m"/>
            <p:cNvSpPr/>
            <p:nvPr/>
          </p:nvSpPr>
          <p:spPr>
            <a:xfrm>
              <a:off x="9010917" y="1226428"/>
              <a:ext cx="28346" cy="28346"/>
            </a:xfrm>
            <a:prstGeom prst="ellipse">
              <a:avLst/>
            </a:prstGeom>
            <a:solidFill>
              <a:srgbClr val="00A6A6"/>
            </a:solidFill>
            <a:ln w="2743">
              <a:solidFill>
                <a:srgbClr val="FFFFFF"/>
              </a:solidFill>
            </a:ln>
            <a:effectLst/>
          </p:spPr>
          <p:txBody>
            <a:bodyPr rtlCol="0" anchor="ctr"/>
            <a:lstStyle/>
            <a:p>
              <a:pPr algn="ctr"/>
            </a:p>
          </p:txBody>
        </p:sp>
        <p:sp>
          <p:nvSpPr>
            <p:cNvPr id="1272" name="link4_sensor_3: 0.6357 m"/>
            <p:cNvSpPr/>
            <p:nvPr/>
          </p:nvSpPr>
          <p:spPr>
            <a:xfrm>
              <a:off x="10961155" y="2576545"/>
              <a:ext cx="28346" cy="28346"/>
            </a:xfrm>
            <a:prstGeom prst="ellipse">
              <a:avLst/>
            </a:prstGeom>
            <a:solidFill>
              <a:srgbClr val="00A6A6"/>
            </a:solidFill>
            <a:ln w="2743">
              <a:solidFill>
                <a:srgbClr val="FFFFFF"/>
              </a:solidFill>
            </a:ln>
            <a:effectLst/>
          </p:spPr>
          <p:txBody>
            <a:bodyPr rtlCol="0" anchor="ctr"/>
            <a:lstStyle/>
            <a:p>
              <a:pPr algn="ctr"/>
            </a:p>
          </p:txBody>
        </p:sp>
        <p:sp>
          <p:nvSpPr>
            <p:cNvPr id="1273" name="link3_sensor_2: 0.4953 m"/>
            <p:cNvSpPr/>
            <p:nvPr/>
          </p:nvSpPr>
          <p:spPr>
            <a:xfrm>
              <a:off x="8994953" y="985057"/>
              <a:ext cx="28346" cy="28346"/>
            </a:xfrm>
            <a:prstGeom prst="ellipse">
              <a:avLst/>
            </a:prstGeom>
            <a:solidFill>
              <a:srgbClr val="00A6A6"/>
            </a:solidFill>
            <a:ln w="2743">
              <a:solidFill>
                <a:srgbClr val="FFFFFF"/>
              </a:solidFill>
            </a:ln>
            <a:effectLst/>
          </p:spPr>
          <p:txBody>
            <a:bodyPr rtlCol="0" anchor="ctr"/>
            <a:lstStyle/>
            <a:p>
              <a:pPr algn="ctr"/>
            </a:p>
          </p:txBody>
        </p:sp>
        <p:sp>
          <p:nvSpPr>
            <p:cNvPr id="1274" name="link5_front_sensor_3: 0.4699 m"/>
            <p:cNvSpPr/>
            <p:nvPr/>
          </p:nvSpPr>
          <p:spPr>
            <a:xfrm>
              <a:off x="10484491" y="2089719"/>
              <a:ext cx="28346" cy="28346"/>
            </a:xfrm>
            <a:prstGeom prst="ellipse">
              <a:avLst/>
            </a:prstGeom>
            <a:solidFill>
              <a:srgbClr val="00A6A6"/>
            </a:solidFill>
            <a:ln w="2743">
              <a:solidFill>
                <a:srgbClr val="FFFFFF"/>
              </a:solidFill>
            </a:ln>
            <a:effectLst/>
          </p:spPr>
          <p:txBody>
            <a:bodyPr rtlCol="0" anchor="ctr"/>
            <a:lstStyle/>
            <a:p>
              <a:pPr algn="ctr"/>
            </a:p>
          </p:txBody>
        </p:sp>
        <p:sp>
          <p:nvSpPr>
            <p:cNvPr id="1275" name="link3_sensor_2: 0.4210 m"/>
            <p:cNvSpPr/>
            <p:nvPr/>
          </p:nvSpPr>
          <p:spPr>
            <a:xfrm>
              <a:off x="8971728" y="1363057"/>
              <a:ext cx="28346" cy="28346"/>
            </a:xfrm>
            <a:prstGeom prst="ellipse">
              <a:avLst/>
            </a:prstGeom>
            <a:solidFill>
              <a:srgbClr val="00A6A6"/>
            </a:solidFill>
            <a:ln w="2743">
              <a:solidFill>
                <a:srgbClr val="FFFFFF"/>
              </a:solidFill>
            </a:ln>
            <a:effectLst/>
          </p:spPr>
          <p:txBody>
            <a:bodyPr rtlCol="0" anchor="ctr"/>
            <a:lstStyle/>
            <a:p>
              <a:pPr algn="ctr"/>
            </a:p>
          </p:txBody>
        </p:sp>
        <p:sp>
          <p:nvSpPr>
            <p:cNvPr id="1276" name="link5_front_sensor_3: 0.4263 m"/>
            <p:cNvSpPr/>
            <p:nvPr/>
          </p:nvSpPr>
          <p:spPr>
            <a:xfrm>
              <a:off x="10359542" y="2090049"/>
              <a:ext cx="28346" cy="28346"/>
            </a:xfrm>
            <a:prstGeom prst="ellipse">
              <a:avLst/>
            </a:prstGeom>
            <a:solidFill>
              <a:srgbClr val="00A6A6"/>
            </a:solidFill>
            <a:ln w="2743">
              <a:solidFill>
                <a:srgbClr val="FFFFFF"/>
              </a:solidFill>
            </a:ln>
            <a:effectLst/>
          </p:spPr>
          <p:txBody>
            <a:bodyPr rtlCol="0" anchor="ctr"/>
            <a:lstStyle/>
            <a:p>
              <a:pPr algn="ctr"/>
            </a:p>
          </p:txBody>
        </p:sp>
        <p:sp>
          <p:nvSpPr>
            <p:cNvPr id="1277" name="link3_sensor_2: 0.4815 m"/>
            <p:cNvSpPr/>
            <p:nvPr/>
          </p:nvSpPr>
          <p:spPr>
            <a:xfrm>
              <a:off x="8819950" y="1249942"/>
              <a:ext cx="28346" cy="28346"/>
            </a:xfrm>
            <a:prstGeom prst="ellipse">
              <a:avLst/>
            </a:prstGeom>
            <a:solidFill>
              <a:srgbClr val="00A6A6"/>
            </a:solidFill>
            <a:ln w="2743">
              <a:solidFill>
                <a:srgbClr val="FFFFFF"/>
              </a:solidFill>
            </a:ln>
            <a:effectLst/>
          </p:spPr>
          <p:txBody>
            <a:bodyPr rtlCol="0" anchor="ctr"/>
            <a:lstStyle/>
            <a:p>
              <a:pPr algn="ctr"/>
            </a:p>
          </p:txBody>
        </p:sp>
        <p:sp>
          <p:nvSpPr>
            <p:cNvPr id="1278" name="link5_back_sensor_4: 0.1992 m"/>
            <p:cNvSpPr/>
            <p:nvPr/>
          </p:nvSpPr>
          <p:spPr>
            <a:xfrm>
              <a:off x="9008263" y="1127367"/>
              <a:ext cx="28346" cy="28346"/>
            </a:xfrm>
            <a:prstGeom prst="ellipse">
              <a:avLst/>
            </a:prstGeom>
            <a:solidFill>
              <a:srgbClr val="00A6A6"/>
            </a:solidFill>
            <a:ln w="2743">
              <a:solidFill>
                <a:srgbClr val="FFFFFF"/>
              </a:solidFill>
            </a:ln>
            <a:effectLst/>
          </p:spPr>
          <p:txBody>
            <a:bodyPr rtlCol="0" anchor="ctr"/>
            <a:lstStyle/>
            <a:p>
              <a:pPr algn="ctr"/>
            </a:p>
          </p:txBody>
        </p:sp>
        <p:sp>
          <p:nvSpPr>
            <p:cNvPr id="1279" name="link5_front_sensor_3: 0.3901 m"/>
            <p:cNvSpPr/>
            <p:nvPr/>
          </p:nvSpPr>
          <p:spPr>
            <a:xfrm>
              <a:off x="10255596" y="2090318"/>
              <a:ext cx="28346" cy="28346"/>
            </a:xfrm>
            <a:prstGeom prst="ellipse">
              <a:avLst/>
            </a:prstGeom>
            <a:solidFill>
              <a:srgbClr val="00A6A6"/>
            </a:solidFill>
            <a:ln w="2743">
              <a:solidFill>
                <a:srgbClr val="FFFFFF"/>
              </a:solidFill>
            </a:ln>
            <a:effectLst/>
          </p:spPr>
          <p:txBody>
            <a:bodyPr rtlCol="0" anchor="ctr"/>
            <a:lstStyle/>
            <a:p>
              <a:pPr algn="ctr"/>
            </a:p>
          </p:txBody>
        </p:sp>
        <p:sp>
          <p:nvSpPr>
            <p:cNvPr id="1280" name="link5_back_sensor_4: 0.2295 m"/>
            <p:cNvSpPr/>
            <p:nvPr/>
          </p:nvSpPr>
          <p:spPr>
            <a:xfrm>
              <a:off x="8965695" y="1255751"/>
              <a:ext cx="28346" cy="28346"/>
            </a:xfrm>
            <a:prstGeom prst="ellipse">
              <a:avLst/>
            </a:prstGeom>
            <a:solidFill>
              <a:srgbClr val="00A6A6"/>
            </a:solidFill>
            <a:ln w="2743">
              <a:solidFill>
                <a:srgbClr val="FFFFFF"/>
              </a:solidFill>
            </a:ln>
            <a:effectLst/>
          </p:spPr>
          <p:txBody>
            <a:bodyPr rtlCol="0" anchor="ctr"/>
            <a:lstStyle/>
            <a:p>
              <a:pPr algn="ctr"/>
            </a:p>
          </p:txBody>
        </p:sp>
        <p:sp>
          <p:nvSpPr>
            <p:cNvPr id="1281" name="link1_sensor_4: 0.4689 m"/>
            <p:cNvSpPr/>
            <p:nvPr/>
          </p:nvSpPr>
          <p:spPr>
            <a:xfrm>
              <a:off x="10733505" y="2822430"/>
              <a:ext cx="28346" cy="28346"/>
            </a:xfrm>
            <a:prstGeom prst="ellipse">
              <a:avLst/>
            </a:prstGeom>
            <a:solidFill>
              <a:srgbClr val="00A6A6"/>
            </a:solidFill>
            <a:ln w="2743">
              <a:solidFill>
                <a:srgbClr val="FFFFFF"/>
              </a:solidFill>
            </a:ln>
            <a:effectLst/>
          </p:spPr>
          <p:txBody>
            <a:bodyPr rtlCol="0" anchor="ctr"/>
            <a:lstStyle/>
            <a:p>
              <a:pPr algn="ctr"/>
            </a:p>
          </p:txBody>
        </p:sp>
        <p:sp>
          <p:nvSpPr>
            <p:cNvPr id="1282" name="link5_back_sensor_4: 0.2076 m"/>
            <p:cNvSpPr/>
            <p:nvPr/>
          </p:nvSpPr>
          <p:spPr>
            <a:xfrm>
              <a:off x="8999619" y="1187213"/>
              <a:ext cx="28346" cy="28346"/>
            </a:xfrm>
            <a:prstGeom prst="ellipse">
              <a:avLst/>
            </a:prstGeom>
            <a:solidFill>
              <a:srgbClr val="00A6A6"/>
            </a:solidFill>
            <a:ln w="2743">
              <a:solidFill>
                <a:srgbClr val="FFFFFF"/>
              </a:solidFill>
            </a:ln>
            <a:effectLst/>
          </p:spPr>
          <p:txBody>
            <a:bodyPr rtlCol="0" anchor="ctr"/>
            <a:lstStyle/>
            <a:p>
              <a:pPr algn="ctr"/>
            </a:p>
          </p:txBody>
        </p:sp>
        <p:sp>
          <p:nvSpPr>
            <p:cNvPr id="1283" name="link2_sensor_4: 0.4705 m"/>
            <p:cNvSpPr/>
            <p:nvPr/>
          </p:nvSpPr>
          <p:spPr>
            <a:xfrm>
              <a:off x="8958806" y="1513478"/>
              <a:ext cx="28346" cy="28346"/>
            </a:xfrm>
            <a:prstGeom prst="ellipse">
              <a:avLst/>
            </a:prstGeom>
            <a:solidFill>
              <a:srgbClr val="00A6A6"/>
            </a:solidFill>
            <a:ln w="2743">
              <a:solidFill>
                <a:srgbClr val="FFFFFF"/>
              </a:solidFill>
            </a:ln>
            <a:effectLst/>
          </p:spPr>
          <p:txBody>
            <a:bodyPr rtlCol="0" anchor="ctr"/>
            <a:lstStyle/>
            <a:p>
              <a:pPr algn="ctr"/>
            </a:p>
          </p:txBody>
        </p:sp>
        <p:sp>
          <p:nvSpPr>
            <p:cNvPr id="1284" name="link3_sensor_2: 0.5568 m"/>
            <p:cNvSpPr/>
            <p:nvPr/>
          </p:nvSpPr>
          <p:spPr>
            <a:xfrm>
              <a:off x="8621998" y="1103523"/>
              <a:ext cx="28346" cy="28346"/>
            </a:xfrm>
            <a:prstGeom prst="ellipse">
              <a:avLst/>
            </a:prstGeom>
            <a:solidFill>
              <a:srgbClr val="00A6A6"/>
            </a:solidFill>
            <a:ln w="2743">
              <a:solidFill>
                <a:srgbClr val="FFFFFF"/>
              </a:solidFill>
            </a:ln>
            <a:effectLst/>
          </p:spPr>
          <p:txBody>
            <a:bodyPr rtlCol="0" anchor="ctr"/>
            <a:lstStyle/>
            <a:p>
              <a:pPr algn="ctr"/>
            </a:p>
          </p:txBody>
        </p:sp>
        <p:sp>
          <p:nvSpPr>
            <p:cNvPr id="1285" name="link6_sensor_2: 0.5062 m"/>
            <p:cNvSpPr/>
            <p:nvPr/>
          </p:nvSpPr>
          <p:spPr>
            <a:xfrm>
              <a:off x="10969864" y="1056087"/>
              <a:ext cx="28346" cy="28346"/>
            </a:xfrm>
            <a:prstGeom prst="ellipse">
              <a:avLst/>
            </a:prstGeom>
            <a:solidFill>
              <a:srgbClr val="00A6A6"/>
            </a:solidFill>
            <a:ln w="2743">
              <a:solidFill>
                <a:srgbClr val="FFFFFF"/>
              </a:solidFill>
            </a:ln>
            <a:effectLst/>
          </p:spPr>
          <p:txBody>
            <a:bodyPr rtlCol="0" anchor="ctr"/>
            <a:lstStyle/>
            <a:p>
              <a:pPr algn="ctr"/>
            </a:p>
          </p:txBody>
        </p:sp>
        <p:sp>
          <p:nvSpPr>
            <p:cNvPr id="1286" name="link1_sensor_4: 0.5378 m"/>
            <p:cNvSpPr/>
            <p:nvPr/>
          </p:nvSpPr>
          <p:spPr>
            <a:xfrm>
              <a:off x="10879913" y="2915663"/>
              <a:ext cx="28346" cy="28346"/>
            </a:xfrm>
            <a:prstGeom prst="ellipse">
              <a:avLst/>
            </a:prstGeom>
            <a:solidFill>
              <a:srgbClr val="00A6A6"/>
            </a:solidFill>
            <a:ln w="2743">
              <a:solidFill>
                <a:srgbClr val="FFFFFF"/>
              </a:solidFill>
            </a:ln>
            <a:effectLst/>
          </p:spPr>
          <p:txBody>
            <a:bodyPr rtlCol="0" anchor="ctr"/>
            <a:lstStyle/>
            <a:p>
              <a:pPr algn="ctr"/>
            </a:p>
          </p:txBody>
        </p:sp>
        <p:sp>
          <p:nvSpPr>
            <p:cNvPr id="1287" name="link6_sensor_2: 0.5528 m"/>
            <p:cNvSpPr/>
            <p:nvPr/>
          </p:nvSpPr>
          <p:spPr>
            <a:xfrm>
              <a:off x="11005003" y="779540"/>
              <a:ext cx="28346" cy="28346"/>
            </a:xfrm>
            <a:prstGeom prst="ellipse">
              <a:avLst/>
            </a:prstGeom>
            <a:solidFill>
              <a:srgbClr val="00A6A6"/>
            </a:solidFill>
            <a:ln w="2743">
              <a:solidFill>
                <a:srgbClr val="FFFFFF"/>
              </a:solidFill>
            </a:ln>
            <a:effectLst/>
          </p:spPr>
          <p:txBody>
            <a:bodyPr rtlCol="0" anchor="ctr"/>
            <a:lstStyle/>
            <a:p>
              <a:pPr algn="ctr"/>
            </a:p>
          </p:txBody>
        </p:sp>
        <p:sp>
          <p:nvSpPr>
            <p:cNvPr id="1288" name="link5_front_sensor_3: 0.3314 m"/>
            <p:cNvSpPr/>
            <p:nvPr/>
          </p:nvSpPr>
          <p:spPr>
            <a:xfrm>
              <a:off x="10201346" y="1962084"/>
              <a:ext cx="28346" cy="28346"/>
            </a:xfrm>
            <a:prstGeom prst="ellipse">
              <a:avLst/>
            </a:prstGeom>
            <a:solidFill>
              <a:srgbClr val="00A6A6"/>
            </a:solidFill>
            <a:ln w="2743">
              <a:solidFill>
                <a:srgbClr val="FFFFFF"/>
              </a:solidFill>
            </a:ln>
            <a:effectLst/>
          </p:spPr>
          <p:txBody>
            <a:bodyPr rtlCol="0" anchor="ctr"/>
            <a:lstStyle/>
            <a:p>
              <a:pPr algn="ctr"/>
            </a:p>
          </p:txBody>
        </p:sp>
        <p:sp>
          <p:nvSpPr>
            <p:cNvPr id="1289" name="link5_front_sensor_3: 0.6357 m"/>
            <p:cNvSpPr/>
            <p:nvPr/>
          </p:nvSpPr>
          <p:spPr>
            <a:xfrm>
              <a:off x="10678340" y="2456378"/>
              <a:ext cx="28346" cy="28346"/>
            </a:xfrm>
            <a:prstGeom prst="ellipse">
              <a:avLst/>
            </a:prstGeom>
            <a:solidFill>
              <a:srgbClr val="00A6A6"/>
            </a:solidFill>
            <a:ln w="2743">
              <a:solidFill>
                <a:srgbClr val="FFFFFF"/>
              </a:solidFill>
            </a:ln>
            <a:effectLst/>
          </p:spPr>
          <p:txBody>
            <a:bodyPr rtlCol="0" anchor="ctr"/>
            <a:lstStyle/>
            <a:p>
              <a:pPr algn="ctr"/>
            </a:p>
          </p:txBody>
        </p:sp>
        <p:sp>
          <p:nvSpPr>
            <p:cNvPr id="1290" name="link2_sensor_4: 0.6057 m"/>
            <p:cNvSpPr/>
            <p:nvPr/>
          </p:nvSpPr>
          <p:spPr>
            <a:xfrm>
              <a:off x="8776606" y="1246519"/>
              <a:ext cx="28346" cy="28346"/>
            </a:xfrm>
            <a:prstGeom prst="ellipse">
              <a:avLst/>
            </a:prstGeom>
            <a:solidFill>
              <a:srgbClr val="00A6A6"/>
            </a:solidFill>
            <a:ln w="2743">
              <a:solidFill>
                <a:srgbClr val="FFFFFF"/>
              </a:solidFill>
            </a:ln>
            <a:effectLst/>
          </p:spPr>
          <p:txBody>
            <a:bodyPr rtlCol="0" anchor="ctr"/>
            <a:lstStyle/>
            <a:p>
              <a:pPr algn="ctr"/>
            </a:p>
          </p:txBody>
        </p:sp>
        <p:sp>
          <p:nvSpPr>
            <p:cNvPr id="1291" name="link5_back_sensor_4: 0.2225 m"/>
            <p:cNvSpPr/>
            <p:nvPr/>
          </p:nvSpPr>
          <p:spPr>
            <a:xfrm>
              <a:off x="8950126" y="1213094"/>
              <a:ext cx="28346" cy="28346"/>
            </a:xfrm>
            <a:prstGeom prst="ellipse">
              <a:avLst/>
            </a:prstGeom>
            <a:solidFill>
              <a:srgbClr val="00A6A6"/>
            </a:solidFill>
            <a:ln w="2743">
              <a:solidFill>
                <a:srgbClr val="FFFFFF"/>
              </a:solidFill>
            </a:ln>
            <a:effectLst/>
          </p:spPr>
          <p:txBody>
            <a:bodyPr rtlCol="0" anchor="ctr"/>
            <a:lstStyle/>
            <a:p>
              <a:pPr algn="ctr"/>
            </a:p>
          </p:txBody>
        </p:sp>
        <p:sp>
          <p:nvSpPr>
            <p:cNvPr id="1292" name="link5_back_sensor_4: 0.1999 m"/>
            <p:cNvSpPr/>
            <p:nvPr/>
          </p:nvSpPr>
          <p:spPr>
            <a:xfrm>
              <a:off x="8989000" y="1150353"/>
              <a:ext cx="28346" cy="28346"/>
            </a:xfrm>
            <a:prstGeom prst="ellipse">
              <a:avLst/>
            </a:prstGeom>
            <a:solidFill>
              <a:srgbClr val="00A6A6"/>
            </a:solidFill>
            <a:ln w="2743">
              <a:solidFill>
                <a:srgbClr val="FFFFFF"/>
              </a:solidFill>
            </a:ln>
            <a:effectLst/>
          </p:spPr>
          <p:txBody>
            <a:bodyPr rtlCol="0" anchor="ctr"/>
            <a:lstStyle/>
            <a:p>
              <a:pPr algn="ctr"/>
            </a:p>
          </p:txBody>
        </p:sp>
        <p:sp>
          <p:nvSpPr>
            <p:cNvPr id="1293" name="link2_sensor_4: 0.7104 m"/>
            <p:cNvSpPr/>
            <p:nvPr/>
          </p:nvSpPr>
          <p:spPr>
            <a:xfrm>
              <a:off x="8553843" y="1115400"/>
              <a:ext cx="28346" cy="28346"/>
            </a:xfrm>
            <a:prstGeom prst="ellipse">
              <a:avLst/>
            </a:prstGeom>
            <a:solidFill>
              <a:srgbClr val="00A6A6"/>
            </a:solidFill>
            <a:ln w="2743">
              <a:solidFill>
                <a:srgbClr val="FFFFFF"/>
              </a:solidFill>
            </a:ln>
            <a:effectLst/>
          </p:spPr>
          <p:txBody>
            <a:bodyPr rtlCol="0" anchor="ctr"/>
            <a:lstStyle/>
            <a:p>
              <a:pPr algn="ctr"/>
            </a:p>
          </p:txBody>
        </p:sp>
        <p:sp>
          <p:nvSpPr>
            <p:cNvPr id="1294" name="link6_sensor_2: 0.6088 m"/>
            <p:cNvSpPr/>
            <p:nvPr/>
          </p:nvSpPr>
          <p:spPr>
            <a:xfrm>
              <a:off x="11047537" y="444926"/>
              <a:ext cx="28346" cy="28346"/>
            </a:xfrm>
            <a:prstGeom prst="ellipse">
              <a:avLst/>
            </a:prstGeom>
            <a:solidFill>
              <a:srgbClr val="00A6A6"/>
            </a:solidFill>
            <a:ln w="2743">
              <a:solidFill>
                <a:srgbClr val="FFFFFF"/>
              </a:solidFill>
            </a:ln>
            <a:effectLst/>
          </p:spPr>
          <p:txBody>
            <a:bodyPr rtlCol="0" anchor="ctr"/>
            <a:lstStyle/>
            <a:p>
              <a:pPr algn="ctr"/>
            </a:p>
          </p:txBody>
        </p:sp>
        <p:sp>
          <p:nvSpPr>
            <p:cNvPr id="1295" name="link3_sensor_2: 0.4236 m"/>
            <p:cNvSpPr/>
            <p:nvPr/>
          </p:nvSpPr>
          <p:spPr>
            <a:xfrm>
              <a:off x="8957939" y="1274218"/>
              <a:ext cx="28346" cy="28346"/>
            </a:xfrm>
            <a:prstGeom prst="ellipse">
              <a:avLst/>
            </a:prstGeom>
            <a:solidFill>
              <a:srgbClr val="00A6A6"/>
            </a:solidFill>
            <a:ln w="2743">
              <a:solidFill>
                <a:srgbClr val="FFFFFF"/>
              </a:solidFill>
            </a:ln>
            <a:effectLst/>
          </p:spPr>
          <p:txBody>
            <a:bodyPr rtlCol="0" anchor="ctr"/>
            <a:lstStyle/>
            <a:p>
              <a:pPr algn="ctr"/>
            </a:p>
          </p:txBody>
        </p:sp>
        <p:sp>
          <p:nvSpPr>
            <p:cNvPr id="1296" name="link3_sensor_2: 0.4989 m"/>
            <p:cNvSpPr/>
            <p:nvPr/>
          </p:nvSpPr>
          <p:spPr>
            <a:xfrm>
              <a:off x="8979241" y="872280"/>
              <a:ext cx="28346" cy="28346"/>
            </a:xfrm>
            <a:prstGeom prst="ellipse">
              <a:avLst/>
            </a:prstGeom>
            <a:solidFill>
              <a:srgbClr val="00A6A6"/>
            </a:solidFill>
            <a:ln w="2743">
              <a:solidFill>
                <a:srgbClr val="FFFFFF"/>
              </a:solidFill>
            </a:ln>
            <a:effectLst/>
          </p:spPr>
          <p:txBody>
            <a:bodyPr rtlCol="0" anchor="ctr"/>
            <a:lstStyle/>
            <a:p>
              <a:pPr algn="ctr"/>
            </a:p>
          </p:txBody>
        </p:sp>
        <p:sp>
          <p:nvSpPr>
            <p:cNvPr id="1297" name="link3_sensor_2: 0.4882 m"/>
            <p:cNvSpPr/>
            <p:nvPr/>
          </p:nvSpPr>
          <p:spPr>
            <a:xfrm>
              <a:off x="8798445" y="1142513"/>
              <a:ext cx="28346" cy="28346"/>
            </a:xfrm>
            <a:prstGeom prst="ellipse">
              <a:avLst/>
            </a:prstGeom>
            <a:solidFill>
              <a:srgbClr val="00A6A6"/>
            </a:solidFill>
            <a:ln w="2743">
              <a:solidFill>
                <a:srgbClr val="FFFFFF"/>
              </a:solidFill>
            </a:ln>
            <a:effectLst/>
          </p:spPr>
          <p:txBody>
            <a:bodyPr rtlCol="0" anchor="ctr"/>
            <a:lstStyle/>
            <a:p>
              <a:pPr algn="ctr"/>
            </a:p>
          </p:txBody>
        </p:sp>
        <p:sp>
          <p:nvSpPr>
            <p:cNvPr id="1298" name="link2_sensor_4: 0.5055 m"/>
            <p:cNvSpPr/>
            <p:nvPr/>
          </p:nvSpPr>
          <p:spPr>
            <a:xfrm>
              <a:off x="8954524" y="1383452"/>
              <a:ext cx="28346" cy="28346"/>
            </a:xfrm>
            <a:prstGeom prst="ellipse">
              <a:avLst/>
            </a:prstGeom>
            <a:solidFill>
              <a:srgbClr val="00A6A6"/>
            </a:solidFill>
            <a:ln w="2743">
              <a:solidFill>
                <a:srgbClr val="FFFFFF"/>
              </a:solidFill>
            </a:ln>
            <a:effectLst/>
          </p:spPr>
          <p:txBody>
            <a:bodyPr rtlCol="0" anchor="ctr"/>
            <a:lstStyle/>
            <a:p>
              <a:pPr algn="ctr"/>
            </a:p>
          </p:txBody>
        </p:sp>
        <p:sp>
          <p:nvSpPr>
            <p:cNvPr id="1299" name="link1_sensor_4: 0.4529 m"/>
            <p:cNvSpPr/>
            <p:nvPr/>
          </p:nvSpPr>
          <p:spPr>
            <a:xfrm>
              <a:off x="10771652" y="2748153"/>
              <a:ext cx="28346" cy="28346"/>
            </a:xfrm>
            <a:prstGeom prst="ellipse">
              <a:avLst/>
            </a:prstGeom>
            <a:solidFill>
              <a:srgbClr val="00A6A6"/>
            </a:solidFill>
            <a:ln w="2743">
              <a:solidFill>
                <a:srgbClr val="FFFFFF"/>
              </a:solidFill>
            </a:ln>
            <a:effectLst/>
          </p:spPr>
          <p:txBody>
            <a:bodyPr rtlCol="0" anchor="ctr"/>
            <a:lstStyle/>
            <a:p>
              <a:pPr algn="ctr"/>
            </a:p>
          </p:txBody>
        </p:sp>
        <p:sp>
          <p:nvSpPr>
            <p:cNvPr id="1300" name="link6_sensor_2: 0.4713 m"/>
            <p:cNvSpPr/>
            <p:nvPr/>
          </p:nvSpPr>
          <p:spPr>
            <a:xfrm>
              <a:off x="10950194" y="1193628"/>
              <a:ext cx="28346" cy="28346"/>
            </a:xfrm>
            <a:prstGeom prst="ellipse">
              <a:avLst/>
            </a:prstGeom>
            <a:solidFill>
              <a:srgbClr val="00A6A6"/>
            </a:solidFill>
            <a:ln w="2743">
              <a:solidFill>
                <a:srgbClr val="FFFFFF"/>
              </a:solidFill>
            </a:ln>
            <a:effectLst/>
          </p:spPr>
          <p:txBody>
            <a:bodyPr rtlCol="0" anchor="ctr"/>
            <a:lstStyle/>
            <a:p>
              <a:pPr algn="ctr"/>
            </a:p>
          </p:txBody>
        </p:sp>
        <p:sp>
          <p:nvSpPr>
            <p:cNvPr id="1301" name="link4_sensor_3: 0.6486 m"/>
            <p:cNvSpPr/>
            <p:nvPr/>
          </p:nvSpPr>
          <p:spPr>
            <a:xfrm>
              <a:off x="11055241" y="2498293"/>
              <a:ext cx="28346" cy="28346"/>
            </a:xfrm>
            <a:prstGeom prst="ellipse">
              <a:avLst/>
            </a:prstGeom>
            <a:solidFill>
              <a:srgbClr val="00A6A6"/>
            </a:solidFill>
            <a:ln w="2743">
              <a:solidFill>
                <a:srgbClr val="FFFFFF"/>
              </a:solidFill>
            </a:ln>
            <a:effectLst/>
          </p:spPr>
          <p:txBody>
            <a:bodyPr rtlCol="0" anchor="ctr"/>
            <a:lstStyle/>
            <a:p>
              <a:pPr algn="ctr"/>
            </a:p>
          </p:txBody>
        </p:sp>
        <p:sp>
          <p:nvSpPr>
            <p:cNvPr id="1302" name="link5_front_sensor_3: 0.3315 m"/>
            <p:cNvSpPr/>
            <p:nvPr/>
          </p:nvSpPr>
          <p:spPr>
            <a:xfrm>
              <a:off x="10251196" y="1919824"/>
              <a:ext cx="28346" cy="28346"/>
            </a:xfrm>
            <a:prstGeom prst="ellipse">
              <a:avLst/>
            </a:prstGeom>
            <a:solidFill>
              <a:srgbClr val="00A6A6"/>
            </a:solidFill>
            <a:ln w="2743">
              <a:solidFill>
                <a:srgbClr val="FFFFFF"/>
              </a:solidFill>
            </a:ln>
            <a:effectLst/>
          </p:spPr>
          <p:txBody>
            <a:bodyPr rtlCol="0" anchor="ctr"/>
            <a:lstStyle/>
            <a:p>
              <a:pPr algn="ctr"/>
            </a:p>
          </p:txBody>
        </p:sp>
        <p:sp>
          <p:nvSpPr>
            <p:cNvPr id="1303" name="link4_sensor_3: 0.5019 m"/>
            <p:cNvSpPr/>
            <p:nvPr/>
          </p:nvSpPr>
          <p:spPr>
            <a:xfrm>
              <a:off x="10753243" y="2374725"/>
              <a:ext cx="28346" cy="28346"/>
            </a:xfrm>
            <a:prstGeom prst="ellipse">
              <a:avLst/>
            </a:prstGeom>
            <a:solidFill>
              <a:srgbClr val="00A6A6"/>
            </a:solidFill>
            <a:ln w="2743">
              <a:solidFill>
                <a:srgbClr val="FFFFFF"/>
              </a:solidFill>
            </a:ln>
            <a:effectLst/>
          </p:spPr>
          <p:txBody>
            <a:bodyPr rtlCol="0" anchor="ctr"/>
            <a:lstStyle/>
            <a:p>
              <a:pPr algn="ctr"/>
            </a:p>
          </p:txBody>
        </p:sp>
        <p:sp>
          <p:nvSpPr>
            <p:cNvPr id="1304" name="link1_sensor_4: 0.5169 m"/>
            <p:cNvSpPr/>
            <p:nvPr/>
          </p:nvSpPr>
          <p:spPr>
            <a:xfrm>
              <a:off x="10920138" y="2828129"/>
              <a:ext cx="28346" cy="28346"/>
            </a:xfrm>
            <a:prstGeom prst="ellipse">
              <a:avLst/>
            </a:prstGeom>
            <a:solidFill>
              <a:srgbClr val="00A6A6"/>
            </a:solidFill>
            <a:ln w="2743">
              <a:solidFill>
                <a:srgbClr val="FFFFFF"/>
              </a:solidFill>
            </a:ln>
            <a:effectLst/>
          </p:spPr>
          <p:txBody>
            <a:bodyPr rtlCol="0" anchor="ctr"/>
            <a:lstStyle/>
            <a:p>
              <a:pPr algn="ctr"/>
            </a:p>
          </p:txBody>
        </p:sp>
        <p:sp>
          <p:nvSpPr>
            <p:cNvPr id="1305" name="link5_front_sensor_3: 0.3865 m"/>
            <p:cNvSpPr/>
            <p:nvPr/>
          </p:nvSpPr>
          <p:spPr>
            <a:xfrm>
              <a:off x="10237881" y="2137169"/>
              <a:ext cx="28346" cy="28346"/>
            </a:xfrm>
            <a:prstGeom prst="ellipse">
              <a:avLst/>
            </a:prstGeom>
            <a:solidFill>
              <a:srgbClr val="00A6A6"/>
            </a:solidFill>
            <a:ln w="2743">
              <a:solidFill>
                <a:srgbClr val="FFFFFF"/>
              </a:solidFill>
            </a:ln>
            <a:effectLst/>
          </p:spPr>
          <p:txBody>
            <a:bodyPr rtlCol="0" anchor="ctr"/>
            <a:lstStyle/>
            <a:p>
              <a:pPr algn="ctr"/>
            </a:p>
          </p:txBody>
        </p:sp>
        <p:sp>
          <p:nvSpPr>
            <p:cNvPr id="1306" name="link5_front_sensor_3: 0.4220 m"/>
            <p:cNvSpPr/>
            <p:nvPr/>
          </p:nvSpPr>
          <p:spPr>
            <a:xfrm>
              <a:off x="10341443" y="2141251"/>
              <a:ext cx="28346" cy="28346"/>
            </a:xfrm>
            <a:prstGeom prst="ellipse">
              <a:avLst/>
            </a:prstGeom>
            <a:solidFill>
              <a:srgbClr val="00A6A6"/>
            </a:solidFill>
            <a:ln w="2743">
              <a:solidFill>
                <a:srgbClr val="FFFFFF"/>
              </a:solidFill>
            </a:ln>
            <a:effectLst/>
          </p:spPr>
          <p:txBody>
            <a:bodyPr rtlCol="0" anchor="ctr"/>
            <a:lstStyle/>
            <a:p>
              <a:pPr algn="ctr"/>
            </a:p>
          </p:txBody>
        </p:sp>
        <p:sp>
          <p:nvSpPr>
            <p:cNvPr id="1307" name="link5_back_sensor_5: 0.2137 m"/>
            <p:cNvSpPr/>
            <p:nvPr/>
          </p:nvSpPr>
          <p:spPr>
            <a:xfrm>
              <a:off x="8994708" y="797875"/>
              <a:ext cx="28346" cy="28346"/>
            </a:xfrm>
            <a:prstGeom prst="ellipse">
              <a:avLst/>
            </a:prstGeom>
            <a:solidFill>
              <a:srgbClr val="00A6A6"/>
            </a:solidFill>
            <a:ln w="2743">
              <a:solidFill>
                <a:srgbClr val="FFFFFF"/>
              </a:solidFill>
            </a:ln>
            <a:effectLst/>
          </p:spPr>
          <p:txBody>
            <a:bodyPr rtlCol="0" anchor="ctr"/>
            <a:lstStyle/>
            <a:p>
              <a:pPr algn="ctr"/>
            </a:p>
          </p:txBody>
        </p:sp>
        <p:sp>
          <p:nvSpPr>
            <p:cNvPr id="1308" name="link3_sensor_2: 0.4282 m"/>
            <p:cNvSpPr/>
            <p:nvPr/>
          </p:nvSpPr>
          <p:spPr>
            <a:xfrm>
              <a:off x="8942485" y="1180122"/>
              <a:ext cx="28346" cy="28346"/>
            </a:xfrm>
            <a:prstGeom prst="ellipse">
              <a:avLst/>
            </a:prstGeom>
            <a:solidFill>
              <a:srgbClr val="00A6A6"/>
            </a:solidFill>
            <a:ln w="2743">
              <a:solidFill>
                <a:srgbClr val="FFFFFF"/>
              </a:solidFill>
            </a:ln>
            <a:effectLst/>
          </p:spPr>
          <p:txBody>
            <a:bodyPr rtlCol="0" anchor="ctr"/>
            <a:lstStyle/>
            <a:p>
              <a:pPr algn="ctr"/>
            </a:p>
          </p:txBody>
        </p:sp>
        <p:sp>
          <p:nvSpPr>
            <p:cNvPr id="1309" name="link5_front_sensor_3: 0.4647 m"/>
            <p:cNvSpPr/>
            <p:nvPr/>
          </p:nvSpPr>
          <p:spPr>
            <a:xfrm>
              <a:off x="10466217" y="2146166"/>
              <a:ext cx="28346" cy="28346"/>
            </a:xfrm>
            <a:prstGeom prst="ellipse">
              <a:avLst/>
            </a:prstGeom>
            <a:solidFill>
              <a:srgbClr val="00A6A6"/>
            </a:solidFill>
            <a:ln w="2743">
              <a:solidFill>
                <a:srgbClr val="FFFFFF"/>
              </a:solidFill>
            </a:ln>
            <a:effectLst/>
          </p:spPr>
          <p:txBody>
            <a:bodyPr rtlCol="0" anchor="ctr"/>
            <a:lstStyle/>
            <a:p>
              <a:pPr algn="ctr"/>
            </a:p>
          </p:txBody>
        </p:sp>
        <p:sp>
          <p:nvSpPr>
            <p:cNvPr id="1310" name="link6_sensor_2: 0.5590 m"/>
            <p:cNvSpPr/>
            <p:nvPr/>
          </p:nvSpPr>
          <p:spPr>
            <a:xfrm>
              <a:off x="11018636" y="651531"/>
              <a:ext cx="28346" cy="28346"/>
            </a:xfrm>
            <a:prstGeom prst="ellipse">
              <a:avLst/>
            </a:prstGeom>
            <a:solidFill>
              <a:srgbClr val="00A6A6"/>
            </a:solidFill>
            <a:ln w="2743">
              <a:solidFill>
                <a:srgbClr val="FFFFFF"/>
              </a:solidFill>
            </a:ln>
            <a:effectLst/>
          </p:spPr>
          <p:txBody>
            <a:bodyPr rtlCol="0" anchor="ctr"/>
            <a:lstStyle/>
            <a:p>
              <a:pPr algn="ctr"/>
            </a:p>
          </p:txBody>
        </p:sp>
        <p:sp>
          <p:nvSpPr>
            <p:cNvPr id="1311" name="link2_sensor_3: 0.1821 m"/>
            <p:cNvSpPr/>
            <p:nvPr/>
          </p:nvSpPr>
          <p:spPr>
            <a:xfrm>
              <a:off x="9198501" y="2358774"/>
              <a:ext cx="28346" cy="28346"/>
            </a:xfrm>
            <a:prstGeom prst="ellipse">
              <a:avLst/>
            </a:prstGeom>
            <a:solidFill>
              <a:srgbClr val="00A6A6"/>
            </a:solidFill>
            <a:ln w="2743">
              <a:solidFill>
                <a:srgbClr val="FFFFFF"/>
              </a:solidFill>
            </a:ln>
            <a:effectLst/>
          </p:spPr>
          <p:txBody>
            <a:bodyPr rtlCol="0" anchor="ctr"/>
            <a:lstStyle/>
            <a:p>
              <a:pPr algn="ctr"/>
            </a:p>
          </p:txBody>
        </p:sp>
        <p:sp>
          <p:nvSpPr>
            <p:cNvPr id="1312" name="link5_front_sensor_3: 0.5170 m"/>
            <p:cNvSpPr/>
            <p:nvPr/>
          </p:nvSpPr>
          <p:spPr>
            <a:xfrm>
              <a:off x="10619448" y="2152188"/>
              <a:ext cx="28346" cy="28346"/>
            </a:xfrm>
            <a:prstGeom prst="ellipse">
              <a:avLst/>
            </a:prstGeom>
            <a:solidFill>
              <a:srgbClr val="00A6A6"/>
            </a:solidFill>
            <a:ln w="2743">
              <a:solidFill>
                <a:srgbClr val="FFFFFF"/>
              </a:solidFill>
            </a:ln>
            <a:effectLst/>
          </p:spPr>
          <p:txBody>
            <a:bodyPr rtlCol="0" anchor="ctr"/>
            <a:lstStyle/>
            <a:p>
              <a:pPr algn="ctr"/>
            </a:p>
          </p:txBody>
        </p:sp>
        <p:sp>
          <p:nvSpPr>
            <p:cNvPr id="1313" name="link5_front_sensor_3: 0.4298 m"/>
            <p:cNvSpPr/>
            <p:nvPr/>
          </p:nvSpPr>
          <p:spPr>
            <a:xfrm>
              <a:off x="10498239" y="1987501"/>
              <a:ext cx="28346" cy="28346"/>
            </a:xfrm>
            <a:prstGeom prst="ellipse">
              <a:avLst/>
            </a:prstGeom>
            <a:solidFill>
              <a:srgbClr val="00A6A6"/>
            </a:solidFill>
            <a:ln w="2743">
              <a:solidFill>
                <a:srgbClr val="FFFFFF"/>
              </a:solidFill>
            </a:ln>
            <a:effectLst/>
          </p:spPr>
          <p:txBody>
            <a:bodyPr rtlCol="0" anchor="ctr"/>
            <a:lstStyle/>
            <a:p>
              <a:pPr algn="ctr"/>
            </a:p>
          </p:txBody>
        </p:sp>
        <p:sp>
          <p:nvSpPr>
            <p:cNvPr id="1314" name="link3_sensor_2: 0.5025 m"/>
            <p:cNvSpPr/>
            <p:nvPr/>
          </p:nvSpPr>
          <p:spPr>
            <a:xfrm>
              <a:off x="8962837" y="754547"/>
              <a:ext cx="28346" cy="28346"/>
            </a:xfrm>
            <a:prstGeom prst="ellipse">
              <a:avLst/>
            </a:prstGeom>
            <a:solidFill>
              <a:srgbClr val="00A6A6"/>
            </a:solidFill>
            <a:ln w="2743">
              <a:solidFill>
                <a:srgbClr val="FFFFFF"/>
              </a:solidFill>
            </a:ln>
            <a:effectLst/>
          </p:spPr>
          <p:txBody>
            <a:bodyPr rtlCol="0" anchor="ctr"/>
            <a:lstStyle/>
            <a:p>
              <a:pPr algn="ctr"/>
            </a:p>
          </p:txBody>
        </p:sp>
        <p:sp>
          <p:nvSpPr>
            <p:cNvPr id="1315" name="link6_sensor_2: 0.4302 m"/>
            <p:cNvSpPr/>
            <p:nvPr/>
          </p:nvSpPr>
          <p:spPr>
            <a:xfrm>
              <a:off x="10808567" y="964620"/>
              <a:ext cx="28346" cy="28346"/>
            </a:xfrm>
            <a:prstGeom prst="ellipse">
              <a:avLst/>
            </a:prstGeom>
            <a:solidFill>
              <a:srgbClr val="00A6A6"/>
            </a:solidFill>
            <a:ln w="2743">
              <a:solidFill>
                <a:srgbClr val="FFFFFF"/>
              </a:solidFill>
            </a:ln>
            <a:effectLst/>
          </p:spPr>
          <p:txBody>
            <a:bodyPr rtlCol="0" anchor="ctr"/>
            <a:lstStyle/>
            <a:p>
              <a:pPr algn="ctr"/>
            </a:p>
          </p:txBody>
        </p:sp>
        <p:sp>
          <p:nvSpPr>
            <p:cNvPr id="1316" name="link5_front_sensor_3: 0.3314 m"/>
            <p:cNvSpPr/>
            <p:nvPr/>
          </p:nvSpPr>
          <p:spPr>
            <a:xfrm>
              <a:off x="10301803" y="1876474"/>
              <a:ext cx="28346" cy="28346"/>
            </a:xfrm>
            <a:prstGeom prst="ellipse">
              <a:avLst/>
            </a:prstGeom>
            <a:solidFill>
              <a:srgbClr val="00A6A6"/>
            </a:solidFill>
            <a:ln w="2743">
              <a:solidFill>
                <a:srgbClr val="FFFFFF"/>
              </a:solidFill>
            </a:ln>
            <a:effectLst/>
          </p:spPr>
          <p:txBody>
            <a:bodyPr rtlCol="0" anchor="ctr"/>
            <a:lstStyle/>
            <a:p>
              <a:pPr algn="ctr"/>
            </a:p>
          </p:txBody>
        </p:sp>
        <p:sp>
          <p:nvSpPr>
            <p:cNvPr id="1317" name="link1_sensor_4: 0.4380 m"/>
            <p:cNvSpPr/>
            <p:nvPr/>
          </p:nvSpPr>
          <p:spPr>
            <a:xfrm>
              <a:off x="10808226" y="2676948"/>
              <a:ext cx="28346" cy="28346"/>
            </a:xfrm>
            <a:prstGeom prst="ellipse">
              <a:avLst/>
            </a:prstGeom>
            <a:solidFill>
              <a:srgbClr val="00A6A6"/>
            </a:solidFill>
            <a:ln w="2743">
              <a:solidFill>
                <a:srgbClr val="FFFFFF"/>
              </a:solidFill>
            </a:ln>
            <a:effectLst/>
          </p:spPr>
          <p:txBody>
            <a:bodyPr rtlCol="0" anchor="ctr"/>
            <a:lstStyle/>
            <a:p>
              <a:pPr algn="ctr"/>
            </a:p>
          </p:txBody>
        </p:sp>
        <p:sp>
          <p:nvSpPr>
            <p:cNvPr id="1318" name="link5_back_sensor_5: 0.2231 m"/>
            <p:cNvSpPr/>
            <p:nvPr/>
          </p:nvSpPr>
          <p:spPr>
            <a:xfrm>
              <a:off x="8990343" y="746494"/>
              <a:ext cx="28346" cy="28346"/>
            </a:xfrm>
            <a:prstGeom prst="ellipse">
              <a:avLst/>
            </a:prstGeom>
            <a:solidFill>
              <a:srgbClr val="00A6A6"/>
            </a:solidFill>
            <a:ln w="2743">
              <a:solidFill>
                <a:srgbClr val="FFFFFF"/>
              </a:solidFill>
            </a:ln>
            <a:effectLst/>
          </p:spPr>
          <p:txBody>
            <a:bodyPr rtlCol="0" anchor="ctr"/>
            <a:lstStyle/>
            <a:p>
              <a:pPr algn="ctr"/>
            </a:p>
          </p:txBody>
        </p:sp>
        <p:sp>
          <p:nvSpPr>
            <p:cNvPr id="1319" name="link6_sensor_2: 0.6163 m"/>
            <p:cNvSpPr/>
            <p:nvPr/>
          </p:nvSpPr>
          <p:spPr>
            <a:xfrm>
              <a:off x="11063933" y="292442"/>
              <a:ext cx="28346" cy="28346"/>
            </a:xfrm>
            <a:prstGeom prst="ellipse">
              <a:avLst/>
            </a:prstGeom>
            <a:solidFill>
              <a:srgbClr val="00A6A6"/>
            </a:solidFill>
            <a:ln w="2743">
              <a:solidFill>
                <a:srgbClr val="FFFFFF"/>
              </a:solidFill>
            </a:ln>
            <a:effectLst/>
          </p:spPr>
          <p:txBody>
            <a:bodyPr rtlCol="0" anchor="ctr"/>
            <a:lstStyle/>
            <a:p>
              <a:pPr algn="ctr"/>
            </a:p>
          </p:txBody>
        </p:sp>
        <p:sp>
          <p:nvSpPr>
            <p:cNvPr id="1320" name="link2_sensor_3: 0.1813 m"/>
            <p:cNvSpPr/>
            <p:nvPr/>
          </p:nvSpPr>
          <p:spPr>
            <a:xfrm>
              <a:off x="9193179" y="2325260"/>
              <a:ext cx="28346" cy="28346"/>
            </a:xfrm>
            <a:prstGeom prst="ellipse">
              <a:avLst/>
            </a:prstGeom>
            <a:solidFill>
              <a:srgbClr val="00A6A6"/>
            </a:solidFill>
            <a:ln w="2743">
              <a:solidFill>
                <a:srgbClr val="FFFFFF"/>
              </a:solidFill>
            </a:ln>
            <a:effectLst/>
          </p:spPr>
          <p:txBody>
            <a:bodyPr rtlCol="0" anchor="ctr"/>
            <a:lstStyle/>
            <a:p>
              <a:pPr algn="ctr"/>
            </a:p>
          </p:txBody>
        </p:sp>
        <p:sp>
          <p:nvSpPr>
            <p:cNvPr id="1321" name="link2_sensor_4: 0.6363 m"/>
            <p:cNvSpPr/>
            <p:nvPr/>
          </p:nvSpPr>
          <p:spPr>
            <a:xfrm>
              <a:off x="8770362" y="1095548"/>
              <a:ext cx="28346" cy="28346"/>
            </a:xfrm>
            <a:prstGeom prst="ellipse">
              <a:avLst/>
            </a:prstGeom>
            <a:solidFill>
              <a:srgbClr val="00A6A6"/>
            </a:solidFill>
            <a:ln w="2743">
              <a:solidFill>
                <a:srgbClr val="FFFFFF"/>
              </a:solidFill>
            </a:ln>
            <a:effectLst/>
          </p:spPr>
          <p:txBody>
            <a:bodyPr rtlCol="0" anchor="ctr"/>
            <a:lstStyle/>
            <a:p>
              <a:pPr algn="ctr"/>
            </a:p>
          </p:txBody>
        </p:sp>
        <p:sp>
          <p:nvSpPr>
            <p:cNvPr id="1322" name="link1_sensor_3: 0.4372 m"/>
            <p:cNvSpPr/>
            <p:nvPr/>
          </p:nvSpPr>
          <p:spPr>
            <a:xfrm>
              <a:off x="10856576" y="2638212"/>
              <a:ext cx="28346" cy="28346"/>
            </a:xfrm>
            <a:prstGeom prst="ellipse">
              <a:avLst/>
            </a:prstGeom>
            <a:solidFill>
              <a:srgbClr val="00A6A6"/>
            </a:solidFill>
            <a:ln w="2743">
              <a:solidFill>
                <a:srgbClr val="FFFFFF"/>
              </a:solidFill>
            </a:ln>
            <a:effectLst/>
          </p:spPr>
          <p:txBody>
            <a:bodyPr rtlCol="0" anchor="ctr"/>
            <a:lstStyle/>
            <a:p>
              <a:pPr algn="ctr"/>
            </a:p>
          </p:txBody>
        </p:sp>
        <p:sp>
          <p:nvSpPr>
            <p:cNvPr id="1323" name="link2_sensor_4: 0.5325 m"/>
            <p:cNvSpPr/>
            <p:nvPr/>
          </p:nvSpPr>
          <p:spPr>
            <a:xfrm>
              <a:off x="8956927" y="1255308"/>
              <a:ext cx="28346" cy="28346"/>
            </a:xfrm>
            <a:prstGeom prst="ellipse">
              <a:avLst/>
            </a:prstGeom>
            <a:solidFill>
              <a:srgbClr val="00A6A6"/>
            </a:solidFill>
            <a:ln w="2743">
              <a:solidFill>
                <a:srgbClr val="FFFFFF"/>
              </a:solidFill>
            </a:ln>
            <a:effectLst/>
          </p:spPr>
          <p:txBody>
            <a:bodyPr rtlCol="0" anchor="ctr"/>
            <a:lstStyle/>
            <a:p>
              <a:pPr algn="ctr"/>
            </a:p>
          </p:txBody>
        </p:sp>
        <p:sp>
          <p:nvSpPr>
            <p:cNvPr id="1324" name="link5_front_sensor_3: 0.5626 m"/>
            <p:cNvSpPr/>
            <p:nvPr/>
          </p:nvSpPr>
          <p:spPr>
            <a:xfrm>
              <a:off x="10780052" y="2138025"/>
              <a:ext cx="28346" cy="28346"/>
            </a:xfrm>
            <a:prstGeom prst="ellipse">
              <a:avLst/>
            </a:prstGeom>
            <a:solidFill>
              <a:srgbClr val="00A6A6"/>
            </a:solidFill>
            <a:ln w="2743">
              <a:solidFill>
                <a:srgbClr val="FFFFFF"/>
              </a:solidFill>
            </a:ln>
            <a:effectLst/>
          </p:spPr>
          <p:txBody>
            <a:bodyPr rtlCol="0" anchor="ctr"/>
            <a:lstStyle/>
            <a:p>
              <a:pPr algn="ctr"/>
            </a:p>
          </p:txBody>
        </p:sp>
        <p:sp>
          <p:nvSpPr>
            <p:cNvPr id="1325" name="link6_sensor_2: 0.4758 m"/>
            <p:cNvSpPr/>
            <p:nvPr/>
          </p:nvSpPr>
          <p:spPr>
            <a:xfrm>
              <a:off x="10960504" y="1094104"/>
              <a:ext cx="28346" cy="28346"/>
            </a:xfrm>
            <a:prstGeom prst="ellipse">
              <a:avLst/>
            </a:prstGeom>
            <a:solidFill>
              <a:srgbClr val="00A6A6"/>
            </a:solidFill>
            <a:ln w="2743">
              <a:solidFill>
                <a:srgbClr val="FFFFFF"/>
              </a:solidFill>
            </a:ln>
            <a:effectLst/>
          </p:spPr>
          <p:txBody>
            <a:bodyPr rtlCol="0" anchor="ctr"/>
            <a:lstStyle/>
            <a:p>
              <a:pPr algn="ctr"/>
            </a:p>
          </p:txBody>
        </p:sp>
        <p:sp>
          <p:nvSpPr>
            <p:cNvPr id="1326" name="link2_sensor_3: 0.2760 m"/>
            <p:cNvSpPr/>
            <p:nvPr/>
          </p:nvSpPr>
          <p:spPr>
            <a:xfrm>
              <a:off x="8818999" y="2474650"/>
              <a:ext cx="28346" cy="28346"/>
            </a:xfrm>
            <a:prstGeom prst="ellipse">
              <a:avLst/>
            </a:prstGeom>
            <a:solidFill>
              <a:srgbClr val="00A6A6"/>
            </a:solidFill>
            <a:ln w="2743">
              <a:solidFill>
                <a:srgbClr val="FFFFFF"/>
              </a:solidFill>
            </a:ln>
            <a:effectLst/>
          </p:spPr>
          <p:txBody>
            <a:bodyPr rtlCol="0" anchor="ctr"/>
            <a:lstStyle/>
            <a:p>
              <a:pPr algn="ctr"/>
            </a:p>
          </p:txBody>
        </p:sp>
        <p:sp>
          <p:nvSpPr>
            <p:cNvPr id="1327" name="link3_sensor_2: 0.4364 m"/>
            <p:cNvSpPr/>
            <p:nvPr/>
          </p:nvSpPr>
          <p:spPr>
            <a:xfrm>
              <a:off x="8923959" y="1077230"/>
              <a:ext cx="28346" cy="28346"/>
            </a:xfrm>
            <a:prstGeom prst="ellipse">
              <a:avLst/>
            </a:prstGeom>
            <a:solidFill>
              <a:srgbClr val="00A6A6"/>
            </a:solidFill>
            <a:ln w="2743">
              <a:solidFill>
                <a:srgbClr val="FFFFFF"/>
              </a:solidFill>
            </a:ln>
            <a:effectLst/>
          </p:spPr>
          <p:txBody>
            <a:bodyPr rtlCol="0" anchor="ctr"/>
            <a:lstStyle/>
            <a:p>
              <a:pPr algn="ctr"/>
            </a:p>
          </p:txBody>
        </p:sp>
        <p:sp>
          <p:nvSpPr>
            <p:cNvPr id="1328" name="link5_back_sensor_5: 0.2334 m"/>
            <p:cNvSpPr/>
            <p:nvPr/>
          </p:nvSpPr>
          <p:spPr>
            <a:xfrm>
              <a:off x="8985523" y="689740"/>
              <a:ext cx="28346" cy="28346"/>
            </a:xfrm>
            <a:prstGeom prst="ellipse">
              <a:avLst/>
            </a:prstGeom>
            <a:solidFill>
              <a:srgbClr val="00A6A6"/>
            </a:solidFill>
            <a:ln w="2743">
              <a:solidFill>
                <a:srgbClr val="FFFFFF"/>
              </a:solidFill>
            </a:ln>
            <a:effectLst/>
          </p:spPr>
          <p:txBody>
            <a:bodyPr rtlCol="0" anchor="ctr"/>
            <a:lstStyle/>
            <a:p>
              <a:pPr algn="ctr"/>
            </a:p>
          </p:txBody>
        </p:sp>
        <p:sp>
          <p:nvSpPr>
            <p:cNvPr id="1329" name="link5_back_sensor_5: 0.2079 m"/>
            <p:cNvSpPr/>
            <p:nvPr/>
          </p:nvSpPr>
          <p:spPr>
            <a:xfrm>
              <a:off x="8984418" y="819030"/>
              <a:ext cx="28346" cy="28346"/>
            </a:xfrm>
            <a:prstGeom prst="ellipse">
              <a:avLst/>
            </a:prstGeom>
            <a:solidFill>
              <a:srgbClr val="00A6A6"/>
            </a:solidFill>
            <a:ln w="2743">
              <a:solidFill>
                <a:srgbClr val="FFFFFF"/>
              </a:solidFill>
            </a:ln>
            <a:effectLst/>
          </p:spPr>
          <p:txBody>
            <a:bodyPr rtlCol="0" anchor="ctr"/>
            <a:lstStyle/>
            <a:p>
              <a:pPr algn="ctr"/>
            </a:p>
          </p:txBody>
        </p:sp>
        <p:sp>
          <p:nvSpPr>
            <p:cNvPr id="1330" name="link1_sensor_4: 0.4975 m"/>
            <p:cNvSpPr/>
            <p:nvPr/>
          </p:nvSpPr>
          <p:spPr>
            <a:xfrm>
              <a:off x="10958471" y="2744743"/>
              <a:ext cx="28346" cy="28346"/>
            </a:xfrm>
            <a:prstGeom prst="ellipse">
              <a:avLst/>
            </a:prstGeom>
            <a:solidFill>
              <a:srgbClr val="00A6A6"/>
            </a:solidFill>
            <a:ln w="2743">
              <a:solidFill>
                <a:srgbClr val="FFFFFF"/>
              </a:solidFill>
            </a:ln>
            <a:effectLst/>
          </p:spPr>
          <p:txBody>
            <a:bodyPr rtlCol="0" anchor="ctr"/>
            <a:lstStyle/>
            <a:p>
              <a:pPr algn="ctr"/>
            </a:p>
          </p:txBody>
        </p:sp>
        <p:sp>
          <p:nvSpPr>
            <p:cNvPr id="1331" name="link2_sensor_3: 0.1805 m"/>
            <p:cNvSpPr/>
            <p:nvPr/>
          </p:nvSpPr>
          <p:spPr>
            <a:xfrm>
              <a:off x="9187846" y="2291667"/>
              <a:ext cx="28346" cy="28346"/>
            </a:xfrm>
            <a:prstGeom prst="ellipse">
              <a:avLst/>
            </a:prstGeom>
            <a:solidFill>
              <a:srgbClr val="00A6A6"/>
            </a:solidFill>
            <a:ln w="2743">
              <a:solidFill>
                <a:srgbClr val="FFFFFF"/>
              </a:solidFill>
            </a:ln>
            <a:effectLst/>
          </p:spPr>
          <p:txBody>
            <a:bodyPr rtlCol="0" anchor="ctr"/>
            <a:lstStyle/>
            <a:p>
              <a:pPr algn="ctr"/>
            </a:p>
          </p:txBody>
        </p:sp>
        <p:sp>
          <p:nvSpPr>
            <p:cNvPr id="1332" name="link1_sensor_3: 0.5030 m"/>
            <p:cNvSpPr/>
            <p:nvPr/>
          </p:nvSpPr>
          <p:spPr>
            <a:xfrm>
              <a:off x="11019183" y="2719037"/>
              <a:ext cx="28346" cy="28346"/>
            </a:xfrm>
            <a:prstGeom prst="ellipse">
              <a:avLst/>
            </a:prstGeom>
            <a:solidFill>
              <a:srgbClr val="00A6A6"/>
            </a:solidFill>
            <a:ln w="2743">
              <a:solidFill>
                <a:srgbClr val="FFFFFF"/>
              </a:solidFill>
            </a:ln>
            <a:effectLst/>
          </p:spPr>
          <p:txBody>
            <a:bodyPr rtlCol="0" anchor="ctr"/>
            <a:lstStyle/>
            <a:p>
              <a:pPr algn="ctr"/>
            </a:p>
          </p:txBody>
        </p:sp>
        <p:sp>
          <p:nvSpPr>
            <p:cNvPr id="1333" name="link2_sensor_3: 0.1712 m"/>
            <p:cNvSpPr/>
            <p:nvPr/>
          </p:nvSpPr>
          <p:spPr>
            <a:xfrm>
              <a:off x="9172570" y="2384480"/>
              <a:ext cx="28346" cy="28346"/>
            </a:xfrm>
            <a:prstGeom prst="ellipse">
              <a:avLst/>
            </a:prstGeom>
            <a:solidFill>
              <a:srgbClr val="00A6A6"/>
            </a:solidFill>
            <a:ln w="2743">
              <a:solidFill>
                <a:srgbClr val="FFFFFF"/>
              </a:solidFill>
            </a:ln>
            <a:effectLst/>
          </p:spPr>
          <p:txBody>
            <a:bodyPr rtlCol="0" anchor="ctr"/>
            <a:lstStyle/>
            <a:p>
              <a:pPr algn="ctr"/>
            </a:p>
          </p:txBody>
        </p:sp>
        <p:sp>
          <p:nvSpPr>
            <p:cNvPr id="1334" name="link5_front_sensor_3: 0.3313 m"/>
            <p:cNvSpPr/>
            <p:nvPr/>
          </p:nvSpPr>
          <p:spPr>
            <a:xfrm>
              <a:off x="10353487" y="1832310"/>
              <a:ext cx="28346" cy="28346"/>
            </a:xfrm>
            <a:prstGeom prst="ellipse">
              <a:avLst/>
            </a:prstGeom>
            <a:solidFill>
              <a:srgbClr val="00A6A6"/>
            </a:solidFill>
            <a:ln w="2743">
              <a:solidFill>
                <a:srgbClr val="FFFFFF"/>
              </a:solidFill>
            </a:ln>
            <a:effectLst/>
          </p:spPr>
          <p:txBody>
            <a:bodyPr rtlCol="0" anchor="ctr"/>
            <a:lstStyle/>
            <a:p>
              <a:pPr algn="ctr"/>
            </a:p>
          </p:txBody>
        </p:sp>
        <p:sp>
          <p:nvSpPr>
            <p:cNvPr id="1335" name="link2_sensor_0: 0.2424 m"/>
            <p:cNvSpPr/>
            <p:nvPr/>
          </p:nvSpPr>
          <p:spPr>
            <a:xfrm>
              <a:off x="8864852" y="2477316"/>
              <a:ext cx="28346" cy="28346"/>
            </a:xfrm>
            <a:prstGeom prst="ellipse">
              <a:avLst/>
            </a:prstGeom>
            <a:solidFill>
              <a:srgbClr val="00A6A6"/>
            </a:solidFill>
            <a:ln w="2743">
              <a:solidFill>
                <a:srgbClr val="FFFFFF"/>
              </a:solidFill>
            </a:ln>
            <a:effectLst/>
          </p:spPr>
          <p:txBody>
            <a:bodyPr rtlCol="0" anchor="ctr"/>
            <a:lstStyle/>
            <a:p>
              <a:pPr algn="ctr"/>
            </a:p>
          </p:txBody>
        </p:sp>
        <p:sp>
          <p:nvSpPr>
            <p:cNvPr id="1336" name="link5_front_sensor_3: 0.4299 m"/>
            <p:cNvSpPr/>
            <p:nvPr/>
          </p:nvSpPr>
          <p:spPr>
            <a:xfrm>
              <a:off x="10568206" y="1931838"/>
              <a:ext cx="28346" cy="28346"/>
            </a:xfrm>
            <a:prstGeom prst="ellipse">
              <a:avLst/>
            </a:prstGeom>
            <a:solidFill>
              <a:srgbClr val="00A6A6"/>
            </a:solidFill>
            <a:ln w="2743">
              <a:solidFill>
                <a:srgbClr val="FFFFFF"/>
              </a:solidFill>
            </a:ln>
            <a:effectLst/>
          </p:spPr>
          <p:txBody>
            <a:bodyPr rtlCol="0" anchor="ctr"/>
            <a:lstStyle/>
            <a:p>
              <a:pPr algn="ctr"/>
            </a:p>
          </p:txBody>
        </p:sp>
        <p:sp>
          <p:nvSpPr>
            <p:cNvPr id="1337" name="link4_sensor_3: 0.6184 m"/>
            <p:cNvSpPr/>
            <p:nvPr/>
          </p:nvSpPr>
          <p:spPr>
            <a:xfrm>
              <a:off x="11138375" y="2188363"/>
              <a:ext cx="28346" cy="28346"/>
            </a:xfrm>
            <a:prstGeom prst="ellipse">
              <a:avLst/>
            </a:prstGeom>
            <a:solidFill>
              <a:srgbClr val="00A6A6"/>
            </a:solidFill>
            <a:ln w="2743">
              <a:solidFill>
                <a:srgbClr val="FFFFFF"/>
              </a:solidFill>
            </a:ln>
            <a:effectLst/>
          </p:spPr>
          <p:txBody>
            <a:bodyPr rtlCol="0" anchor="ctr"/>
            <a:lstStyle/>
            <a:p>
              <a:pPr algn="ctr"/>
            </a:p>
          </p:txBody>
        </p:sp>
        <p:sp>
          <p:nvSpPr>
            <p:cNvPr id="1338" name="link2_sensor_3: 0.2808 m"/>
            <p:cNvSpPr/>
            <p:nvPr/>
          </p:nvSpPr>
          <p:spPr>
            <a:xfrm>
              <a:off x="8798667" y="2422068"/>
              <a:ext cx="28346" cy="28346"/>
            </a:xfrm>
            <a:prstGeom prst="ellipse">
              <a:avLst/>
            </a:prstGeom>
            <a:solidFill>
              <a:srgbClr val="00A6A6"/>
            </a:solidFill>
            <a:ln w="2743">
              <a:solidFill>
                <a:srgbClr val="FFFFFF"/>
              </a:solidFill>
            </a:ln>
            <a:effectLst/>
          </p:spPr>
          <p:txBody>
            <a:bodyPr rtlCol="0" anchor="ctr"/>
            <a:lstStyle/>
            <a:p>
              <a:pPr algn="ctr"/>
            </a:p>
          </p:txBody>
        </p:sp>
        <p:sp>
          <p:nvSpPr>
            <p:cNvPr id="1339" name="link5_back_sensor_5: 0.2172 m"/>
            <p:cNvSpPr/>
            <p:nvPr/>
          </p:nvSpPr>
          <p:spPr>
            <a:xfrm>
              <a:off x="8978992" y="769221"/>
              <a:ext cx="28346" cy="28346"/>
            </a:xfrm>
            <a:prstGeom prst="ellipse">
              <a:avLst/>
            </a:prstGeom>
            <a:solidFill>
              <a:srgbClr val="00A6A6"/>
            </a:solidFill>
            <a:ln w="2743">
              <a:solidFill>
                <a:srgbClr val="FFFFFF"/>
              </a:solidFill>
            </a:ln>
            <a:effectLst/>
          </p:spPr>
          <p:txBody>
            <a:bodyPr rtlCol="0" anchor="ctr"/>
            <a:lstStyle/>
            <a:p>
              <a:pPr algn="ctr"/>
            </a:p>
          </p:txBody>
        </p:sp>
        <p:sp>
          <p:nvSpPr>
            <p:cNvPr id="1340" name="link5_back_sensor_5: 0.2448 m"/>
            <p:cNvSpPr/>
            <p:nvPr/>
          </p:nvSpPr>
          <p:spPr>
            <a:xfrm>
              <a:off x="8980171" y="626725"/>
              <a:ext cx="28346" cy="28346"/>
            </a:xfrm>
            <a:prstGeom prst="ellipse">
              <a:avLst/>
            </a:prstGeom>
            <a:solidFill>
              <a:srgbClr val="00A6A6"/>
            </a:solidFill>
            <a:ln w="2743">
              <a:solidFill>
                <a:srgbClr val="FFFFFF"/>
              </a:solidFill>
            </a:ln>
            <a:effectLst/>
          </p:spPr>
          <p:txBody>
            <a:bodyPr rtlCol="0" anchor="ctr"/>
            <a:lstStyle/>
            <a:p>
              <a:pPr algn="ctr"/>
            </a:p>
          </p:txBody>
        </p:sp>
        <p:sp>
          <p:nvSpPr>
            <p:cNvPr id="1341" name="link6_sensor_2: 0.4448 m"/>
            <p:cNvSpPr/>
            <p:nvPr/>
          </p:nvSpPr>
          <p:spPr>
            <a:xfrm>
              <a:off x="10941973" y="1225034"/>
              <a:ext cx="28346" cy="28346"/>
            </a:xfrm>
            <a:prstGeom prst="ellipse">
              <a:avLst/>
            </a:prstGeom>
            <a:solidFill>
              <a:srgbClr val="00A6A6"/>
            </a:solidFill>
            <a:ln w="2743">
              <a:solidFill>
                <a:srgbClr val="FFFFFF"/>
              </a:solidFill>
            </a:ln>
            <a:effectLst/>
          </p:spPr>
          <p:txBody>
            <a:bodyPr rtlCol="0" anchor="ctr"/>
            <a:lstStyle/>
            <a:p>
              <a:pPr algn="ctr"/>
            </a:p>
          </p:txBody>
        </p:sp>
        <p:sp>
          <p:nvSpPr>
            <p:cNvPr id="1342" name="link4_sensor_3: 0.4727 m"/>
            <p:cNvSpPr/>
            <p:nvPr/>
          </p:nvSpPr>
          <p:spPr>
            <a:xfrm>
              <a:off x="10804992" y="2131217"/>
              <a:ext cx="28346" cy="28346"/>
            </a:xfrm>
            <a:prstGeom prst="ellipse">
              <a:avLst/>
            </a:prstGeom>
            <a:solidFill>
              <a:srgbClr val="00A6A6"/>
            </a:solidFill>
            <a:ln w="2743">
              <a:solidFill>
                <a:srgbClr val="FFFFFF"/>
              </a:solidFill>
            </a:ln>
            <a:effectLst/>
          </p:spPr>
          <p:txBody>
            <a:bodyPr rtlCol="0" anchor="ctr"/>
            <a:lstStyle/>
            <a:p>
              <a:pPr algn="ctr"/>
            </a:p>
          </p:txBody>
        </p:sp>
        <p:sp>
          <p:nvSpPr>
            <p:cNvPr id="1343" name="link2_sensor_3: 0.1797 m"/>
            <p:cNvSpPr/>
            <p:nvPr/>
          </p:nvSpPr>
          <p:spPr>
            <a:xfrm>
              <a:off x="9182499" y="2257994"/>
              <a:ext cx="28346" cy="28346"/>
            </a:xfrm>
            <a:prstGeom prst="ellipse">
              <a:avLst/>
            </a:prstGeom>
            <a:solidFill>
              <a:srgbClr val="00A6A6"/>
            </a:solidFill>
            <a:ln w="2743">
              <a:solidFill>
                <a:srgbClr val="FFFFFF"/>
              </a:solidFill>
            </a:ln>
            <a:effectLst/>
          </p:spPr>
          <p:txBody>
            <a:bodyPr rtlCol="0" anchor="ctr"/>
            <a:lstStyle/>
            <a:p>
              <a:pPr algn="ctr"/>
            </a:p>
          </p:txBody>
        </p:sp>
        <p:sp>
          <p:nvSpPr>
            <p:cNvPr id="1344" name="link4_sensor_3: 0.4297 m"/>
            <p:cNvSpPr/>
            <p:nvPr/>
          </p:nvSpPr>
          <p:spPr>
            <a:xfrm>
              <a:off x="10682445" y="2182470"/>
              <a:ext cx="28346" cy="28346"/>
            </a:xfrm>
            <a:prstGeom prst="ellipse">
              <a:avLst/>
            </a:prstGeom>
            <a:solidFill>
              <a:srgbClr val="00A6A6"/>
            </a:solidFill>
            <a:ln w="2743">
              <a:solidFill>
                <a:srgbClr val="FFFFFF"/>
              </a:solidFill>
            </a:ln>
            <a:effectLst/>
          </p:spPr>
          <p:txBody>
            <a:bodyPr rtlCol="0" anchor="ctr"/>
            <a:lstStyle/>
            <a:p>
              <a:pPr algn="ctr"/>
            </a:p>
          </p:txBody>
        </p:sp>
        <p:sp>
          <p:nvSpPr>
            <p:cNvPr id="1345" name="link6_sensor_2: 0.5653 m"/>
            <p:cNvSpPr/>
            <p:nvPr/>
          </p:nvSpPr>
          <p:spPr>
            <a:xfrm>
              <a:off x="11033079" y="515950"/>
              <a:ext cx="28346" cy="28346"/>
            </a:xfrm>
            <a:prstGeom prst="ellipse">
              <a:avLst/>
            </a:prstGeom>
            <a:solidFill>
              <a:srgbClr val="00A6A6"/>
            </a:solidFill>
            <a:ln w="2743">
              <a:solidFill>
                <a:srgbClr val="FFFFFF"/>
              </a:solidFill>
            </a:ln>
            <a:effectLst/>
          </p:spPr>
          <p:txBody>
            <a:bodyPr rtlCol="0" anchor="ctr"/>
            <a:lstStyle/>
            <a:p>
              <a:pPr algn="ctr"/>
            </a:p>
          </p:txBody>
        </p:sp>
        <p:sp>
          <p:nvSpPr>
            <p:cNvPr id="1346" name="link1_sensor_3: 0.4380 m"/>
            <p:cNvSpPr/>
            <p:nvPr/>
          </p:nvSpPr>
          <p:spPr>
            <a:xfrm>
              <a:off x="10864977" y="2557002"/>
              <a:ext cx="28346" cy="28346"/>
            </a:xfrm>
            <a:prstGeom prst="ellipse">
              <a:avLst/>
            </a:prstGeom>
            <a:solidFill>
              <a:srgbClr val="00A6A6"/>
            </a:solidFill>
            <a:ln w="2743">
              <a:solidFill>
                <a:srgbClr val="FFFFFF"/>
              </a:solidFill>
            </a:ln>
            <a:effectLst/>
          </p:spPr>
          <p:txBody>
            <a:bodyPr rtlCol="0" anchor="ctr"/>
            <a:lstStyle/>
            <a:p>
              <a:pPr algn="ctr"/>
            </a:p>
          </p:txBody>
        </p:sp>
        <p:sp>
          <p:nvSpPr>
            <p:cNvPr id="1347" name="link2_sensor_3: 0.1705 m"/>
            <p:cNvSpPr/>
            <p:nvPr/>
          </p:nvSpPr>
          <p:spPr>
            <a:xfrm>
              <a:off x="9167477" y="2352615"/>
              <a:ext cx="28346" cy="28346"/>
            </a:xfrm>
            <a:prstGeom prst="ellipse">
              <a:avLst/>
            </a:prstGeom>
            <a:solidFill>
              <a:srgbClr val="00A6A6"/>
            </a:solidFill>
            <a:ln w="2743">
              <a:solidFill>
                <a:srgbClr val="FFFFFF"/>
              </a:solidFill>
            </a:ln>
            <a:effectLst/>
          </p:spPr>
          <p:txBody>
            <a:bodyPr rtlCol="0" anchor="ctr"/>
            <a:lstStyle/>
            <a:p>
              <a:pPr algn="ctr"/>
            </a:p>
          </p:txBody>
        </p:sp>
        <p:sp>
          <p:nvSpPr>
            <p:cNvPr id="1348" name="link6_sensor_2: 0.4074 m"/>
            <p:cNvSpPr/>
            <p:nvPr/>
          </p:nvSpPr>
          <p:spPr>
            <a:xfrm>
              <a:off x="10757066" y="879506"/>
              <a:ext cx="28346" cy="28346"/>
            </a:xfrm>
            <a:prstGeom prst="ellipse">
              <a:avLst/>
            </a:prstGeom>
            <a:solidFill>
              <a:srgbClr val="00A6A6"/>
            </a:solidFill>
            <a:ln w="2743">
              <a:solidFill>
                <a:srgbClr val="FFFFFF"/>
              </a:solidFill>
            </a:ln>
            <a:effectLst/>
          </p:spPr>
          <p:txBody>
            <a:bodyPr rtlCol="0" anchor="ctr"/>
            <a:lstStyle/>
            <a:p>
              <a:pPr algn="ctr"/>
            </a:p>
          </p:txBody>
        </p:sp>
        <p:sp>
          <p:nvSpPr>
            <p:cNvPr id="1349" name="link2_sensor_0: 0.2451 m"/>
            <p:cNvSpPr/>
            <p:nvPr/>
          </p:nvSpPr>
          <p:spPr>
            <a:xfrm>
              <a:off x="8849590" y="2430840"/>
              <a:ext cx="28346" cy="28346"/>
            </a:xfrm>
            <a:prstGeom prst="ellipse">
              <a:avLst/>
            </a:prstGeom>
            <a:solidFill>
              <a:srgbClr val="00A6A6"/>
            </a:solidFill>
            <a:ln w="2743">
              <a:solidFill>
                <a:srgbClr val="FFFFFF"/>
              </a:solidFill>
            </a:ln>
            <a:effectLst/>
          </p:spPr>
          <p:txBody>
            <a:bodyPr rtlCol="0" anchor="ctr"/>
            <a:lstStyle/>
            <a:p>
              <a:pPr algn="ctr"/>
            </a:p>
          </p:txBody>
        </p:sp>
        <p:sp>
          <p:nvSpPr>
            <p:cNvPr id="1350" name="link5_back_sensor_5: 0.2097 m"/>
            <p:cNvSpPr/>
            <p:nvPr/>
          </p:nvSpPr>
          <p:spPr>
            <a:xfrm>
              <a:off x="8959837" y="835088"/>
              <a:ext cx="28346" cy="28346"/>
            </a:xfrm>
            <a:prstGeom prst="ellipse">
              <a:avLst/>
            </a:prstGeom>
            <a:solidFill>
              <a:srgbClr val="00A6A6"/>
            </a:solidFill>
            <a:ln w="2743">
              <a:solidFill>
                <a:srgbClr val="FFFFFF"/>
              </a:solidFill>
            </a:ln>
            <a:effectLst/>
          </p:spPr>
          <p:txBody>
            <a:bodyPr rtlCol="0" anchor="ctr"/>
            <a:lstStyle/>
            <a:p>
              <a:pPr algn="ctr"/>
            </a:p>
          </p:txBody>
        </p:sp>
        <p:sp>
          <p:nvSpPr>
            <p:cNvPr id="1351" name="link2_sensor_4: 0.5793 m"/>
            <p:cNvSpPr/>
            <p:nvPr/>
          </p:nvSpPr>
          <p:spPr>
            <a:xfrm>
              <a:off x="8950952" y="1072518"/>
              <a:ext cx="28346" cy="28346"/>
            </a:xfrm>
            <a:prstGeom prst="ellipse">
              <a:avLst/>
            </a:prstGeom>
            <a:solidFill>
              <a:srgbClr val="00A6A6"/>
            </a:solidFill>
            <a:ln w="2743">
              <a:solidFill>
                <a:srgbClr val="FFFFFF"/>
              </a:solidFill>
            </a:ln>
            <a:effectLst/>
          </p:spPr>
          <p:txBody>
            <a:bodyPr rtlCol="0" anchor="ctr"/>
            <a:lstStyle/>
            <a:p>
              <a:pPr algn="ctr"/>
            </a:p>
          </p:txBody>
        </p:sp>
        <p:sp>
          <p:nvSpPr>
            <p:cNvPr id="1352" name="link6_sensor_2: 0.4804 m"/>
            <p:cNvSpPr/>
            <p:nvPr/>
          </p:nvSpPr>
          <p:spPr>
            <a:xfrm>
              <a:off x="10971344" y="989561"/>
              <a:ext cx="28346" cy="28346"/>
            </a:xfrm>
            <a:prstGeom prst="ellipse">
              <a:avLst/>
            </a:prstGeom>
            <a:solidFill>
              <a:srgbClr val="00A6A6"/>
            </a:solidFill>
            <a:ln w="2743">
              <a:solidFill>
                <a:srgbClr val="FFFFFF"/>
              </a:solidFill>
            </a:ln>
            <a:effectLst/>
          </p:spPr>
          <p:txBody>
            <a:bodyPr rtlCol="0" anchor="ctr"/>
            <a:lstStyle/>
            <a:p>
              <a:pPr algn="ctr"/>
            </a:p>
          </p:txBody>
        </p:sp>
        <p:sp>
          <p:nvSpPr>
            <p:cNvPr id="1353" name="link5_back_sensor_5: 0.2273 m"/>
            <p:cNvSpPr/>
            <p:nvPr/>
          </p:nvSpPr>
          <p:spPr>
            <a:xfrm>
              <a:off x="8972990" y="714121"/>
              <a:ext cx="28346" cy="28346"/>
            </a:xfrm>
            <a:prstGeom prst="ellipse">
              <a:avLst/>
            </a:prstGeom>
            <a:solidFill>
              <a:srgbClr val="00A6A6"/>
            </a:solidFill>
            <a:ln w="2743">
              <a:solidFill>
                <a:srgbClr val="FFFFFF"/>
              </a:solidFill>
            </a:ln>
            <a:effectLst/>
          </p:spPr>
          <p:txBody>
            <a:bodyPr rtlCol="0" anchor="ctr"/>
            <a:lstStyle/>
            <a:p>
              <a:pPr algn="ctr"/>
            </a:p>
          </p:txBody>
        </p:sp>
        <p:sp>
          <p:nvSpPr>
            <p:cNvPr id="1354" name="link3_sensor_2: 0.4392 m"/>
            <p:cNvSpPr/>
            <p:nvPr/>
          </p:nvSpPr>
          <p:spPr>
            <a:xfrm>
              <a:off x="8908221" y="976213"/>
              <a:ext cx="28346" cy="28346"/>
            </a:xfrm>
            <a:prstGeom prst="ellipse">
              <a:avLst/>
            </a:prstGeom>
            <a:solidFill>
              <a:srgbClr val="00A6A6"/>
            </a:solidFill>
            <a:ln w="2743">
              <a:solidFill>
                <a:srgbClr val="FFFFFF"/>
              </a:solidFill>
            </a:ln>
            <a:effectLst/>
          </p:spPr>
          <p:txBody>
            <a:bodyPr rtlCol="0" anchor="ctr"/>
            <a:lstStyle/>
            <a:p>
              <a:pPr algn="ctr"/>
            </a:p>
          </p:txBody>
        </p:sp>
        <p:sp>
          <p:nvSpPr>
            <p:cNvPr id="1355" name="link2_sensor_3: 0.1698 m"/>
            <p:cNvSpPr/>
            <p:nvPr/>
          </p:nvSpPr>
          <p:spPr>
            <a:xfrm>
              <a:off x="9162372" y="2320678"/>
              <a:ext cx="28346" cy="28346"/>
            </a:xfrm>
            <a:prstGeom prst="ellipse">
              <a:avLst/>
            </a:prstGeom>
            <a:solidFill>
              <a:srgbClr val="00A6A6"/>
            </a:solidFill>
            <a:ln w="2743">
              <a:solidFill>
                <a:srgbClr val="FFFFFF"/>
              </a:solidFill>
            </a:ln>
            <a:effectLst/>
          </p:spPr>
          <p:txBody>
            <a:bodyPr rtlCol="0" anchor="ctr"/>
            <a:lstStyle/>
            <a:p>
              <a:pPr algn="ctr"/>
            </a:p>
          </p:txBody>
        </p:sp>
        <p:sp>
          <p:nvSpPr>
            <p:cNvPr id="1356" name="link5_back_sensor_5: 0.2572 m"/>
            <p:cNvSpPr/>
            <p:nvPr/>
          </p:nvSpPr>
          <p:spPr>
            <a:xfrm>
              <a:off x="8974194" y="556353"/>
              <a:ext cx="28346" cy="28346"/>
            </a:xfrm>
            <a:prstGeom prst="ellipse">
              <a:avLst/>
            </a:prstGeom>
            <a:solidFill>
              <a:srgbClr val="00A6A6"/>
            </a:solidFill>
            <a:ln w="2743">
              <a:solidFill>
                <a:srgbClr val="FFFFFF"/>
              </a:solidFill>
            </a:ln>
            <a:effectLst/>
          </p:spPr>
          <p:txBody>
            <a:bodyPr rtlCol="0" anchor="ctr"/>
            <a:lstStyle/>
            <a:p>
              <a:pPr algn="ctr"/>
            </a:p>
          </p:txBody>
        </p:sp>
        <p:sp>
          <p:nvSpPr>
            <p:cNvPr id="1357" name="link5_front_sensor_3: 0.3312 m"/>
            <p:cNvSpPr/>
            <p:nvPr/>
          </p:nvSpPr>
          <p:spPr>
            <a:xfrm>
              <a:off x="10406158" y="1787214"/>
              <a:ext cx="28346" cy="28346"/>
            </a:xfrm>
            <a:prstGeom prst="ellipse">
              <a:avLst/>
            </a:prstGeom>
            <a:solidFill>
              <a:srgbClr val="00A6A6"/>
            </a:solidFill>
            <a:ln w="2743">
              <a:solidFill>
                <a:srgbClr val="FFFFFF"/>
              </a:solidFill>
            </a:ln>
            <a:effectLst/>
          </p:spPr>
          <p:txBody>
            <a:bodyPr rtlCol="0" anchor="ctr"/>
            <a:lstStyle/>
            <a:p>
              <a:pPr algn="ctr"/>
            </a:p>
          </p:txBody>
        </p:sp>
        <p:sp>
          <p:nvSpPr>
            <p:cNvPr id="1358" name="link2_sensor_3: 0.1615 m"/>
            <p:cNvSpPr/>
            <p:nvPr/>
          </p:nvSpPr>
          <p:spPr>
            <a:xfrm>
              <a:off x="9149029" y="2407823"/>
              <a:ext cx="28346" cy="28346"/>
            </a:xfrm>
            <a:prstGeom prst="ellipse">
              <a:avLst/>
            </a:prstGeom>
            <a:solidFill>
              <a:srgbClr val="00A6A6"/>
            </a:solidFill>
            <a:ln w="2743">
              <a:solidFill>
                <a:srgbClr val="FFFFFF"/>
              </a:solidFill>
            </a:ln>
            <a:effectLst/>
          </p:spPr>
          <p:txBody>
            <a:bodyPr rtlCol="0" anchor="ctr"/>
            <a:lstStyle/>
            <a:p>
              <a:pPr algn="ctr"/>
            </a:p>
          </p:txBody>
        </p:sp>
        <p:sp>
          <p:nvSpPr>
            <p:cNvPr id="1359" name="link4_sensor_3: 0.4667 m"/>
            <p:cNvSpPr/>
            <p:nvPr/>
          </p:nvSpPr>
          <p:spPr>
            <a:xfrm>
              <a:off x="10751602" y="2278426"/>
              <a:ext cx="28346" cy="28346"/>
            </a:xfrm>
            <a:prstGeom prst="ellipse">
              <a:avLst/>
            </a:prstGeom>
            <a:solidFill>
              <a:srgbClr val="00A6A6"/>
            </a:solidFill>
            <a:ln w="2743">
              <a:solidFill>
                <a:srgbClr val="FFFFFF"/>
              </a:solidFill>
            </a:ln>
            <a:effectLst/>
          </p:spPr>
          <p:txBody>
            <a:bodyPr rtlCol="0" anchor="ctr"/>
            <a:lstStyle/>
            <a:p>
              <a:pPr algn="ctr"/>
            </a:p>
          </p:txBody>
        </p:sp>
        <p:sp>
          <p:nvSpPr>
            <p:cNvPr id="1360" name="link1_sensor_3: 0.5040 m"/>
            <p:cNvSpPr/>
            <p:nvPr/>
          </p:nvSpPr>
          <p:spPr>
            <a:xfrm>
              <a:off x="11031493" y="2626105"/>
              <a:ext cx="28346" cy="28346"/>
            </a:xfrm>
            <a:prstGeom prst="ellipse">
              <a:avLst/>
            </a:prstGeom>
            <a:solidFill>
              <a:srgbClr val="00A6A6"/>
            </a:solidFill>
            <a:ln w="2743">
              <a:solidFill>
                <a:srgbClr val="FFFFFF"/>
              </a:solidFill>
            </a:ln>
            <a:effectLst/>
          </p:spPr>
          <p:txBody>
            <a:bodyPr rtlCol="0" anchor="ctr"/>
            <a:lstStyle/>
            <a:p>
              <a:pPr algn="ctr"/>
            </a:p>
          </p:txBody>
        </p:sp>
        <p:sp>
          <p:nvSpPr>
            <p:cNvPr id="1361" name="link2_sensor_0: 0.2478 m"/>
            <p:cNvSpPr/>
            <p:nvPr/>
          </p:nvSpPr>
          <p:spPr>
            <a:xfrm>
              <a:off x="8833797" y="2382751"/>
              <a:ext cx="28346" cy="28346"/>
            </a:xfrm>
            <a:prstGeom prst="ellipse">
              <a:avLst/>
            </a:prstGeom>
            <a:solidFill>
              <a:srgbClr val="00A6A6"/>
            </a:solidFill>
            <a:ln w="2743">
              <a:solidFill>
                <a:srgbClr val="FFFFFF"/>
              </a:solidFill>
            </a:ln>
            <a:effectLst/>
          </p:spPr>
          <p:txBody>
            <a:bodyPr rtlCol="0" anchor="ctr"/>
            <a:lstStyle/>
            <a:p>
              <a:pPr algn="ctr"/>
            </a:p>
          </p:txBody>
        </p:sp>
        <p:sp>
          <p:nvSpPr>
            <p:cNvPr id="1362" name="link5_back_sensor_5: 0.2191 m"/>
            <p:cNvSpPr/>
            <p:nvPr/>
          </p:nvSpPr>
          <p:spPr>
            <a:xfrm>
              <a:off x="8953045" y="785146"/>
              <a:ext cx="28346" cy="28346"/>
            </a:xfrm>
            <a:prstGeom prst="ellipse">
              <a:avLst/>
            </a:prstGeom>
            <a:solidFill>
              <a:srgbClr val="00A6A6"/>
            </a:solidFill>
            <a:ln w="2743">
              <a:solidFill>
                <a:srgbClr val="FFFFFF"/>
              </a:solidFill>
            </a:ln>
            <a:effectLst/>
          </p:spPr>
          <p:txBody>
            <a:bodyPr rtlCol="0" anchor="ctr"/>
            <a:lstStyle/>
            <a:p>
              <a:pPr algn="ctr"/>
            </a:p>
          </p:txBody>
        </p:sp>
        <p:sp>
          <p:nvSpPr>
            <p:cNvPr id="1363" name="link5_front_sensor_3: 0.4297 m"/>
            <p:cNvSpPr/>
            <p:nvPr/>
          </p:nvSpPr>
          <p:spPr>
            <a:xfrm>
              <a:off x="10639637" y="1874437"/>
              <a:ext cx="28346" cy="28346"/>
            </a:xfrm>
            <a:prstGeom prst="ellipse">
              <a:avLst/>
            </a:prstGeom>
            <a:solidFill>
              <a:srgbClr val="00A6A6"/>
            </a:solidFill>
            <a:ln w="2743">
              <a:solidFill>
                <a:srgbClr val="FFFFFF"/>
              </a:solidFill>
            </a:ln>
            <a:effectLst/>
          </p:spPr>
          <p:txBody>
            <a:bodyPr rtlCol="0" anchor="ctr"/>
            <a:lstStyle/>
            <a:p>
              <a:pPr algn="ctr"/>
            </a:p>
          </p:txBody>
        </p:sp>
        <p:sp>
          <p:nvSpPr>
            <p:cNvPr id="1364" name="link5_front_sensor_3: 0.5107 m"/>
            <p:cNvSpPr/>
            <p:nvPr/>
          </p:nvSpPr>
          <p:spPr>
            <a:xfrm>
              <a:off x="10600825" y="2216971"/>
              <a:ext cx="28346" cy="28346"/>
            </a:xfrm>
            <a:prstGeom prst="ellipse">
              <a:avLst/>
            </a:prstGeom>
            <a:solidFill>
              <a:srgbClr val="00A6A6"/>
            </a:solidFill>
            <a:ln w="2743">
              <a:solidFill>
                <a:srgbClr val="FFFFFF"/>
              </a:solidFill>
            </a:ln>
            <a:effectLst/>
          </p:spPr>
          <p:txBody>
            <a:bodyPr rtlCol="0" anchor="ctr"/>
            <a:lstStyle/>
            <a:p>
              <a:pPr algn="ctr"/>
            </a:p>
          </p:txBody>
        </p:sp>
        <p:sp>
          <p:nvSpPr>
            <p:cNvPr id="1365" name="link4_sensor_1: 0.4718 m"/>
            <p:cNvSpPr/>
            <p:nvPr/>
          </p:nvSpPr>
          <p:spPr>
            <a:xfrm>
              <a:off x="10884070" y="1519239"/>
              <a:ext cx="28346" cy="28346"/>
            </a:xfrm>
            <a:prstGeom prst="ellipse">
              <a:avLst/>
            </a:prstGeom>
            <a:solidFill>
              <a:srgbClr val="00A6A6"/>
            </a:solidFill>
            <a:ln w="2743">
              <a:solidFill>
                <a:srgbClr val="FFFFFF"/>
              </a:solidFill>
            </a:ln>
            <a:effectLst/>
          </p:spPr>
          <p:txBody>
            <a:bodyPr rtlCol="0" anchor="ctr"/>
            <a:lstStyle/>
            <a:p>
              <a:pPr algn="ctr"/>
            </a:p>
          </p:txBody>
        </p:sp>
        <p:sp>
          <p:nvSpPr>
            <p:cNvPr id="1366" name="link2_sensor_3: 0.1691 m"/>
            <p:cNvSpPr/>
            <p:nvPr/>
          </p:nvSpPr>
          <p:spPr>
            <a:xfrm>
              <a:off x="9157256" y="2288669"/>
              <a:ext cx="28346" cy="28346"/>
            </a:xfrm>
            <a:prstGeom prst="ellipse">
              <a:avLst/>
            </a:prstGeom>
            <a:solidFill>
              <a:srgbClr val="00A6A6"/>
            </a:solidFill>
            <a:ln w="2743">
              <a:solidFill>
                <a:srgbClr val="FFFFFF"/>
              </a:solidFill>
            </a:ln>
            <a:effectLst/>
          </p:spPr>
          <p:txBody>
            <a:bodyPr rtlCol="0" anchor="ctr"/>
            <a:lstStyle/>
            <a:p>
              <a:pPr algn="ctr"/>
            </a:p>
          </p:txBody>
        </p:sp>
        <p:sp>
          <p:nvSpPr>
            <p:cNvPr id="1367" name="link2_sensor_3: 0.1608 m"/>
            <p:cNvSpPr/>
            <p:nvPr/>
          </p:nvSpPr>
          <p:spPr>
            <a:xfrm>
              <a:off x="9144146" y="2377451"/>
              <a:ext cx="28346" cy="28346"/>
            </a:xfrm>
            <a:prstGeom prst="ellipse">
              <a:avLst/>
            </a:prstGeom>
            <a:solidFill>
              <a:srgbClr val="00A6A6"/>
            </a:solidFill>
            <a:ln w="2743">
              <a:solidFill>
                <a:srgbClr val="FFFFFF"/>
              </a:solidFill>
            </a:ln>
            <a:effectLst/>
          </p:spPr>
          <p:txBody>
            <a:bodyPr rtlCol="0" anchor="ctr"/>
            <a:lstStyle/>
            <a:p>
              <a:pPr algn="ctr"/>
            </a:p>
          </p:txBody>
        </p:sp>
        <p:sp>
          <p:nvSpPr>
            <p:cNvPr id="1368" name="link4_sensor_3: 0.3674 m"/>
            <p:cNvSpPr/>
            <p:nvPr/>
          </p:nvSpPr>
          <p:spPr>
            <a:xfrm>
              <a:off x="10537805" y="2207910"/>
              <a:ext cx="28346" cy="28346"/>
            </a:xfrm>
            <a:prstGeom prst="ellipse">
              <a:avLst/>
            </a:prstGeom>
            <a:solidFill>
              <a:srgbClr val="00A6A6"/>
            </a:solidFill>
            <a:ln w="2743">
              <a:solidFill>
                <a:srgbClr val="FFFFFF"/>
              </a:solidFill>
            </a:ln>
            <a:effectLst/>
          </p:spPr>
          <p:txBody>
            <a:bodyPr rtlCol="0" anchor="ctr"/>
            <a:lstStyle/>
            <a:p>
              <a:pPr algn="ctr"/>
            </a:p>
          </p:txBody>
        </p:sp>
        <p:sp>
          <p:nvSpPr>
            <p:cNvPr id="1369" name="link5_back_sensor_5: 0.2385 m"/>
            <p:cNvSpPr/>
            <p:nvPr/>
          </p:nvSpPr>
          <p:spPr>
            <a:xfrm>
              <a:off x="8966314" y="652839"/>
              <a:ext cx="28346" cy="28346"/>
            </a:xfrm>
            <a:prstGeom prst="ellipse">
              <a:avLst/>
            </a:prstGeom>
            <a:solidFill>
              <a:srgbClr val="00A6A6"/>
            </a:solidFill>
            <a:ln w="2743">
              <a:solidFill>
                <a:srgbClr val="FFFFFF"/>
              </a:solidFill>
            </a:ln>
            <a:effectLst/>
          </p:spPr>
          <p:txBody>
            <a:bodyPr rtlCol="0" anchor="ctr"/>
            <a:lstStyle/>
            <a:p>
              <a:pPr algn="ctr"/>
            </a:p>
          </p:txBody>
        </p:sp>
        <p:sp>
          <p:nvSpPr>
            <p:cNvPr id="1370" name="link4_sensor_3: 0.4863 m"/>
            <p:cNvSpPr/>
            <p:nvPr/>
          </p:nvSpPr>
          <p:spPr>
            <a:xfrm>
              <a:off x="10884600" y="2059291"/>
              <a:ext cx="28346" cy="28346"/>
            </a:xfrm>
            <a:prstGeom prst="ellipse">
              <a:avLst/>
            </a:prstGeom>
            <a:solidFill>
              <a:srgbClr val="00A6A6"/>
            </a:solidFill>
            <a:ln w="2743">
              <a:solidFill>
                <a:srgbClr val="FFFFFF"/>
              </a:solidFill>
            </a:ln>
            <a:effectLst/>
          </p:spPr>
          <p:txBody>
            <a:bodyPr rtlCol="0" anchor="ctr"/>
            <a:lstStyle/>
            <a:p>
              <a:pPr algn="ctr"/>
            </a:p>
          </p:txBody>
        </p:sp>
        <p:sp>
          <p:nvSpPr>
            <p:cNvPr id="1371" name="link5_back_sensor_5: 0.2191 m"/>
            <p:cNvSpPr/>
            <p:nvPr/>
          </p:nvSpPr>
          <p:spPr>
            <a:xfrm>
              <a:off x="8917876" y="847589"/>
              <a:ext cx="28346" cy="28346"/>
            </a:xfrm>
            <a:prstGeom prst="ellipse">
              <a:avLst/>
            </a:prstGeom>
            <a:solidFill>
              <a:srgbClr val="00A6A6"/>
            </a:solidFill>
            <a:ln w="2743">
              <a:solidFill>
                <a:srgbClr val="FFFFFF"/>
              </a:solidFill>
            </a:ln>
            <a:effectLst/>
          </p:spPr>
          <p:txBody>
            <a:bodyPr rtlCol="0" anchor="ctr"/>
            <a:lstStyle/>
            <a:p>
              <a:pPr algn="ctr"/>
            </a:p>
          </p:txBody>
        </p:sp>
        <p:sp>
          <p:nvSpPr>
            <p:cNvPr id="1372" name="link1_sensor_3: 0.4388 m"/>
            <p:cNvSpPr/>
            <p:nvPr/>
          </p:nvSpPr>
          <p:spPr>
            <a:xfrm>
              <a:off x="10873598" y="2473554"/>
              <a:ext cx="28346" cy="28346"/>
            </a:xfrm>
            <a:prstGeom prst="ellipse">
              <a:avLst/>
            </a:prstGeom>
            <a:solidFill>
              <a:srgbClr val="00A6A6"/>
            </a:solidFill>
            <a:ln w="2743">
              <a:solidFill>
                <a:srgbClr val="FFFFFF"/>
              </a:solidFill>
            </a:ln>
            <a:effectLst/>
          </p:spPr>
          <p:txBody>
            <a:bodyPr rtlCol="0" anchor="ctr"/>
            <a:lstStyle/>
            <a:p>
              <a:pPr algn="ctr"/>
            </a:p>
          </p:txBody>
        </p:sp>
        <p:sp>
          <p:nvSpPr>
            <p:cNvPr id="1373" name="link2_sensor_3: 0.1943 m"/>
            <p:cNvSpPr/>
            <p:nvPr/>
          </p:nvSpPr>
          <p:spPr>
            <a:xfrm>
              <a:off x="8999626" y="2457094"/>
              <a:ext cx="28346" cy="28346"/>
            </a:xfrm>
            <a:prstGeom prst="ellipse">
              <a:avLst/>
            </a:prstGeom>
            <a:solidFill>
              <a:srgbClr val="00A6A6"/>
            </a:solidFill>
            <a:ln w="2743">
              <a:solidFill>
                <a:srgbClr val="FFFFFF"/>
              </a:solidFill>
            </a:ln>
            <a:effectLst/>
          </p:spPr>
          <p:txBody>
            <a:bodyPr rtlCol="0" anchor="ctr"/>
            <a:lstStyle/>
            <a:p>
              <a:pPr algn="ctr"/>
            </a:p>
          </p:txBody>
        </p:sp>
        <p:sp>
          <p:nvSpPr>
            <p:cNvPr id="1374" name="link5_front_sensor_3: 0.5275 m"/>
            <p:cNvSpPr/>
            <p:nvPr/>
          </p:nvSpPr>
          <p:spPr>
            <a:xfrm>
              <a:off x="10813831" y="2031625"/>
              <a:ext cx="28346" cy="28346"/>
            </a:xfrm>
            <a:prstGeom prst="ellipse">
              <a:avLst/>
            </a:prstGeom>
            <a:solidFill>
              <a:srgbClr val="00A6A6"/>
            </a:solidFill>
            <a:ln w="2743">
              <a:solidFill>
                <a:srgbClr val="FFFFFF"/>
              </a:solidFill>
            </a:ln>
            <a:effectLst/>
          </p:spPr>
          <p:txBody>
            <a:bodyPr rtlCol="0" anchor="ctr"/>
            <a:lstStyle/>
            <a:p>
              <a:pPr algn="ctr"/>
            </a:p>
          </p:txBody>
        </p:sp>
        <p:sp>
          <p:nvSpPr>
            <p:cNvPr id="1375" name="link4_sensor_3: 0.5887 m"/>
            <p:cNvSpPr/>
            <p:nvPr/>
          </p:nvSpPr>
          <p:spPr>
            <a:xfrm>
              <a:off x="11033189" y="2367622"/>
              <a:ext cx="28346" cy="28346"/>
            </a:xfrm>
            <a:prstGeom prst="ellipse">
              <a:avLst/>
            </a:prstGeom>
            <a:solidFill>
              <a:srgbClr val="00A6A6"/>
            </a:solidFill>
            <a:ln w="2743">
              <a:solidFill>
                <a:srgbClr val="FFFFFF"/>
              </a:solidFill>
            </a:ln>
            <a:effectLst/>
          </p:spPr>
          <p:txBody>
            <a:bodyPr rtlCol="0" anchor="ctr"/>
            <a:lstStyle/>
            <a:p>
              <a:pPr algn="ctr"/>
            </a:p>
          </p:txBody>
        </p:sp>
        <p:sp>
          <p:nvSpPr>
            <p:cNvPr id="1376" name="link6_sensor_2: 0.4488 m"/>
            <p:cNvSpPr/>
            <p:nvPr/>
          </p:nvSpPr>
          <p:spPr>
            <a:xfrm>
              <a:off x="10951763" y="1129583"/>
              <a:ext cx="28346" cy="28346"/>
            </a:xfrm>
            <a:prstGeom prst="ellipse">
              <a:avLst/>
            </a:prstGeom>
            <a:solidFill>
              <a:srgbClr val="00A6A6"/>
            </a:solidFill>
            <a:ln w="2743">
              <a:solidFill>
                <a:srgbClr val="FFFFFF"/>
              </a:solidFill>
            </a:ln>
            <a:effectLst/>
          </p:spPr>
          <p:txBody>
            <a:bodyPr rtlCol="0" anchor="ctr"/>
            <a:lstStyle/>
            <a:p>
              <a:pPr algn="ctr"/>
            </a:p>
          </p:txBody>
        </p:sp>
        <p:sp>
          <p:nvSpPr>
            <p:cNvPr id="1377" name="link5_back_sensor_5: 0.2710 m"/>
            <p:cNvSpPr/>
            <p:nvPr/>
          </p:nvSpPr>
          <p:spPr>
            <a:xfrm>
              <a:off x="8967477" y="477254"/>
              <a:ext cx="28346" cy="28346"/>
            </a:xfrm>
            <a:prstGeom prst="ellipse">
              <a:avLst/>
            </a:prstGeom>
            <a:solidFill>
              <a:srgbClr val="00A6A6"/>
            </a:solidFill>
            <a:ln w="2743">
              <a:solidFill>
                <a:srgbClr val="FFFFFF"/>
              </a:solidFill>
            </a:ln>
            <a:effectLst/>
          </p:spPr>
          <p:txBody>
            <a:bodyPr rtlCol="0" anchor="ctr"/>
            <a:lstStyle/>
            <a:p>
              <a:pPr algn="ctr"/>
            </a:p>
          </p:txBody>
        </p:sp>
        <p:sp>
          <p:nvSpPr>
            <p:cNvPr id="1378" name="link6_sensor_2: 0.4117 m"/>
            <p:cNvSpPr/>
            <p:nvPr/>
          </p:nvSpPr>
          <p:spPr>
            <a:xfrm>
              <a:off x="10764089" y="783963"/>
              <a:ext cx="28346" cy="28346"/>
            </a:xfrm>
            <a:prstGeom prst="ellipse">
              <a:avLst/>
            </a:prstGeom>
            <a:solidFill>
              <a:srgbClr val="00A6A6"/>
            </a:solidFill>
            <a:ln w="2743">
              <a:solidFill>
                <a:srgbClr val="FFFFFF"/>
              </a:solidFill>
            </a:ln>
            <a:effectLst/>
          </p:spPr>
          <p:txBody>
            <a:bodyPr rtlCol="0" anchor="ctr"/>
            <a:lstStyle/>
            <a:p>
              <a:pPr algn="ctr"/>
            </a:p>
          </p:txBody>
        </p:sp>
        <p:sp>
          <p:nvSpPr>
            <p:cNvPr id="1379" name="link4_sensor_3: 0.4965 m"/>
            <p:cNvSpPr/>
            <p:nvPr/>
          </p:nvSpPr>
          <p:spPr>
            <a:xfrm>
              <a:off x="10857585" y="2221481"/>
              <a:ext cx="28346" cy="28346"/>
            </a:xfrm>
            <a:prstGeom prst="ellipse">
              <a:avLst/>
            </a:prstGeom>
            <a:solidFill>
              <a:srgbClr val="00A6A6"/>
            </a:solidFill>
            <a:ln w="2743">
              <a:solidFill>
                <a:srgbClr val="FFFFFF"/>
              </a:solidFill>
            </a:ln>
            <a:effectLst/>
          </p:spPr>
          <p:txBody>
            <a:bodyPr rtlCol="0" anchor="ctr"/>
            <a:lstStyle/>
            <a:p>
              <a:pPr algn="ctr"/>
            </a:p>
          </p:txBody>
        </p:sp>
        <p:sp>
          <p:nvSpPr>
            <p:cNvPr id="1380" name="link2_sensor_0: 0.2507 m"/>
            <p:cNvSpPr/>
            <p:nvPr/>
          </p:nvSpPr>
          <p:spPr>
            <a:xfrm>
              <a:off x="8817446" y="2332964"/>
              <a:ext cx="28346" cy="28346"/>
            </a:xfrm>
            <a:prstGeom prst="ellipse">
              <a:avLst/>
            </a:prstGeom>
            <a:solidFill>
              <a:srgbClr val="00A6A6"/>
            </a:solidFill>
            <a:ln w="2743">
              <a:solidFill>
                <a:srgbClr val="FFFFFF"/>
              </a:solidFill>
            </a:ln>
            <a:effectLst/>
          </p:spPr>
          <p:txBody>
            <a:bodyPr rtlCol="0" anchor="ctr"/>
            <a:lstStyle/>
            <a:p>
              <a:pPr algn="ctr"/>
            </a:p>
          </p:txBody>
        </p:sp>
        <p:sp>
          <p:nvSpPr>
            <p:cNvPr id="1381" name="link5_front_sensor_3: 0.5746 m"/>
            <p:cNvSpPr/>
            <p:nvPr/>
          </p:nvSpPr>
          <p:spPr>
            <a:xfrm>
              <a:off x="10794377" y="2233157"/>
              <a:ext cx="28346" cy="28346"/>
            </a:xfrm>
            <a:prstGeom prst="ellipse">
              <a:avLst/>
            </a:prstGeom>
            <a:solidFill>
              <a:srgbClr val="00A6A6"/>
            </a:solidFill>
            <a:ln w="2743">
              <a:solidFill>
                <a:srgbClr val="FFFFFF"/>
              </a:solidFill>
            </a:ln>
            <a:effectLst/>
          </p:spPr>
          <p:txBody>
            <a:bodyPr rtlCol="0" anchor="ctr"/>
            <a:lstStyle/>
            <a:p>
              <a:pPr algn="ctr"/>
            </a:p>
          </p:txBody>
        </p:sp>
        <p:sp>
          <p:nvSpPr>
            <p:cNvPr id="1382" name="link5_back_sensor_5: 0.2294 m"/>
            <p:cNvSpPr/>
            <p:nvPr/>
          </p:nvSpPr>
          <p:spPr>
            <a:xfrm>
              <a:off x="8945518" y="729792"/>
              <a:ext cx="28346" cy="28346"/>
            </a:xfrm>
            <a:prstGeom prst="ellipse">
              <a:avLst/>
            </a:prstGeom>
            <a:solidFill>
              <a:srgbClr val="00A6A6"/>
            </a:solidFill>
            <a:ln w="2743">
              <a:solidFill>
                <a:srgbClr val="FFFFFF"/>
              </a:solidFill>
            </a:ln>
            <a:effectLst/>
          </p:spPr>
          <p:txBody>
            <a:bodyPr rtlCol="0" anchor="ctr"/>
            <a:lstStyle/>
            <a:p>
              <a:pPr algn="ctr"/>
            </a:p>
          </p:txBody>
        </p:sp>
        <p:sp>
          <p:nvSpPr>
            <p:cNvPr id="1383" name="link2_sensor_3: 0.1602 m"/>
            <p:cNvSpPr/>
            <p:nvPr/>
          </p:nvSpPr>
          <p:spPr>
            <a:xfrm>
              <a:off x="9139251" y="2347014"/>
              <a:ext cx="28346" cy="28346"/>
            </a:xfrm>
            <a:prstGeom prst="ellipse">
              <a:avLst/>
            </a:prstGeom>
            <a:solidFill>
              <a:srgbClr val="00A6A6"/>
            </a:solidFill>
            <a:ln w="2743">
              <a:solidFill>
                <a:srgbClr val="FFFFFF"/>
              </a:solidFill>
            </a:ln>
            <a:effectLst/>
          </p:spPr>
          <p:txBody>
            <a:bodyPr rtlCol="0" anchor="ctr"/>
            <a:lstStyle/>
            <a:p>
              <a:pPr algn="ctr"/>
            </a:p>
          </p:txBody>
        </p:sp>
        <p:sp>
          <p:nvSpPr>
            <p:cNvPr id="1384" name="link2_sensor_3: 0.1528 m"/>
            <p:cNvSpPr/>
            <p:nvPr/>
          </p:nvSpPr>
          <p:spPr>
            <a:xfrm>
              <a:off x="9127558" y="2429109"/>
              <a:ext cx="28346" cy="28346"/>
            </a:xfrm>
            <a:prstGeom prst="ellipse">
              <a:avLst/>
            </a:prstGeom>
            <a:solidFill>
              <a:srgbClr val="00A6A6"/>
            </a:solidFill>
            <a:ln w="2743">
              <a:solidFill>
                <a:srgbClr val="FFFFFF"/>
              </a:solidFill>
            </a:ln>
            <a:effectLst/>
          </p:spPr>
          <p:txBody>
            <a:bodyPr rtlCol="0" anchor="ctr"/>
            <a:lstStyle/>
            <a:p>
              <a:pPr algn="ctr"/>
            </a:p>
          </p:txBody>
        </p:sp>
        <p:sp>
          <p:nvSpPr>
            <p:cNvPr id="1385" name="link4_sensor_3: 0.7872 m"/>
            <p:cNvSpPr/>
            <p:nvPr/>
          </p:nvSpPr>
          <p:spPr>
            <a:xfrm>
              <a:off x="11571055" y="2257985"/>
              <a:ext cx="28346" cy="28346"/>
            </a:xfrm>
            <a:prstGeom prst="ellipse">
              <a:avLst/>
            </a:prstGeom>
            <a:solidFill>
              <a:srgbClr val="00A6A6"/>
            </a:solidFill>
            <a:ln w="2743">
              <a:solidFill>
                <a:srgbClr val="FFFFFF"/>
              </a:solidFill>
            </a:ln>
            <a:effectLst/>
          </p:spPr>
          <p:txBody>
            <a:bodyPr rtlCol="0" anchor="ctr"/>
            <a:lstStyle/>
            <a:p>
              <a:pPr algn="ctr"/>
            </a:p>
          </p:txBody>
        </p:sp>
        <p:sp>
          <p:nvSpPr>
            <p:cNvPr id="1386" name="link5_front_sensor_3: 0.3311 m"/>
            <p:cNvSpPr/>
            <p:nvPr/>
          </p:nvSpPr>
          <p:spPr>
            <a:xfrm>
              <a:off x="10459969" y="1741232"/>
              <a:ext cx="28346" cy="28346"/>
            </a:xfrm>
            <a:prstGeom prst="ellipse">
              <a:avLst/>
            </a:prstGeom>
            <a:solidFill>
              <a:srgbClr val="00A6A6"/>
            </a:solidFill>
            <a:ln w="2743">
              <a:solidFill>
                <a:srgbClr val="FFFFFF"/>
              </a:solidFill>
            </a:ln>
            <a:effectLst/>
          </p:spPr>
          <p:txBody>
            <a:bodyPr rtlCol="0" anchor="ctr"/>
            <a:lstStyle/>
            <a:p>
              <a:pPr algn="ctr"/>
            </a:p>
          </p:txBody>
        </p:sp>
        <p:sp>
          <p:nvSpPr>
            <p:cNvPr id="1387" name="link2_sensor_3: 0.1967 m"/>
            <p:cNvSpPr/>
            <p:nvPr/>
          </p:nvSpPr>
          <p:spPr>
            <a:xfrm>
              <a:off x="8988187" y="2419255"/>
              <a:ext cx="28346" cy="28346"/>
            </a:xfrm>
            <a:prstGeom prst="ellipse">
              <a:avLst/>
            </a:prstGeom>
            <a:solidFill>
              <a:srgbClr val="00A6A6"/>
            </a:solidFill>
            <a:ln w="2743">
              <a:solidFill>
                <a:srgbClr val="FFFFFF"/>
              </a:solidFill>
            </a:ln>
            <a:effectLst/>
          </p:spPr>
          <p:txBody>
            <a:bodyPr rtlCol="0" anchor="ctr"/>
            <a:lstStyle/>
            <a:p>
              <a:pPr algn="ctr"/>
            </a:p>
          </p:txBody>
        </p:sp>
        <p:sp>
          <p:nvSpPr>
            <p:cNvPr id="1388" name="link3_sensor_2: 0.4421 m"/>
            <p:cNvSpPr/>
            <p:nvPr/>
          </p:nvSpPr>
          <p:spPr>
            <a:xfrm>
              <a:off x="8891839" y="871112"/>
              <a:ext cx="28346" cy="28346"/>
            </a:xfrm>
            <a:prstGeom prst="ellipse">
              <a:avLst/>
            </a:prstGeom>
            <a:solidFill>
              <a:srgbClr val="00A6A6"/>
            </a:solidFill>
            <a:ln w="2743">
              <a:solidFill>
                <a:srgbClr val="FFFFFF"/>
              </a:solidFill>
            </a:ln>
            <a:effectLst/>
          </p:spPr>
          <p:txBody>
            <a:bodyPr rtlCol="0" anchor="ctr"/>
            <a:lstStyle/>
            <a:p>
              <a:pPr algn="ctr"/>
            </a:p>
          </p:txBody>
        </p:sp>
        <p:sp>
          <p:nvSpPr>
            <p:cNvPr id="1389" name="link6_sensor_2: 0.5718 m"/>
            <p:cNvSpPr/>
            <p:nvPr/>
          </p:nvSpPr>
          <p:spPr>
            <a:xfrm>
              <a:off x="11048336" y="372144"/>
              <a:ext cx="28346" cy="28346"/>
            </a:xfrm>
            <a:prstGeom prst="ellipse">
              <a:avLst/>
            </a:prstGeom>
            <a:solidFill>
              <a:srgbClr val="00A6A6"/>
            </a:solidFill>
            <a:ln w="2743">
              <a:solidFill>
                <a:srgbClr val="FFFFFF"/>
              </a:solidFill>
            </a:ln>
            <a:effectLst/>
          </p:spPr>
          <p:txBody>
            <a:bodyPr rtlCol="0" anchor="ctr"/>
            <a:lstStyle/>
            <a:p>
              <a:pPr algn="ctr"/>
            </a:p>
          </p:txBody>
        </p:sp>
        <p:sp>
          <p:nvSpPr>
            <p:cNvPr id="1390" name="link5_back_sensor_5: 0.2507 m"/>
            <p:cNvSpPr/>
            <p:nvPr/>
          </p:nvSpPr>
          <p:spPr>
            <a:xfrm>
              <a:off x="8958843" y="584272"/>
              <a:ext cx="28346" cy="28346"/>
            </a:xfrm>
            <a:prstGeom prst="ellipse">
              <a:avLst/>
            </a:prstGeom>
            <a:solidFill>
              <a:srgbClr val="00A6A6"/>
            </a:solidFill>
            <a:ln w="2743">
              <a:solidFill>
                <a:srgbClr val="FFFFFF"/>
              </a:solidFill>
            </a:ln>
            <a:effectLst/>
          </p:spPr>
          <p:txBody>
            <a:bodyPr rtlCol="0" anchor="ctr"/>
            <a:lstStyle/>
            <a:p>
              <a:pPr algn="ctr"/>
            </a:p>
          </p:txBody>
        </p:sp>
        <p:sp>
          <p:nvSpPr>
            <p:cNvPr id="1391" name="link6_sensor_2: 0.4851 m"/>
            <p:cNvSpPr/>
            <p:nvPr/>
          </p:nvSpPr>
          <p:spPr>
            <a:xfrm>
              <a:off x="10982760" y="879605"/>
              <a:ext cx="28346" cy="28346"/>
            </a:xfrm>
            <a:prstGeom prst="ellipse">
              <a:avLst/>
            </a:prstGeom>
            <a:solidFill>
              <a:srgbClr val="00A6A6"/>
            </a:solidFill>
            <a:ln w="2743">
              <a:solidFill>
                <a:srgbClr val="FFFFFF"/>
              </a:solidFill>
            </a:ln>
            <a:effectLst/>
          </p:spPr>
          <p:txBody>
            <a:bodyPr rtlCol="0" anchor="ctr"/>
            <a:lstStyle/>
            <a:p>
              <a:pPr algn="ctr"/>
            </a:p>
          </p:txBody>
        </p:sp>
        <p:sp>
          <p:nvSpPr>
            <p:cNvPr id="1392" name="link2_sensor_4: 0.6512 m"/>
            <p:cNvSpPr/>
            <p:nvPr/>
          </p:nvSpPr>
          <p:spPr>
            <a:xfrm>
              <a:off x="8935653" y="810603"/>
              <a:ext cx="28346" cy="28346"/>
            </a:xfrm>
            <a:prstGeom prst="ellipse">
              <a:avLst/>
            </a:prstGeom>
            <a:solidFill>
              <a:srgbClr val="00A6A6"/>
            </a:solidFill>
            <a:ln w="2743">
              <a:solidFill>
                <a:srgbClr val="FFFFFF"/>
              </a:solidFill>
            </a:ln>
            <a:effectLst/>
          </p:spPr>
          <p:txBody>
            <a:bodyPr rtlCol="0" anchor="ctr"/>
            <a:lstStyle/>
            <a:p>
              <a:pPr algn="ctr"/>
            </a:p>
          </p:txBody>
        </p:sp>
        <p:sp>
          <p:nvSpPr>
            <p:cNvPr id="1393" name="link2_sensor_3: 0.1523 m"/>
            <p:cNvSpPr/>
            <p:nvPr/>
          </p:nvSpPr>
          <p:spPr>
            <a:xfrm>
              <a:off x="9122867" y="2400097"/>
              <a:ext cx="28346" cy="28346"/>
            </a:xfrm>
            <a:prstGeom prst="ellipse">
              <a:avLst/>
            </a:prstGeom>
            <a:solidFill>
              <a:srgbClr val="00A6A6"/>
            </a:solidFill>
            <a:ln w="2743">
              <a:solidFill>
                <a:srgbClr val="FFFFFF"/>
              </a:solidFill>
            </a:ln>
            <a:effectLst/>
          </p:spPr>
          <p:txBody>
            <a:bodyPr rtlCol="0" anchor="ctr"/>
            <a:lstStyle/>
            <a:p>
              <a:pPr algn="ctr"/>
            </a:p>
          </p:txBody>
        </p:sp>
        <p:sp>
          <p:nvSpPr>
            <p:cNvPr id="1394" name="link2_sensor_3: 0.1596 m"/>
            <p:cNvSpPr/>
            <p:nvPr/>
          </p:nvSpPr>
          <p:spPr>
            <a:xfrm>
              <a:off x="9134347" y="2316512"/>
              <a:ext cx="28346" cy="28346"/>
            </a:xfrm>
            <a:prstGeom prst="ellipse">
              <a:avLst/>
            </a:prstGeom>
            <a:solidFill>
              <a:srgbClr val="00A6A6"/>
            </a:solidFill>
            <a:ln w="2743">
              <a:solidFill>
                <a:srgbClr val="FFFFFF"/>
              </a:solidFill>
            </a:ln>
            <a:effectLst/>
          </p:spPr>
          <p:txBody>
            <a:bodyPr rtlCol="0" anchor="ctr"/>
            <a:lstStyle/>
            <a:p>
              <a:pPr algn="ctr"/>
            </a:p>
          </p:txBody>
        </p:sp>
        <p:sp>
          <p:nvSpPr>
            <p:cNvPr id="1395" name="link4_sensor_3: 0.6128 m"/>
            <p:cNvSpPr/>
            <p:nvPr/>
          </p:nvSpPr>
          <p:spPr>
            <a:xfrm>
              <a:off x="11207004" y="2089487"/>
              <a:ext cx="28346" cy="28346"/>
            </a:xfrm>
            <a:prstGeom prst="ellipse">
              <a:avLst/>
            </a:prstGeom>
            <a:solidFill>
              <a:srgbClr val="00A6A6"/>
            </a:solidFill>
            <a:ln w="2743">
              <a:solidFill>
                <a:srgbClr val="FFFFFF"/>
              </a:solidFill>
            </a:ln>
            <a:effectLst/>
          </p:spPr>
          <p:txBody>
            <a:bodyPr rtlCol="0" anchor="ctr"/>
            <a:lstStyle/>
            <a:p>
              <a:pPr algn="ctr"/>
            </a:p>
          </p:txBody>
        </p:sp>
        <p:sp>
          <p:nvSpPr>
            <p:cNvPr id="1396" name="link2_sensor_3: 0.1992 m"/>
            <p:cNvSpPr/>
            <p:nvPr/>
          </p:nvSpPr>
          <p:spPr>
            <a:xfrm>
              <a:off x="8976340" y="2380088"/>
              <a:ext cx="28346" cy="28346"/>
            </a:xfrm>
            <a:prstGeom prst="ellipse">
              <a:avLst/>
            </a:prstGeom>
            <a:solidFill>
              <a:srgbClr val="00A6A6"/>
            </a:solidFill>
            <a:ln w="2743">
              <a:solidFill>
                <a:srgbClr val="FFFFFF"/>
              </a:solidFill>
            </a:ln>
            <a:effectLst/>
          </p:spPr>
          <p:txBody>
            <a:bodyPr rtlCol="0" anchor="ctr"/>
            <a:lstStyle/>
            <a:p>
              <a:pPr algn="ctr"/>
            </a:p>
          </p:txBody>
        </p:sp>
        <p:sp>
          <p:nvSpPr>
            <p:cNvPr id="1397" name="link1_sensor_3: 0.5051 m"/>
            <p:cNvSpPr/>
            <p:nvPr/>
          </p:nvSpPr>
          <p:spPr>
            <a:xfrm>
              <a:off x="11044198" y="2530195"/>
              <a:ext cx="28346" cy="28346"/>
            </a:xfrm>
            <a:prstGeom prst="ellipse">
              <a:avLst/>
            </a:prstGeom>
            <a:solidFill>
              <a:srgbClr val="00A6A6"/>
            </a:solidFill>
            <a:ln w="2743">
              <a:solidFill>
                <a:srgbClr val="FFFFFF"/>
              </a:solidFill>
            </a:ln>
            <a:effectLst/>
          </p:spPr>
          <p:txBody>
            <a:bodyPr rtlCol="0" anchor="ctr"/>
            <a:lstStyle/>
            <a:p>
              <a:pPr algn="ctr"/>
            </a:p>
          </p:txBody>
        </p:sp>
        <p:sp>
          <p:nvSpPr>
            <p:cNvPr id="1398" name="link4_sensor_3: 0.5102 m"/>
            <p:cNvSpPr/>
            <p:nvPr/>
          </p:nvSpPr>
          <p:spPr>
            <a:xfrm>
              <a:off x="10989504" y="1982117"/>
              <a:ext cx="28346" cy="28346"/>
            </a:xfrm>
            <a:prstGeom prst="ellipse">
              <a:avLst/>
            </a:prstGeom>
            <a:solidFill>
              <a:srgbClr val="00A6A6"/>
            </a:solidFill>
            <a:ln w="2743">
              <a:solidFill>
                <a:srgbClr val="FFFFFF"/>
              </a:solidFill>
            </a:ln>
            <a:effectLst/>
          </p:spPr>
          <p:txBody>
            <a:bodyPr rtlCol="0" anchor="ctr"/>
            <a:lstStyle/>
            <a:p>
              <a:pPr algn="ctr"/>
            </a:p>
          </p:txBody>
        </p:sp>
        <p:sp>
          <p:nvSpPr>
            <p:cNvPr id="1399" name="link5_front_sensor_3: 0.6567 m"/>
            <p:cNvSpPr/>
            <p:nvPr/>
          </p:nvSpPr>
          <p:spPr>
            <a:xfrm>
              <a:off x="11046246" y="2254205"/>
              <a:ext cx="28346" cy="28346"/>
            </a:xfrm>
            <a:prstGeom prst="ellipse">
              <a:avLst/>
            </a:prstGeom>
            <a:solidFill>
              <a:srgbClr val="00A6A6"/>
            </a:solidFill>
            <a:ln w="2743">
              <a:solidFill>
                <a:srgbClr val="FFFFFF"/>
              </a:solidFill>
            </a:ln>
            <a:effectLst/>
          </p:spPr>
          <p:txBody>
            <a:bodyPr rtlCol="0" anchor="ctr"/>
            <a:lstStyle/>
            <a:p>
              <a:pPr algn="ctr"/>
            </a:p>
          </p:txBody>
        </p:sp>
        <p:sp>
          <p:nvSpPr>
            <p:cNvPr id="1400" name="link5_back_sensor_5: 0.2864 m"/>
            <p:cNvSpPr/>
            <p:nvPr/>
          </p:nvSpPr>
          <p:spPr>
            <a:xfrm>
              <a:off x="8959871" y="387696"/>
              <a:ext cx="28346" cy="28346"/>
            </a:xfrm>
            <a:prstGeom prst="ellipse">
              <a:avLst/>
            </a:prstGeom>
            <a:solidFill>
              <a:srgbClr val="00A6A6"/>
            </a:solidFill>
            <a:ln w="2743">
              <a:solidFill>
                <a:srgbClr val="FFFFFF"/>
              </a:solidFill>
            </a:ln>
            <a:effectLst/>
          </p:spPr>
          <p:txBody>
            <a:bodyPr rtlCol="0" anchor="ctr"/>
            <a:lstStyle/>
            <a:p>
              <a:pPr algn="ctr"/>
            </a:p>
          </p:txBody>
        </p:sp>
        <p:sp>
          <p:nvSpPr>
            <p:cNvPr id="1401" name="link5_front_sensor_3: 0.5736 m"/>
            <p:cNvSpPr/>
            <p:nvPr/>
          </p:nvSpPr>
          <p:spPr>
            <a:xfrm>
              <a:off x="11000164" y="2003293"/>
              <a:ext cx="28346" cy="28346"/>
            </a:xfrm>
            <a:prstGeom prst="ellipse">
              <a:avLst/>
            </a:prstGeom>
            <a:solidFill>
              <a:srgbClr val="00A6A6"/>
            </a:solidFill>
            <a:ln w="2743">
              <a:solidFill>
                <a:srgbClr val="FFFFFF"/>
              </a:solidFill>
            </a:ln>
            <a:effectLst/>
          </p:spPr>
          <p:txBody>
            <a:bodyPr rtlCol="0" anchor="ctr"/>
            <a:lstStyle/>
            <a:p>
              <a:pPr algn="ctr"/>
            </a:p>
          </p:txBody>
        </p:sp>
        <p:sp>
          <p:nvSpPr>
            <p:cNvPr id="1402" name="link1_sensor_5: 0.1865 m"/>
            <p:cNvSpPr/>
            <p:nvPr/>
          </p:nvSpPr>
          <p:spPr>
            <a:xfrm>
              <a:off x="9804393" y="3201010"/>
              <a:ext cx="28346" cy="28346"/>
            </a:xfrm>
            <a:prstGeom prst="ellipse">
              <a:avLst/>
            </a:prstGeom>
            <a:solidFill>
              <a:srgbClr val="00A6A6"/>
            </a:solidFill>
            <a:ln w="2743">
              <a:solidFill>
                <a:srgbClr val="FFFFFF"/>
              </a:solidFill>
            </a:ln>
            <a:effectLst/>
          </p:spPr>
          <p:txBody>
            <a:bodyPr rtlCol="0" anchor="ctr"/>
            <a:lstStyle/>
            <a:p>
              <a:pPr algn="ctr"/>
            </a:p>
          </p:txBody>
        </p:sp>
        <p:sp>
          <p:nvSpPr>
            <p:cNvPr id="1403" name="link5_back_sensor_5: 0.2407 m"/>
            <p:cNvSpPr/>
            <p:nvPr/>
          </p:nvSpPr>
          <p:spPr>
            <a:xfrm>
              <a:off x="8937133" y="668098"/>
              <a:ext cx="28346" cy="28346"/>
            </a:xfrm>
            <a:prstGeom prst="ellipse">
              <a:avLst/>
            </a:prstGeom>
            <a:solidFill>
              <a:srgbClr val="00A6A6"/>
            </a:solidFill>
            <a:ln w="2743">
              <a:solidFill>
                <a:srgbClr val="FFFFFF"/>
              </a:solidFill>
            </a:ln>
            <a:effectLst/>
          </p:spPr>
          <p:txBody>
            <a:bodyPr rtlCol="0" anchor="ctr"/>
            <a:lstStyle/>
            <a:p>
              <a:pPr algn="ctr"/>
            </a:p>
          </p:txBody>
        </p:sp>
        <p:sp>
          <p:nvSpPr>
            <p:cNvPr id="1404" name="link2_sensor_3: 0.1383 m"/>
            <p:cNvSpPr/>
            <p:nvPr/>
          </p:nvSpPr>
          <p:spPr>
            <a:xfrm>
              <a:off x="9209383" y="2281088"/>
              <a:ext cx="28346" cy="28346"/>
            </a:xfrm>
            <a:prstGeom prst="ellipse">
              <a:avLst/>
            </a:prstGeom>
            <a:solidFill>
              <a:srgbClr val="00A6A6"/>
            </a:solidFill>
            <a:ln w="2743">
              <a:solidFill>
                <a:srgbClr val="FFFFFF"/>
              </a:solidFill>
            </a:ln>
            <a:effectLst/>
          </p:spPr>
          <p:txBody>
            <a:bodyPr rtlCol="0" anchor="ctr"/>
            <a:lstStyle/>
            <a:p>
              <a:pPr algn="ctr"/>
            </a:p>
          </p:txBody>
        </p:sp>
        <p:sp>
          <p:nvSpPr>
            <p:cNvPr id="1405" name="link1_sensor_5: 0.1951 m"/>
            <p:cNvSpPr/>
            <p:nvPr/>
          </p:nvSpPr>
          <p:spPr>
            <a:xfrm>
              <a:off x="9848252" y="3203312"/>
              <a:ext cx="28346" cy="28346"/>
            </a:xfrm>
            <a:prstGeom prst="ellipse">
              <a:avLst/>
            </a:prstGeom>
            <a:solidFill>
              <a:srgbClr val="00A6A6"/>
            </a:solidFill>
            <a:ln w="2743">
              <a:solidFill>
                <a:srgbClr val="FFFFFF"/>
              </a:solidFill>
            </a:ln>
            <a:effectLst/>
          </p:spPr>
          <p:txBody>
            <a:bodyPr rtlCol="0" anchor="ctr"/>
            <a:lstStyle/>
            <a:p>
              <a:pPr algn="ctr"/>
            </a:p>
          </p:txBody>
        </p:sp>
        <p:sp>
          <p:nvSpPr>
            <p:cNvPr id="1406" name="link5_front_sensor_3: 0.4295 m"/>
            <p:cNvSpPr/>
            <p:nvPr/>
          </p:nvSpPr>
          <p:spPr>
            <a:xfrm>
              <a:off x="10712907" y="1815483"/>
              <a:ext cx="28346" cy="28346"/>
            </a:xfrm>
            <a:prstGeom prst="ellipse">
              <a:avLst/>
            </a:prstGeom>
            <a:solidFill>
              <a:srgbClr val="00A6A6"/>
            </a:solidFill>
            <a:ln w="2743">
              <a:solidFill>
                <a:srgbClr val="FFFFFF"/>
              </a:solidFill>
            </a:ln>
            <a:effectLst/>
          </p:spPr>
          <p:txBody>
            <a:bodyPr rtlCol="0" anchor="ctr"/>
            <a:lstStyle/>
            <a:p>
              <a:pPr algn="ctr"/>
            </a:p>
          </p:txBody>
        </p:sp>
        <p:sp>
          <p:nvSpPr>
            <p:cNvPr id="1407" name="link1_sensor_5: 0.2045 m"/>
            <p:cNvSpPr/>
            <p:nvPr/>
          </p:nvSpPr>
          <p:spPr>
            <a:xfrm>
              <a:off x="9896393" y="3205841"/>
              <a:ext cx="28346" cy="28346"/>
            </a:xfrm>
            <a:prstGeom prst="ellipse">
              <a:avLst/>
            </a:prstGeom>
            <a:solidFill>
              <a:srgbClr val="00A6A6"/>
            </a:solidFill>
            <a:ln w="2743">
              <a:solidFill>
                <a:srgbClr val="FFFFFF"/>
              </a:solidFill>
            </a:ln>
            <a:effectLst/>
          </p:spPr>
          <p:txBody>
            <a:bodyPr rtlCol="0" anchor="ctr"/>
            <a:lstStyle/>
            <a:p>
              <a:pPr algn="ctr"/>
            </a:p>
          </p:txBody>
        </p:sp>
        <p:sp>
          <p:nvSpPr>
            <p:cNvPr id="1408" name="link2_sensor_3: 0.1489 m"/>
            <p:cNvSpPr/>
            <p:nvPr/>
          </p:nvSpPr>
          <p:spPr>
            <a:xfrm>
              <a:off x="9102354" y="2447526"/>
              <a:ext cx="28346" cy="28346"/>
            </a:xfrm>
            <a:prstGeom prst="ellipse">
              <a:avLst/>
            </a:prstGeom>
            <a:solidFill>
              <a:srgbClr val="00A6A6"/>
            </a:solidFill>
            <a:ln w="2743">
              <a:solidFill>
                <a:srgbClr val="FFFFFF"/>
              </a:solidFill>
            </a:ln>
            <a:effectLst/>
          </p:spPr>
          <p:txBody>
            <a:bodyPr rtlCol="0" anchor="ctr"/>
            <a:lstStyle/>
            <a:p>
              <a:pPr algn="ctr"/>
            </a:p>
          </p:txBody>
        </p:sp>
        <p:sp>
          <p:nvSpPr>
            <p:cNvPr id="1409" name="link1_sensor_3: 0.4396 m"/>
            <p:cNvSpPr/>
            <p:nvPr/>
          </p:nvSpPr>
          <p:spPr>
            <a:xfrm>
              <a:off x="10882455" y="2387776"/>
              <a:ext cx="28346" cy="28346"/>
            </a:xfrm>
            <a:prstGeom prst="ellipse">
              <a:avLst/>
            </a:prstGeom>
            <a:solidFill>
              <a:srgbClr val="00A6A6"/>
            </a:solidFill>
            <a:ln w="2743">
              <a:solidFill>
                <a:srgbClr val="FFFFFF"/>
              </a:solidFill>
            </a:ln>
            <a:effectLst/>
          </p:spPr>
          <p:txBody>
            <a:bodyPr rtlCol="0" anchor="ctr"/>
            <a:lstStyle/>
            <a:p>
              <a:pPr algn="ctr"/>
            </a:p>
          </p:txBody>
        </p:sp>
        <p:sp>
          <p:nvSpPr>
            <p:cNvPr id="1410" name="link1_sensor_5: 0.2149 m"/>
            <p:cNvSpPr/>
            <p:nvPr/>
          </p:nvSpPr>
          <p:spPr>
            <a:xfrm>
              <a:off x="9949472" y="3208628"/>
              <a:ext cx="28346" cy="28346"/>
            </a:xfrm>
            <a:prstGeom prst="ellipse">
              <a:avLst/>
            </a:prstGeom>
            <a:solidFill>
              <a:srgbClr val="00A6A6"/>
            </a:solidFill>
            <a:ln w="2743">
              <a:solidFill>
                <a:srgbClr val="FFFFFF"/>
              </a:solidFill>
            </a:ln>
            <a:effectLst/>
          </p:spPr>
          <p:txBody>
            <a:bodyPr rtlCol="0" anchor="ctr"/>
            <a:lstStyle/>
            <a:p>
              <a:pPr algn="ctr"/>
            </a:p>
          </p:txBody>
        </p:sp>
        <p:sp>
          <p:nvSpPr>
            <p:cNvPr id="1411" name="link1_sensor_5: 0.2264 m"/>
            <p:cNvSpPr/>
            <p:nvPr/>
          </p:nvSpPr>
          <p:spPr>
            <a:xfrm>
              <a:off x="10008290" y="3211718"/>
              <a:ext cx="28346" cy="28346"/>
            </a:xfrm>
            <a:prstGeom prst="ellipse">
              <a:avLst/>
            </a:prstGeom>
            <a:solidFill>
              <a:srgbClr val="00A6A6"/>
            </a:solidFill>
            <a:ln w="2743">
              <a:solidFill>
                <a:srgbClr val="FFFFFF"/>
              </a:solidFill>
            </a:ln>
            <a:effectLst/>
          </p:spPr>
          <p:txBody>
            <a:bodyPr rtlCol="0" anchor="ctr"/>
            <a:lstStyle/>
            <a:p>
              <a:pPr algn="ctr"/>
            </a:p>
          </p:txBody>
        </p:sp>
        <p:sp>
          <p:nvSpPr>
            <p:cNvPr id="1412" name="link1_sensor_3: 0.4933 m"/>
            <p:cNvSpPr/>
            <p:nvPr/>
          </p:nvSpPr>
          <p:spPr>
            <a:xfrm>
              <a:off x="10999952" y="2266790"/>
              <a:ext cx="28346" cy="28346"/>
            </a:xfrm>
            <a:prstGeom prst="ellipse">
              <a:avLst/>
            </a:prstGeom>
            <a:solidFill>
              <a:srgbClr val="00A6A6"/>
            </a:solidFill>
            <a:ln w="2743">
              <a:solidFill>
                <a:srgbClr val="FFFFFF"/>
              </a:solidFill>
            </a:ln>
            <a:effectLst/>
          </p:spPr>
          <p:txBody>
            <a:bodyPr rtlCol="0" anchor="ctr"/>
            <a:lstStyle/>
            <a:p>
              <a:pPr algn="ctr"/>
            </a:p>
          </p:txBody>
        </p:sp>
        <p:sp>
          <p:nvSpPr>
            <p:cNvPr id="1413" name="link1_sensor_5: 0.2392 m"/>
            <p:cNvSpPr/>
            <p:nvPr/>
          </p:nvSpPr>
          <p:spPr>
            <a:xfrm>
              <a:off x="10073831" y="3215159"/>
              <a:ext cx="28346" cy="28346"/>
            </a:xfrm>
            <a:prstGeom prst="ellipse">
              <a:avLst/>
            </a:prstGeom>
            <a:solidFill>
              <a:srgbClr val="00A6A6"/>
            </a:solidFill>
            <a:ln w="2743">
              <a:solidFill>
                <a:srgbClr val="FFFFFF"/>
              </a:solidFill>
            </a:ln>
            <a:effectLst/>
          </p:spPr>
          <p:txBody>
            <a:bodyPr rtlCol="0" anchor="ctr"/>
            <a:lstStyle/>
            <a:p>
              <a:pPr algn="ctr"/>
            </a:p>
          </p:txBody>
        </p:sp>
        <p:sp>
          <p:nvSpPr>
            <p:cNvPr id="1414" name="link2_sensor_3: 0.1517 m"/>
            <p:cNvSpPr/>
            <p:nvPr/>
          </p:nvSpPr>
          <p:spPr>
            <a:xfrm>
              <a:off x="9118168" y="2371026"/>
              <a:ext cx="28346" cy="28346"/>
            </a:xfrm>
            <a:prstGeom prst="ellipse">
              <a:avLst/>
            </a:prstGeom>
            <a:solidFill>
              <a:srgbClr val="00A6A6"/>
            </a:solidFill>
            <a:ln w="2743">
              <a:solidFill>
                <a:srgbClr val="FFFFFF"/>
              </a:solidFill>
            </a:ln>
            <a:effectLst/>
          </p:spPr>
          <p:txBody>
            <a:bodyPr rtlCol="0" anchor="ctr"/>
            <a:lstStyle/>
            <a:p>
              <a:pPr algn="ctr"/>
            </a:p>
          </p:txBody>
        </p:sp>
        <p:sp>
          <p:nvSpPr>
            <p:cNvPr id="1415" name="link4_sensor_1: 0.4768 m"/>
            <p:cNvSpPr/>
            <p:nvPr/>
          </p:nvSpPr>
          <p:spPr>
            <a:xfrm>
              <a:off x="10893548" y="1421229"/>
              <a:ext cx="28346" cy="28346"/>
            </a:xfrm>
            <a:prstGeom prst="ellipse">
              <a:avLst/>
            </a:prstGeom>
            <a:solidFill>
              <a:srgbClr val="00A6A6"/>
            </a:solidFill>
            <a:ln w="2743">
              <a:solidFill>
                <a:srgbClr val="FFFFFF"/>
              </a:solidFill>
            </a:ln>
            <a:effectLst/>
          </p:spPr>
          <p:txBody>
            <a:bodyPr rtlCol="0" anchor="ctr"/>
            <a:lstStyle/>
            <a:p>
              <a:pPr algn="ctr"/>
            </a:p>
          </p:txBody>
        </p:sp>
        <p:sp>
          <p:nvSpPr>
            <p:cNvPr id="1416" name="link2_sensor_3: 0.2017 m"/>
            <p:cNvSpPr/>
            <p:nvPr/>
          </p:nvSpPr>
          <p:spPr>
            <a:xfrm>
              <a:off x="8964071" y="2339522"/>
              <a:ext cx="28346" cy="28346"/>
            </a:xfrm>
            <a:prstGeom prst="ellipse">
              <a:avLst/>
            </a:prstGeom>
            <a:solidFill>
              <a:srgbClr val="00A6A6"/>
            </a:solidFill>
            <a:ln w="2743">
              <a:solidFill>
                <a:srgbClr val="FFFFFF"/>
              </a:solidFill>
            </a:ln>
            <a:effectLst/>
          </p:spPr>
          <p:txBody>
            <a:bodyPr rtlCol="0" anchor="ctr"/>
            <a:lstStyle/>
            <a:p>
              <a:pPr algn="ctr"/>
            </a:p>
          </p:txBody>
        </p:sp>
        <p:sp>
          <p:nvSpPr>
            <p:cNvPr id="1417" name="link5_front_sensor_3: 0.3310 m"/>
            <p:cNvSpPr/>
            <p:nvPr/>
          </p:nvSpPr>
          <p:spPr>
            <a:xfrm>
              <a:off x="10514896" y="1694296"/>
              <a:ext cx="28346" cy="28346"/>
            </a:xfrm>
            <a:prstGeom prst="ellipse">
              <a:avLst/>
            </a:prstGeom>
            <a:solidFill>
              <a:srgbClr val="00A6A6"/>
            </a:solidFill>
            <a:ln w="2743">
              <a:solidFill>
                <a:srgbClr val="FFFFFF"/>
              </a:solidFill>
            </a:ln>
            <a:effectLst/>
          </p:spPr>
          <p:txBody>
            <a:bodyPr rtlCol="0" anchor="ctr"/>
            <a:lstStyle/>
            <a:p>
              <a:pPr algn="ctr"/>
            </a:p>
          </p:txBody>
        </p:sp>
        <p:sp>
          <p:nvSpPr>
            <p:cNvPr id="1418" name="link2_sensor_3: 0.1514 m"/>
            <p:cNvSpPr/>
            <p:nvPr/>
          </p:nvSpPr>
          <p:spPr>
            <a:xfrm>
              <a:off x="9093320" y="2417678"/>
              <a:ext cx="28346" cy="28346"/>
            </a:xfrm>
            <a:prstGeom prst="ellipse">
              <a:avLst/>
            </a:prstGeom>
            <a:solidFill>
              <a:srgbClr val="00A6A6"/>
            </a:solidFill>
            <a:ln w="2743">
              <a:solidFill>
                <a:srgbClr val="FFFFFF"/>
              </a:solidFill>
            </a:ln>
            <a:effectLst/>
          </p:spPr>
          <p:txBody>
            <a:bodyPr rtlCol="0" anchor="ctr"/>
            <a:lstStyle/>
            <a:p>
              <a:pPr algn="ctr"/>
            </a:p>
          </p:txBody>
        </p:sp>
        <p:sp>
          <p:nvSpPr>
            <p:cNvPr id="1419" name="link5_back_sensor_5: 0.2643 m"/>
            <p:cNvSpPr/>
            <p:nvPr/>
          </p:nvSpPr>
          <p:spPr>
            <a:xfrm>
              <a:off x="8950427" y="507038"/>
              <a:ext cx="28346" cy="28346"/>
            </a:xfrm>
            <a:prstGeom prst="ellipse">
              <a:avLst/>
            </a:prstGeom>
            <a:solidFill>
              <a:srgbClr val="00A6A6"/>
            </a:solidFill>
            <a:ln w="2743">
              <a:solidFill>
                <a:srgbClr val="FFFFFF"/>
              </a:solidFill>
            </a:ln>
            <a:effectLst/>
          </p:spPr>
          <p:txBody>
            <a:bodyPr rtlCol="0" anchor="ctr"/>
            <a:lstStyle/>
            <a:p>
              <a:pPr algn="ctr"/>
            </a:p>
          </p:txBody>
        </p:sp>
        <p:sp>
          <p:nvSpPr>
            <p:cNvPr id="1420" name="link6_sensor_2: 0.4027 m"/>
            <p:cNvSpPr/>
            <p:nvPr/>
          </p:nvSpPr>
          <p:spPr>
            <a:xfrm>
              <a:off x="10741748" y="695949"/>
              <a:ext cx="28346" cy="28346"/>
            </a:xfrm>
            <a:prstGeom prst="ellipse">
              <a:avLst/>
            </a:prstGeom>
            <a:solidFill>
              <a:srgbClr val="00A6A6"/>
            </a:solidFill>
            <a:ln w="2743">
              <a:solidFill>
                <a:srgbClr val="FFFFFF"/>
              </a:solidFill>
            </a:ln>
            <a:effectLst/>
          </p:spPr>
          <p:txBody>
            <a:bodyPr rtlCol="0" anchor="ctr"/>
            <a:lstStyle/>
            <a:p>
              <a:pPr algn="ctr"/>
            </a:p>
          </p:txBody>
        </p:sp>
        <p:sp>
          <p:nvSpPr>
            <p:cNvPr id="1421" name="link2_sensor_3: 0.1377 m"/>
            <p:cNvSpPr/>
            <p:nvPr/>
          </p:nvSpPr>
          <p:spPr>
            <a:xfrm>
              <a:off x="9205291" y="2254716"/>
              <a:ext cx="28346" cy="28346"/>
            </a:xfrm>
            <a:prstGeom prst="ellipse">
              <a:avLst/>
            </a:prstGeom>
            <a:solidFill>
              <a:srgbClr val="00A6A6"/>
            </a:solidFill>
            <a:ln w="2743">
              <a:solidFill>
                <a:srgbClr val="FFFFFF"/>
              </a:solidFill>
            </a:ln>
            <a:effectLst/>
          </p:spPr>
          <p:txBody>
            <a:bodyPr rtlCol="0" anchor="ctr"/>
            <a:lstStyle/>
            <a:p>
              <a:pPr algn="ctr"/>
            </a:p>
          </p:txBody>
        </p:sp>
        <p:sp>
          <p:nvSpPr>
            <p:cNvPr id="1422" name="link6_sensor_2: 0.4529 m"/>
            <p:cNvSpPr/>
            <p:nvPr/>
          </p:nvSpPr>
          <p:spPr>
            <a:xfrm>
              <a:off x="10962027" y="1029479"/>
              <a:ext cx="28346" cy="28346"/>
            </a:xfrm>
            <a:prstGeom prst="ellipse">
              <a:avLst/>
            </a:prstGeom>
            <a:solidFill>
              <a:srgbClr val="00A6A6"/>
            </a:solidFill>
            <a:ln w="2743">
              <a:solidFill>
                <a:srgbClr val="FFFFFF"/>
              </a:solidFill>
            </a:ln>
            <a:effectLst/>
          </p:spPr>
          <p:txBody>
            <a:bodyPr rtlCol="0" anchor="ctr"/>
            <a:lstStyle/>
            <a:p>
              <a:pPr algn="ctr"/>
            </a:p>
          </p:txBody>
        </p:sp>
        <p:sp>
          <p:nvSpPr>
            <p:cNvPr id="1423" name="link2_sensor_3: 0.1511 m"/>
            <p:cNvSpPr/>
            <p:nvPr/>
          </p:nvSpPr>
          <p:spPr>
            <a:xfrm>
              <a:off x="9113458" y="2341895"/>
              <a:ext cx="28346" cy="28346"/>
            </a:xfrm>
            <a:prstGeom prst="ellipse">
              <a:avLst/>
            </a:prstGeom>
            <a:solidFill>
              <a:srgbClr val="00A6A6"/>
            </a:solidFill>
            <a:ln w="2743">
              <a:solidFill>
                <a:srgbClr val="FFFFFF"/>
              </a:solidFill>
            </a:ln>
            <a:effectLst/>
          </p:spPr>
          <p:txBody>
            <a:bodyPr rtlCol="0" anchor="ctr"/>
            <a:lstStyle/>
            <a:p>
              <a:pPr algn="ctr"/>
            </a:p>
          </p:txBody>
        </p:sp>
        <p:sp>
          <p:nvSpPr>
            <p:cNvPr id="1424" name="link2_sensor_3: 0.1529 m"/>
            <p:cNvSpPr/>
            <p:nvPr/>
          </p:nvSpPr>
          <p:spPr>
            <a:xfrm>
              <a:off x="9085573" y="2387316"/>
              <a:ext cx="28346" cy="28346"/>
            </a:xfrm>
            <a:prstGeom prst="ellipse">
              <a:avLst/>
            </a:prstGeom>
            <a:solidFill>
              <a:srgbClr val="00A6A6"/>
            </a:solidFill>
            <a:ln w="2743">
              <a:solidFill>
                <a:srgbClr val="FFFFFF"/>
              </a:solidFill>
            </a:ln>
            <a:effectLst/>
          </p:spPr>
          <p:txBody>
            <a:bodyPr rtlCol="0" anchor="ctr"/>
            <a:lstStyle/>
            <a:p>
              <a:pPr algn="ctr"/>
            </a:p>
          </p:txBody>
        </p:sp>
        <p:sp>
          <p:nvSpPr>
            <p:cNvPr id="1425" name="link5_back_sensor_5: 0.2532 m"/>
            <p:cNvSpPr/>
            <p:nvPr/>
          </p:nvSpPr>
          <p:spPr>
            <a:xfrm>
              <a:off x="8927696" y="598882"/>
              <a:ext cx="28346" cy="28346"/>
            </a:xfrm>
            <a:prstGeom prst="ellipse">
              <a:avLst/>
            </a:prstGeom>
            <a:solidFill>
              <a:srgbClr val="00A6A6"/>
            </a:solidFill>
            <a:ln w="2743">
              <a:solidFill>
                <a:srgbClr val="FFFFFF"/>
              </a:solidFill>
            </a:ln>
            <a:effectLst/>
          </p:spPr>
          <p:txBody>
            <a:bodyPr rtlCol="0" anchor="ctr"/>
            <a:lstStyle/>
            <a:p>
              <a:pPr algn="ctr"/>
            </a:p>
          </p:txBody>
        </p:sp>
        <p:sp>
          <p:nvSpPr>
            <p:cNvPr id="1426" name="link2_sensor_3: 0.1371 m"/>
            <p:cNvSpPr/>
            <p:nvPr/>
          </p:nvSpPr>
          <p:spPr>
            <a:xfrm>
              <a:off x="9201206" y="2228354"/>
              <a:ext cx="28346" cy="28346"/>
            </a:xfrm>
            <a:prstGeom prst="ellipse">
              <a:avLst/>
            </a:prstGeom>
            <a:solidFill>
              <a:srgbClr val="00A6A6"/>
            </a:solidFill>
            <a:ln w="2743">
              <a:solidFill>
                <a:srgbClr val="FFFFFF"/>
              </a:solidFill>
            </a:ln>
            <a:effectLst/>
          </p:spPr>
          <p:txBody>
            <a:bodyPr rtlCol="0" anchor="ctr"/>
            <a:lstStyle/>
            <a:p>
              <a:pPr algn="ctr"/>
            </a:p>
          </p:txBody>
        </p:sp>
        <p:sp>
          <p:nvSpPr>
            <p:cNvPr id="1427" name="link2_sensor_3: 0.1301 m"/>
            <p:cNvSpPr/>
            <p:nvPr/>
          </p:nvSpPr>
          <p:spPr>
            <a:xfrm>
              <a:off x="9190018" y="2306986"/>
              <a:ext cx="28346" cy="28346"/>
            </a:xfrm>
            <a:prstGeom prst="ellipse">
              <a:avLst/>
            </a:prstGeom>
            <a:solidFill>
              <a:srgbClr val="00A6A6"/>
            </a:solidFill>
            <a:ln w="2743">
              <a:solidFill>
                <a:srgbClr val="FFFFFF"/>
              </a:solidFill>
            </a:ln>
            <a:effectLst/>
          </p:spPr>
          <p:txBody>
            <a:bodyPr rtlCol="0" anchor="ctr"/>
            <a:lstStyle/>
            <a:p>
              <a:pPr algn="ctr"/>
            </a:p>
          </p:txBody>
        </p:sp>
        <p:sp>
          <p:nvSpPr>
            <p:cNvPr id="1428" name="link5_back_sensor_5: 0.3036 m"/>
            <p:cNvSpPr/>
            <p:nvPr/>
          </p:nvSpPr>
          <p:spPr>
            <a:xfrm>
              <a:off x="8951187" y="285459"/>
              <a:ext cx="28346" cy="28346"/>
            </a:xfrm>
            <a:prstGeom prst="ellipse">
              <a:avLst/>
            </a:prstGeom>
            <a:solidFill>
              <a:srgbClr val="00A6A6"/>
            </a:solidFill>
            <a:ln w="2743">
              <a:solidFill>
                <a:srgbClr val="FFFFFF"/>
              </a:solidFill>
            </a:ln>
            <a:effectLst/>
          </p:spPr>
          <p:txBody>
            <a:bodyPr rtlCol="0" anchor="ctr"/>
            <a:lstStyle/>
            <a:p>
              <a:pPr algn="ctr"/>
            </a:p>
          </p:txBody>
        </p:sp>
        <p:sp>
          <p:nvSpPr>
            <p:cNvPr id="1429" name="link1_sensor_5: 0.1865 m"/>
            <p:cNvSpPr/>
            <p:nvPr/>
          </p:nvSpPr>
          <p:spPr>
            <a:xfrm>
              <a:off x="9793672" y="3235856"/>
              <a:ext cx="28346" cy="28346"/>
            </a:xfrm>
            <a:prstGeom prst="ellipse">
              <a:avLst/>
            </a:prstGeom>
            <a:solidFill>
              <a:srgbClr val="00A6A6"/>
            </a:solidFill>
            <a:ln w="2743">
              <a:solidFill>
                <a:srgbClr val="FFFFFF"/>
              </a:solidFill>
            </a:ln>
            <a:effectLst/>
          </p:spPr>
          <p:txBody>
            <a:bodyPr rtlCol="0" anchor="ctr"/>
            <a:lstStyle/>
            <a:p>
              <a:pPr algn="ctr"/>
            </a:p>
          </p:txBody>
        </p:sp>
        <p:sp>
          <p:nvSpPr>
            <p:cNvPr id="1430" name="link1_sensor_5: 0.1951 m"/>
            <p:cNvSpPr/>
            <p:nvPr/>
          </p:nvSpPr>
          <p:spPr>
            <a:xfrm>
              <a:off x="9837498" y="3239822"/>
              <a:ext cx="28346" cy="28346"/>
            </a:xfrm>
            <a:prstGeom prst="ellipse">
              <a:avLst/>
            </a:prstGeom>
            <a:solidFill>
              <a:srgbClr val="00A6A6"/>
            </a:solidFill>
            <a:ln w="2743">
              <a:solidFill>
                <a:srgbClr val="FFFFFF"/>
              </a:solidFill>
            </a:ln>
            <a:effectLst/>
          </p:spPr>
          <p:txBody>
            <a:bodyPr rtlCol="0" anchor="ctr"/>
            <a:lstStyle/>
            <a:p>
              <a:pPr algn="ctr"/>
            </a:p>
          </p:txBody>
        </p:sp>
        <p:sp>
          <p:nvSpPr>
            <p:cNvPr id="1431" name="link2_sensor_3: 0.2735 m"/>
            <p:cNvSpPr/>
            <p:nvPr/>
          </p:nvSpPr>
          <p:spPr>
            <a:xfrm>
              <a:off x="8715209" y="2295318"/>
              <a:ext cx="28346" cy="28346"/>
            </a:xfrm>
            <a:prstGeom prst="ellipse">
              <a:avLst/>
            </a:prstGeom>
            <a:solidFill>
              <a:srgbClr val="00A6A6"/>
            </a:solidFill>
            <a:ln w="2743">
              <a:solidFill>
                <a:srgbClr val="FFFFFF"/>
              </a:solidFill>
            </a:ln>
            <a:effectLst/>
          </p:spPr>
          <p:txBody>
            <a:bodyPr rtlCol="0" anchor="ctr"/>
            <a:lstStyle/>
            <a:p>
              <a:pPr algn="ctr"/>
            </a:p>
          </p:txBody>
        </p:sp>
        <p:sp>
          <p:nvSpPr>
            <p:cNvPr id="1432" name="link1_sensor_5: 0.2045 m"/>
            <p:cNvSpPr/>
            <p:nvPr/>
          </p:nvSpPr>
          <p:spPr>
            <a:xfrm>
              <a:off x="9885650" y="3244179"/>
              <a:ext cx="28346" cy="28346"/>
            </a:xfrm>
            <a:prstGeom prst="ellipse">
              <a:avLst/>
            </a:prstGeom>
            <a:solidFill>
              <a:srgbClr val="00A6A6"/>
            </a:solidFill>
            <a:ln w="2743">
              <a:solidFill>
                <a:srgbClr val="FFFFFF"/>
              </a:solidFill>
            </a:ln>
            <a:effectLst/>
          </p:spPr>
          <p:txBody>
            <a:bodyPr rtlCol="0" anchor="ctr"/>
            <a:lstStyle/>
            <a:p>
              <a:pPr algn="ctr"/>
            </a:p>
          </p:txBody>
        </p:sp>
        <p:sp>
          <p:nvSpPr>
            <p:cNvPr id="1433" name="link4_sensor_3: 0.5878 m"/>
            <p:cNvSpPr/>
            <p:nvPr/>
          </p:nvSpPr>
          <p:spPr>
            <a:xfrm>
              <a:off x="11105937" y="2276803"/>
              <a:ext cx="28346" cy="28346"/>
            </a:xfrm>
            <a:prstGeom prst="ellipse">
              <a:avLst/>
            </a:prstGeom>
            <a:solidFill>
              <a:srgbClr val="00A6A6"/>
            </a:solidFill>
            <a:ln w="2743">
              <a:solidFill>
                <a:srgbClr val="FFFFFF"/>
              </a:solidFill>
            </a:ln>
            <a:effectLst/>
          </p:spPr>
          <p:txBody>
            <a:bodyPr rtlCol="0" anchor="ctr"/>
            <a:lstStyle/>
            <a:p>
              <a:pPr algn="ctr"/>
            </a:p>
          </p:txBody>
        </p:sp>
        <p:sp>
          <p:nvSpPr>
            <p:cNvPr id="1434" name="link2_sensor_3: 0.1543 m"/>
            <p:cNvSpPr/>
            <p:nvPr/>
          </p:nvSpPr>
          <p:spPr>
            <a:xfrm>
              <a:off x="9077626" y="2356124"/>
              <a:ext cx="28346" cy="28346"/>
            </a:xfrm>
            <a:prstGeom prst="ellipse">
              <a:avLst/>
            </a:prstGeom>
            <a:solidFill>
              <a:srgbClr val="00A6A6"/>
            </a:solidFill>
            <a:ln w="2743">
              <a:solidFill>
                <a:srgbClr val="FFFFFF"/>
              </a:solidFill>
            </a:ln>
            <a:effectLst/>
          </p:spPr>
          <p:txBody>
            <a:bodyPr rtlCol="0" anchor="ctr"/>
            <a:lstStyle/>
            <a:p>
              <a:pPr algn="ctr"/>
            </a:p>
          </p:txBody>
        </p:sp>
        <p:sp>
          <p:nvSpPr>
            <p:cNvPr id="1435" name="link1_sensor_3: 0.5062 m"/>
            <p:cNvSpPr/>
            <p:nvPr/>
          </p:nvSpPr>
          <p:spPr>
            <a:xfrm>
              <a:off x="11057300" y="2431164"/>
              <a:ext cx="28346" cy="28346"/>
            </a:xfrm>
            <a:prstGeom prst="ellipse">
              <a:avLst/>
            </a:prstGeom>
            <a:solidFill>
              <a:srgbClr val="00A6A6"/>
            </a:solidFill>
            <a:ln w="2743">
              <a:solidFill>
                <a:srgbClr val="FFFFFF"/>
              </a:solidFill>
            </a:ln>
            <a:effectLst/>
          </p:spPr>
          <p:txBody>
            <a:bodyPr rtlCol="0" anchor="ctr"/>
            <a:lstStyle/>
            <a:p>
              <a:pPr algn="ctr"/>
            </a:p>
          </p:txBody>
        </p:sp>
        <p:sp>
          <p:nvSpPr>
            <p:cNvPr id="1436" name="link1_sensor_5: 0.2149 m"/>
            <p:cNvSpPr/>
            <p:nvPr/>
          </p:nvSpPr>
          <p:spPr>
            <a:xfrm>
              <a:off x="9938799" y="3248990"/>
              <a:ext cx="28346" cy="28346"/>
            </a:xfrm>
            <a:prstGeom prst="ellipse">
              <a:avLst/>
            </a:prstGeom>
            <a:solidFill>
              <a:srgbClr val="00A6A6"/>
            </a:solidFill>
            <a:ln w="2743">
              <a:solidFill>
                <a:srgbClr val="FFFFFF"/>
              </a:solidFill>
            </a:ln>
            <a:effectLst/>
          </p:spPr>
          <p:txBody>
            <a:bodyPr rtlCol="0" anchor="ctr"/>
            <a:lstStyle/>
            <a:p>
              <a:pPr algn="ctr"/>
            </a:p>
          </p:txBody>
        </p:sp>
        <p:sp>
          <p:nvSpPr>
            <p:cNvPr id="1437" name="link5_front_sensor_3: 0.6113 m"/>
            <p:cNvSpPr/>
            <p:nvPr/>
          </p:nvSpPr>
          <p:spPr>
            <a:xfrm>
              <a:off x="11189385" y="1955385"/>
              <a:ext cx="28346" cy="28346"/>
            </a:xfrm>
            <a:prstGeom prst="ellipse">
              <a:avLst/>
            </a:prstGeom>
            <a:solidFill>
              <a:srgbClr val="00A6A6"/>
            </a:solidFill>
            <a:ln w="2743">
              <a:solidFill>
                <a:srgbClr val="FFFFFF"/>
              </a:solidFill>
            </a:ln>
            <a:effectLst/>
          </p:spPr>
          <p:txBody>
            <a:bodyPr rtlCol="0" anchor="ctr"/>
            <a:lstStyle/>
            <a:p>
              <a:pPr algn="ctr"/>
            </a:p>
          </p:txBody>
        </p:sp>
        <p:sp>
          <p:nvSpPr>
            <p:cNvPr id="1438" name="link2_sensor_3: 0.1296 m"/>
            <p:cNvSpPr/>
            <p:nvPr/>
          </p:nvSpPr>
          <p:spPr>
            <a:xfrm>
              <a:off x="9186138" y="2281961"/>
              <a:ext cx="28346" cy="28346"/>
            </a:xfrm>
            <a:prstGeom prst="ellipse">
              <a:avLst/>
            </a:prstGeom>
            <a:solidFill>
              <a:srgbClr val="00A6A6"/>
            </a:solidFill>
            <a:ln w="2743">
              <a:solidFill>
                <a:srgbClr val="FFFFFF"/>
              </a:solidFill>
            </a:ln>
            <a:effectLst/>
          </p:spPr>
          <p:txBody>
            <a:bodyPr rtlCol="0" anchor="ctr"/>
            <a:lstStyle/>
            <a:p>
              <a:pPr algn="ctr"/>
            </a:p>
          </p:txBody>
        </p:sp>
        <p:sp>
          <p:nvSpPr>
            <p:cNvPr id="1439" name="link2_sensor_3: 0.1365 m"/>
            <p:cNvSpPr/>
            <p:nvPr/>
          </p:nvSpPr>
          <p:spPr>
            <a:xfrm>
              <a:off x="9197125" y="2202000"/>
              <a:ext cx="28346" cy="28346"/>
            </a:xfrm>
            <a:prstGeom prst="ellipse">
              <a:avLst/>
            </a:prstGeom>
            <a:solidFill>
              <a:srgbClr val="00A6A6"/>
            </a:solidFill>
            <a:ln w="2743">
              <a:solidFill>
                <a:srgbClr val="FFFFFF"/>
              </a:solidFill>
            </a:ln>
            <a:effectLst/>
          </p:spPr>
          <p:txBody>
            <a:bodyPr rtlCol="0" anchor="ctr"/>
            <a:lstStyle/>
            <a:p>
              <a:pPr algn="ctr"/>
            </a:p>
          </p:txBody>
        </p:sp>
        <p:sp>
          <p:nvSpPr>
            <p:cNvPr id="1440" name="link6_sensor_2: 0.4898 m"/>
            <p:cNvSpPr/>
            <p:nvPr/>
          </p:nvSpPr>
          <p:spPr>
            <a:xfrm>
              <a:off x="10994782" y="763805"/>
              <a:ext cx="28346" cy="28346"/>
            </a:xfrm>
            <a:prstGeom prst="ellipse">
              <a:avLst/>
            </a:prstGeom>
            <a:solidFill>
              <a:srgbClr val="00A6A6"/>
            </a:solidFill>
            <a:ln w="2743">
              <a:solidFill>
                <a:srgbClr val="FFFFFF"/>
              </a:solidFill>
            </a:ln>
            <a:effectLst/>
          </p:spPr>
          <p:txBody>
            <a:bodyPr rtlCol="0" anchor="ctr"/>
            <a:lstStyle/>
            <a:p>
              <a:pPr algn="ctr"/>
            </a:p>
          </p:txBody>
        </p:sp>
        <p:sp>
          <p:nvSpPr>
            <p:cNvPr id="1441" name="link5_back_sensor_5: 0.2794 m"/>
            <p:cNvSpPr/>
            <p:nvPr/>
          </p:nvSpPr>
          <p:spPr>
            <a:xfrm>
              <a:off x="8940924" y="419442"/>
              <a:ext cx="28346" cy="28346"/>
            </a:xfrm>
            <a:prstGeom prst="ellipse">
              <a:avLst/>
            </a:prstGeom>
            <a:solidFill>
              <a:srgbClr val="00A6A6"/>
            </a:solidFill>
            <a:ln w="2743">
              <a:solidFill>
                <a:srgbClr val="FFFFFF"/>
              </a:solidFill>
            </a:ln>
            <a:effectLst/>
          </p:spPr>
          <p:txBody>
            <a:bodyPr rtlCol="0" anchor="ctr"/>
            <a:lstStyle/>
            <a:p>
              <a:pPr algn="ctr"/>
            </a:p>
          </p:txBody>
        </p:sp>
        <p:sp>
          <p:nvSpPr>
            <p:cNvPr id="1442" name="link5_front_sensor_3: 0.4293 m"/>
            <p:cNvSpPr/>
            <p:nvPr/>
          </p:nvSpPr>
          <p:spPr>
            <a:xfrm>
              <a:off x="10788079" y="1754927"/>
              <a:ext cx="28346" cy="28346"/>
            </a:xfrm>
            <a:prstGeom prst="ellipse">
              <a:avLst/>
            </a:prstGeom>
            <a:solidFill>
              <a:srgbClr val="00A6A6"/>
            </a:solidFill>
            <a:ln w="2743">
              <a:solidFill>
                <a:srgbClr val="FFFFFF"/>
              </a:solidFill>
            </a:ln>
            <a:effectLst/>
          </p:spPr>
          <p:txBody>
            <a:bodyPr rtlCol="0" anchor="ctr"/>
            <a:lstStyle/>
            <a:p>
              <a:pPr algn="ctr"/>
            </a:p>
          </p:txBody>
        </p:sp>
        <p:sp>
          <p:nvSpPr>
            <p:cNvPr id="1443" name="link1_sensor_5: 0.2264 m"/>
            <p:cNvSpPr/>
            <p:nvPr/>
          </p:nvSpPr>
          <p:spPr>
            <a:xfrm>
              <a:off x="9997768" y="3254327"/>
              <a:ext cx="28346" cy="28346"/>
            </a:xfrm>
            <a:prstGeom prst="ellipse">
              <a:avLst/>
            </a:prstGeom>
            <a:solidFill>
              <a:srgbClr val="00A6A6"/>
            </a:solidFill>
            <a:ln w="2743">
              <a:solidFill>
                <a:srgbClr val="FFFFFF"/>
              </a:solidFill>
            </a:ln>
            <a:effectLst/>
          </p:spPr>
          <p:txBody>
            <a:bodyPr rtlCol="0" anchor="ctr"/>
            <a:lstStyle/>
            <a:p>
              <a:pPr algn="ctr"/>
            </a:p>
          </p:txBody>
        </p:sp>
        <p:sp>
          <p:nvSpPr>
            <p:cNvPr id="1444" name="link5_front_sensor_3: 0.3310 m"/>
            <p:cNvSpPr/>
            <p:nvPr/>
          </p:nvSpPr>
          <p:spPr>
            <a:xfrm>
              <a:off x="10571020" y="1646388"/>
              <a:ext cx="28346" cy="28346"/>
            </a:xfrm>
            <a:prstGeom prst="ellipse">
              <a:avLst/>
            </a:prstGeom>
            <a:solidFill>
              <a:srgbClr val="00A6A6"/>
            </a:solidFill>
            <a:ln w="2743">
              <a:solidFill>
                <a:srgbClr val="FFFFFF"/>
              </a:solidFill>
            </a:ln>
            <a:effectLst/>
          </p:spPr>
          <p:txBody>
            <a:bodyPr rtlCol="0" anchor="ctr"/>
            <a:lstStyle/>
            <a:p>
              <a:pPr algn="ctr"/>
            </a:p>
          </p:txBody>
        </p:sp>
        <p:sp>
          <p:nvSpPr>
            <p:cNvPr id="1445" name="link4_sensor_3: 0.6401 m"/>
            <p:cNvSpPr/>
            <p:nvPr/>
          </p:nvSpPr>
          <p:spPr>
            <a:xfrm>
              <a:off x="11345095" y="1990895"/>
              <a:ext cx="28346" cy="28346"/>
            </a:xfrm>
            <a:prstGeom prst="ellipse">
              <a:avLst/>
            </a:prstGeom>
            <a:solidFill>
              <a:srgbClr val="00A6A6"/>
            </a:solidFill>
            <a:ln w="2743">
              <a:solidFill>
                <a:srgbClr val="FFFFFF"/>
              </a:solidFill>
            </a:ln>
            <a:effectLst/>
          </p:spPr>
          <p:txBody>
            <a:bodyPr rtlCol="0" anchor="ctr"/>
            <a:lstStyle/>
            <a:p>
              <a:pPr algn="ctr"/>
            </a:p>
          </p:txBody>
        </p:sp>
        <p:sp>
          <p:nvSpPr>
            <p:cNvPr id="1446" name="link6_sensor_2: 0.5784 m"/>
            <p:cNvSpPr/>
            <p:nvPr/>
          </p:nvSpPr>
          <p:spPr>
            <a:xfrm>
              <a:off x="11064549" y="219316"/>
              <a:ext cx="28346" cy="28346"/>
            </a:xfrm>
            <a:prstGeom prst="ellipse">
              <a:avLst/>
            </a:prstGeom>
            <a:solidFill>
              <a:srgbClr val="00A6A6"/>
            </a:solidFill>
            <a:ln w="2743">
              <a:solidFill>
                <a:srgbClr val="FFFFFF"/>
              </a:solidFill>
            </a:ln>
            <a:effectLst/>
          </p:spPr>
          <p:txBody>
            <a:bodyPr rtlCol="0" anchor="ctr"/>
            <a:lstStyle/>
            <a:p>
              <a:pPr algn="ctr"/>
            </a:p>
          </p:txBody>
        </p:sp>
        <p:sp>
          <p:nvSpPr>
            <p:cNvPr id="1447" name="link1_sensor_5: 0.2392 m"/>
            <p:cNvSpPr/>
            <p:nvPr/>
          </p:nvSpPr>
          <p:spPr>
            <a:xfrm>
              <a:off x="10063567" y="3260283"/>
              <a:ext cx="28346" cy="28346"/>
            </a:xfrm>
            <a:prstGeom prst="ellipse">
              <a:avLst/>
            </a:prstGeom>
            <a:solidFill>
              <a:srgbClr val="00A6A6"/>
            </a:solidFill>
            <a:ln w="2743">
              <a:solidFill>
                <a:srgbClr val="FFFFFF"/>
              </a:solidFill>
            </a:ln>
            <a:effectLst/>
          </p:spPr>
          <p:txBody>
            <a:bodyPr rtlCol="0" anchor="ctr"/>
            <a:lstStyle/>
            <a:p>
              <a:pPr algn="ctr"/>
            </a:p>
          </p:txBody>
        </p:sp>
        <p:sp>
          <p:nvSpPr>
            <p:cNvPr id="1448" name="link1_sensor_3: 0.4942 m"/>
            <p:cNvSpPr/>
            <p:nvPr/>
          </p:nvSpPr>
          <p:spPr>
            <a:xfrm>
              <a:off x="11011822" y="2165721"/>
              <a:ext cx="28346" cy="28346"/>
            </a:xfrm>
            <a:prstGeom prst="ellipse">
              <a:avLst/>
            </a:prstGeom>
            <a:solidFill>
              <a:srgbClr val="00A6A6"/>
            </a:solidFill>
            <a:ln w="2743">
              <a:solidFill>
                <a:srgbClr val="FFFFFF"/>
              </a:solidFill>
            </a:ln>
            <a:effectLst/>
          </p:spPr>
          <p:txBody>
            <a:bodyPr rtlCol="0" anchor="ctr"/>
            <a:lstStyle/>
            <a:p>
              <a:pPr algn="ctr"/>
            </a:p>
          </p:txBody>
        </p:sp>
        <p:sp>
          <p:nvSpPr>
            <p:cNvPr id="1449" name="link4_sensor_3: 0.5177 m"/>
            <p:cNvSpPr/>
            <p:nvPr/>
          </p:nvSpPr>
          <p:spPr>
            <a:xfrm>
              <a:off x="11068983" y="1895768"/>
              <a:ext cx="28346" cy="28346"/>
            </a:xfrm>
            <a:prstGeom prst="ellipse">
              <a:avLst/>
            </a:prstGeom>
            <a:solidFill>
              <a:srgbClr val="00A6A6"/>
            </a:solidFill>
            <a:ln w="2743">
              <a:solidFill>
                <a:srgbClr val="FFFFFF"/>
              </a:solidFill>
            </a:ln>
            <a:effectLst/>
          </p:spPr>
          <p:txBody>
            <a:bodyPr rtlCol="0" anchor="ctr"/>
            <a:lstStyle/>
            <a:p>
              <a:pPr algn="ctr"/>
            </a:p>
          </p:txBody>
        </p:sp>
        <p:sp>
          <p:nvSpPr>
            <p:cNvPr id="1450" name="link2_sensor_3: 0.1229 m"/>
            <p:cNvSpPr/>
            <p:nvPr/>
          </p:nvSpPr>
          <p:spPr>
            <a:xfrm>
              <a:off x="9172523" y="2330386"/>
              <a:ext cx="28346" cy="28346"/>
            </a:xfrm>
            <a:prstGeom prst="ellipse">
              <a:avLst/>
            </a:prstGeom>
            <a:solidFill>
              <a:srgbClr val="00A6A6"/>
            </a:solidFill>
            <a:ln w="2743">
              <a:solidFill>
                <a:srgbClr val="FFFFFF"/>
              </a:solidFill>
            </a:ln>
            <a:effectLst/>
          </p:spPr>
          <p:txBody>
            <a:bodyPr rtlCol="0" anchor="ctr"/>
            <a:lstStyle/>
            <a:p>
              <a:pPr algn="ctr"/>
            </a:p>
          </p:txBody>
        </p:sp>
        <p:sp>
          <p:nvSpPr>
            <p:cNvPr id="1451" name="link2_sensor_3: 0.1291 m"/>
            <p:cNvSpPr/>
            <p:nvPr/>
          </p:nvSpPr>
          <p:spPr>
            <a:xfrm>
              <a:off x="9182257" y="2256933"/>
              <a:ext cx="28346" cy="28346"/>
            </a:xfrm>
            <a:prstGeom prst="ellipse">
              <a:avLst/>
            </a:prstGeom>
            <a:solidFill>
              <a:srgbClr val="00A6A6"/>
            </a:solidFill>
            <a:ln w="2743">
              <a:solidFill>
                <a:srgbClr val="FFFFFF"/>
              </a:solidFill>
            </a:ln>
            <a:effectLst/>
          </p:spPr>
          <p:txBody>
            <a:bodyPr rtlCol="0" anchor="ctr"/>
            <a:lstStyle/>
            <a:p>
              <a:pPr algn="ctr"/>
            </a:p>
          </p:txBody>
        </p:sp>
        <p:sp>
          <p:nvSpPr>
            <p:cNvPr id="1452" name="link1_sensor_3: 0.5682 m"/>
            <p:cNvSpPr/>
            <p:nvPr/>
          </p:nvSpPr>
          <p:spPr>
            <a:xfrm>
              <a:off x="11200419" y="2298773"/>
              <a:ext cx="28346" cy="28346"/>
            </a:xfrm>
            <a:prstGeom prst="ellipse">
              <a:avLst/>
            </a:prstGeom>
            <a:solidFill>
              <a:srgbClr val="00A6A6"/>
            </a:solidFill>
            <a:ln w="2743">
              <a:solidFill>
                <a:srgbClr val="FFFFFF"/>
              </a:solidFill>
            </a:ln>
            <a:effectLst/>
          </p:spPr>
          <p:txBody>
            <a:bodyPr rtlCol="0" anchor="ctr"/>
            <a:lstStyle/>
            <a:p>
              <a:pPr algn="ctr"/>
            </a:p>
          </p:txBody>
        </p:sp>
        <p:sp>
          <p:nvSpPr>
            <p:cNvPr id="1453" name="link6_sensor_5: 0.2796 m"/>
            <p:cNvSpPr/>
            <p:nvPr/>
          </p:nvSpPr>
          <p:spPr>
            <a:xfrm>
              <a:off x="10474718" y="1505262"/>
              <a:ext cx="28346" cy="28346"/>
            </a:xfrm>
            <a:prstGeom prst="ellipse">
              <a:avLst/>
            </a:prstGeom>
            <a:solidFill>
              <a:srgbClr val="00A6A6"/>
            </a:solidFill>
            <a:ln w="2743">
              <a:solidFill>
                <a:srgbClr val="FFFFFF"/>
              </a:solidFill>
            </a:ln>
            <a:effectLst/>
          </p:spPr>
          <p:txBody>
            <a:bodyPr rtlCol="0" anchor="ctr"/>
            <a:lstStyle/>
            <a:p>
              <a:pPr algn="ctr"/>
            </a:p>
          </p:txBody>
        </p:sp>
        <p:sp>
          <p:nvSpPr>
            <p:cNvPr id="1454" name="link5_back_sensor_5: 0.2671 m"/>
            <p:cNvSpPr/>
            <p:nvPr/>
          </p:nvSpPr>
          <p:spPr>
            <a:xfrm>
              <a:off x="8917060" y="520720"/>
              <a:ext cx="28346" cy="28346"/>
            </a:xfrm>
            <a:prstGeom prst="ellipse">
              <a:avLst/>
            </a:prstGeom>
            <a:solidFill>
              <a:srgbClr val="00A6A6"/>
            </a:solidFill>
            <a:ln w="2743">
              <a:solidFill>
                <a:srgbClr val="FFFFFF"/>
              </a:solidFill>
            </a:ln>
            <a:effectLst/>
          </p:spPr>
          <p:txBody>
            <a:bodyPr rtlCol="0" anchor="ctr"/>
            <a:lstStyle/>
            <a:p>
              <a:pPr algn="ctr"/>
            </a:p>
          </p:txBody>
        </p:sp>
        <p:sp>
          <p:nvSpPr>
            <p:cNvPr id="1455" name="link2_sensor_0: 0.2626 m"/>
            <p:cNvSpPr/>
            <p:nvPr/>
          </p:nvSpPr>
          <p:spPr>
            <a:xfrm>
              <a:off x="8745876" y="2114943"/>
              <a:ext cx="28346" cy="28346"/>
            </a:xfrm>
            <a:prstGeom prst="ellipse">
              <a:avLst/>
            </a:prstGeom>
            <a:solidFill>
              <a:srgbClr val="00A6A6"/>
            </a:solidFill>
            <a:ln w="2743">
              <a:solidFill>
                <a:srgbClr val="FFFFFF"/>
              </a:solidFill>
            </a:ln>
            <a:effectLst/>
          </p:spPr>
          <p:txBody>
            <a:bodyPr rtlCol="0" anchor="ctr"/>
            <a:lstStyle/>
            <a:p>
              <a:pPr algn="ctr"/>
            </a:p>
          </p:txBody>
        </p:sp>
        <p:sp>
          <p:nvSpPr>
            <p:cNvPr id="1456" name="link2_sensor_3: 0.2830 m"/>
            <p:cNvSpPr/>
            <p:nvPr/>
          </p:nvSpPr>
          <p:spPr>
            <a:xfrm>
              <a:off x="8681314" y="2232307"/>
              <a:ext cx="28346" cy="28346"/>
            </a:xfrm>
            <a:prstGeom prst="ellipse">
              <a:avLst/>
            </a:prstGeom>
            <a:solidFill>
              <a:srgbClr val="00A6A6"/>
            </a:solidFill>
            <a:ln w="2743">
              <a:solidFill>
                <a:srgbClr val="FFFFFF"/>
              </a:solidFill>
            </a:ln>
            <a:effectLst/>
          </p:spPr>
          <p:txBody>
            <a:bodyPr rtlCol="0" anchor="ctr"/>
            <a:lstStyle/>
            <a:p>
              <a:pPr algn="ctr"/>
            </a:p>
          </p:txBody>
        </p:sp>
        <p:sp>
          <p:nvSpPr>
            <p:cNvPr id="1457" name="link4_sensor_1: 0.4818 m"/>
            <p:cNvSpPr/>
            <p:nvPr/>
          </p:nvSpPr>
          <p:spPr>
            <a:xfrm>
              <a:off x="10903537" y="1317934"/>
              <a:ext cx="28346" cy="28346"/>
            </a:xfrm>
            <a:prstGeom prst="ellipse">
              <a:avLst/>
            </a:prstGeom>
            <a:solidFill>
              <a:srgbClr val="00A6A6"/>
            </a:solidFill>
            <a:ln w="2743">
              <a:solidFill>
                <a:srgbClr val="FFFFFF"/>
              </a:solidFill>
            </a:ln>
            <a:effectLst/>
          </p:spPr>
          <p:txBody>
            <a:bodyPr rtlCol="0" anchor="ctr"/>
            <a:lstStyle/>
            <a:p>
              <a:pPr algn="ctr"/>
            </a:p>
          </p:txBody>
        </p:sp>
        <p:sp>
          <p:nvSpPr>
            <p:cNvPr id="1458" name="link2_sensor_0: 0.2453 m"/>
            <p:cNvSpPr/>
            <p:nvPr/>
          </p:nvSpPr>
          <p:spPr>
            <a:xfrm>
              <a:off x="8762720" y="2275288"/>
              <a:ext cx="28346" cy="28346"/>
            </a:xfrm>
            <a:prstGeom prst="ellipse">
              <a:avLst/>
            </a:prstGeom>
            <a:solidFill>
              <a:srgbClr val="00A6A6"/>
            </a:solidFill>
            <a:ln w="2743">
              <a:solidFill>
                <a:srgbClr val="FFFFFF"/>
              </a:solidFill>
            </a:ln>
            <a:effectLst/>
          </p:spPr>
          <p:txBody>
            <a:bodyPr rtlCol="0" anchor="ctr"/>
            <a:lstStyle/>
            <a:p>
              <a:pPr algn="ctr"/>
            </a:p>
          </p:txBody>
        </p:sp>
        <p:sp>
          <p:nvSpPr>
            <p:cNvPr id="1459" name="link1_sensor_5: 0.1865 m"/>
            <p:cNvSpPr/>
            <p:nvPr/>
          </p:nvSpPr>
          <p:spPr>
            <a:xfrm>
              <a:off x="9782729" y="3271424"/>
              <a:ext cx="28346" cy="28346"/>
            </a:xfrm>
            <a:prstGeom prst="ellipse">
              <a:avLst/>
            </a:prstGeom>
            <a:solidFill>
              <a:srgbClr val="00A6A6"/>
            </a:solidFill>
            <a:ln w="2743">
              <a:solidFill>
                <a:srgbClr val="FFFFFF"/>
              </a:solidFill>
            </a:ln>
            <a:effectLst/>
          </p:spPr>
          <p:txBody>
            <a:bodyPr rtlCol="0" anchor="ctr"/>
            <a:lstStyle/>
            <a:p>
              <a:pPr algn="ctr"/>
            </a:p>
          </p:txBody>
        </p:sp>
        <p:sp>
          <p:nvSpPr>
            <p:cNvPr id="1460" name="link4_sensor_1: 0.4421 m"/>
            <p:cNvSpPr/>
            <p:nvPr/>
          </p:nvSpPr>
          <p:spPr>
            <a:xfrm>
              <a:off x="10869258" y="1586636"/>
              <a:ext cx="28346" cy="28346"/>
            </a:xfrm>
            <a:prstGeom prst="ellipse">
              <a:avLst/>
            </a:prstGeom>
            <a:solidFill>
              <a:srgbClr val="00A6A6"/>
            </a:solidFill>
            <a:ln w="2743">
              <a:solidFill>
                <a:srgbClr val="FFFFFF"/>
              </a:solidFill>
            </a:ln>
            <a:effectLst/>
          </p:spPr>
          <p:txBody>
            <a:bodyPr rtlCol="0" anchor="ctr"/>
            <a:lstStyle/>
            <a:p>
              <a:pPr algn="ctr"/>
            </a:p>
          </p:txBody>
        </p:sp>
        <p:sp>
          <p:nvSpPr>
            <p:cNvPr id="1461" name="link2_sensor_3: 0.1224 m"/>
            <p:cNvSpPr/>
            <p:nvPr/>
          </p:nvSpPr>
          <p:spPr>
            <a:xfrm>
              <a:off x="9168830" y="2306570"/>
              <a:ext cx="28346" cy="28346"/>
            </a:xfrm>
            <a:prstGeom prst="ellipse">
              <a:avLst/>
            </a:prstGeom>
            <a:solidFill>
              <a:srgbClr val="00A6A6"/>
            </a:solidFill>
            <a:ln w="2743">
              <a:solidFill>
                <a:srgbClr val="FFFFFF"/>
              </a:solidFill>
            </a:ln>
            <a:effectLst/>
          </p:spPr>
          <p:txBody>
            <a:bodyPr rtlCol="0" anchor="ctr"/>
            <a:lstStyle/>
            <a:p>
              <a:pPr algn="ctr"/>
            </a:p>
          </p:txBody>
        </p:sp>
        <p:sp>
          <p:nvSpPr>
            <p:cNvPr id="1462" name="link6_sensor_2: 0.4571 m"/>
            <p:cNvSpPr/>
            <p:nvPr/>
          </p:nvSpPr>
          <p:spPr>
            <a:xfrm>
              <a:off x="10972811" y="924375"/>
              <a:ext cx="28346" cy="28346"/>
            </a:xfrm>
            <a:prstGeom prst="ellipse">
              <a:avLst/>
            </a:prstGeom>
            <a:solidFill>
              <a:srgbClr val="00A6A6"/>
            </a:solidFill>
            <a:ln w="2743">
              <a:solidFill>
                <a:srgbClr val="FFFFFF"/>
              </a:solidFill>
            </a:ln>
            <a:effectLst/>
          </p:spPr>
          <p:txBody>
            <a:bodyPr rtlCol="0" anchor="ctr"/>
            <a:lstStyle/>
            <a:p>
              <a:pPr algn="ctr"/>
            </a:p>
          </p:txBody>
        </p:sp>
        <p:sp>
          <p:nvSpPr>
            <p:cNvPr id="1463" name="link2_sensor_4: 0.7203 m"/>
            <p:cNvSpPr/>
            <p:nvPr/>
          </p:nvSpPr>
          <p:spPr>
            <a:xfrm>
              <a:off x="8926039" y="518400"/>
              <a:ext cx="28346" cy="28346"/>
            </a:xfrm>
            <a:prstGeom prst="ellipse">
              <a:avLst/>
            </a:prstGeom>
            <a:solidFill>
              <a:srgbClr val="00A6A6"/>
            </a:solidFill>
            <a:ln w="2743">
              <a:solidFill>
                <a:srgbClr val="FFFFFF"/>
              </a:solidFill>
            </a:ln>
            <a:effectLst/>
          </p:spPr>
          <p:txBody>
            <a:bodyPr rtlCol="0" anchor="ctr"/>
            <a:lstStyle/>
            <a:p>
              <a:pPr algn="ctr"/>
            </a:p>
          </p:txBody>
        </p:sp>
        <p:sp>
          <p:nvSpPr>
            <p:cNvPr id="1464" name="link2_sensor_3: 0.1286 m"/>
            <p:cNvSpPr/>
            <p:nvPr/>
          </p:nvSpPr>
          <p:spPr>
            <a:xfrm>
              <a:off x="9178385" y="2231920"/>
              <a:ext cx="28346" cy="28346"/>
            </a:xfrm>
            <a:prstGeom prst="ellipse">
              <a:avLst/>
            </a:prstGeom>
            <a:solidFill>
              <a:srgbClr val="00A6A6"/>
            </a:solidFill>
            <a:ln w="2743">
              <a:solidFill>
                <a:srgbClr val="FFFFFF"/>
              </a:solidFill>
            </a:ln>
            <a:effectLst/>
          </p:spPr>
          <p:txBody>
            <a:bodyPr rtlCol="0" anchor="ctr"/>
            <a:lstStyle/>
            <a:p>
              <a:pPr algn="ctr"/>
            </a:p>
          </p:txBody>
        </p:sp>
        <p:sp>
          <p:nvSpPr>
            <p:cNvPr id="1465" name="link4_sensor_1: 0.3433 m"/>
            <p:cNvSpPr/>
            <p:nvPr/>
          </p:nvSpPr>
          <p:spPr>
            <a:xfrm>
              <a:off x="10641352" y="1640999"/>
              <a:ext cx="28346" cy="28346"/>
            </a:xfrm>
            <a:prstGeom prst="ellipse">
              <a:avLst/>
            </a:prstGeom>
            <a:solidFill>
              <a:srgbClr val="00A6A6"/>
            </a:solidFill>
            <a:ln w="2743">
              <a:solidFill>
                <a:srgbClr val="FFFFFF"/>
              </a:solidFill>
            </a:ln>
            <a:effectLst/>
          </p:spPr>
          <p:txBody>
            <a:bodyPr rtlCol="0" anchor="ctr"/>
            <a:lstStyle/>
            <a:p>
              <a:pPr algn="ctr"/>
            </a:p>
          </p:txBody>
        </p:sp>
        <p:sp>
          <p:nvSpPr>
            <p:cNvPr id="1466" name="link1_sensor_5: 0.1951 m"/>
            <p:cNvSpPr/>
            <p:nvPr/>
          </p:nvSpPr>
          <p:spPr>
            <a:xfrm>
              <a:off x="9826511" y="3277123"/>
              <a:ext cx="28346" cy="28346"/>
            </a:xfrm>
            <a:prstGeom prst="ellipse">
              <a:avLst/>
            </a:prstGeom>
            <a:solidFill>
              <a:srgbClr val="00A6A6"/>
            </a:solidFill>
            <a:ln w="2743">
              <a:solidFill>
                <a:srgbClr val="FFFFFF"/>
              </a:solidFill>
            </a:ln>
            <a:effectLst/>
          </p:spPr>
          <p:txBody>
            <a:bodyPr rtlCol="0" anchor="ctr"/>
            <a:lstStyle/>
            <a:p>
              <a:pPr algn="ctr"/>
            </a:p>
          </p:txBody>
        </p:sp>
        <p:sp>
          <p:nvSpPr>
            <p:cNvPr id="1467" name="link6_sensor_2: 0.5037 m"/>
            <p:cNvSpPr/>
            <p:nvPr/>
          </p:nvSpPr>
          <p:spPr>
            <a:xfrm>
              <a:off x="10966779" y="480417"/>
              <a:ext cx="28346" cy="28346"/>
            </a:xfrm>
            <a:prstGeom prst="ellipse">
              <a:avLst/>
            </a:prstGeom>
            <a:solidFill>
              <a:srgbClr val="00A6A6"/>
            </a:solidFill>
            <a:ln w="2743">
              <a:solidFill>
                <a:srgbClr val="FFFFFF"/>
              </a:solidFill>
            </a:ln>
            <a:effectLst/>
          </p:spPr>
          <p:txBody>
            <a:bodyPr rtlCol="0" anchor="ctr"/>
            <a:lstStyle/>
            <a:p>
              <a:pPr algn="ctr"/>
            </a:p>
          </p:txBody>
        </p:sp>
        <p:sp>
          <p:nvSpPr>
            <p:cNvPr id="1468" name="link1_sensor_5: 0.2045 m"/>
            <p:cNvSpPr/>
            <p:nvPr/>
          </p:nvSpPr>
          <p:spPr>
            <a:xfrm>
              <a:off x="9874662" y="3283391"/>
              <a:ext cx="28346" cy="28346"/>
            </a:xfrm>
            <a:prstGeom prst="ellipse">
              <a:avLst/>
            </a:prstGeom>
            <a:solidFill>
              <a:srgbClr val="00A6A6"/>
            </a:solidFill>
            <a:ln w="2743">
              <a:solidFill>
                <a:srgbClr val="FFFFFF"/>
              </a:solidFill>
            </a:ln>
            <a:effectLst/>
          </p:spPr>
          <p:txBody>
            <a:bodyPr rtlCol="0" anchor="ctr"/>
            <a:lstStyle/>
            <a:p>
              <a:pPr algn="ctr"/>
            </a:p>
          </p:txBody>
        </p:sp>
        <p:sp>
          <p:nvSpPr>
            <p:cNvPr id="1469" name="link5_back_sensor_5: 0.2695 m"/>
            <p:cNvSpPr/>
            <p:nvPr/>
          </p:nvSpPr>
          <p:spPr>
            <a:xfrm>
              <a:off x="8973230" y="378694"/>
              <a:ext cx="28346" cy="28346"/>
            </a:xfrm>
            <a:prstGeom prst="ellipse">
              <a:avLst/>
            </a:prstGeom>
            <a:solidFill>
              <a:srgbClr val="00A6A6"/>
            </a:solidFill>
            <a:ln w="2743">
              <a:solidFill>
                <a:srgbClr val="FFFFFF"/>
              </a:solidFill>
            </a:ln>
            <a:effectLst/>
          </p:spPr>
          <p:txBody>
            <a:bodyPr rtlCol="0" anchor="ctr"/>
            <a:lstStyle/>
            <a:p>
              <a:pPr algn="ctr"/>
            </a:p>
          </p:txBody>
        </p:sp>
        <p:sp>
          <p:nvSpPr>
            <p:cNvPr id="1470" name="link4_sensor_1: 0.3859 m"/>
            <p:cNvSpPr/>
            <p:nvPr/>
          </p:nvSpPr>
          <p:spPr>
            <a:xfrm>
              <a:off x="10757372" y="1681672"/>
              <a:ext cx="28346" cy="28346"/>
            </a:xfrm>
            <a:prstGeom prst="ellipse">
              <a:avLst/>
            </a:prstGeom>
            <a:solidFill>
              <a:srgbClr val="00A6A6"/>
            </a:solidFill>
            <a:ln w="2743">
              <a:solidFill>
                <a:srgbClr val="FFFFFF"/>
              </a:solidFill>
            </a:ln>
            <a:effectLst/>
          </p:spPr>
          <p:txBody>
            <a:bodyPr rtlCol="0" anchor="ctr"/>
            <a:lstStyle/>
            <a:p>
              <a:pPr algn="ctr"/>
            </a:p>
          </p:txBody>
        </p:sp>
        <p:sp>
          <p:nvSpPr>
            <p:cNvPr id="1471" name="link2_sensor_3: 0.1164 m"/>
            <p:cNvSpPr/>
            <p:nvPr/>
          </p:nvSpPr>
          <p:spPr>
            <a:xfrm>
              <a:off x="9156638" y="2351631"/>
              <a:ext cx="28346" cy="28346"/>
            </a:xfrm>
            <a:prstGeom prst="ellipse">
              <a:avLst/>
            </a:prstGeom>
            <a:solidFill>
              <a:srgbClr val="00A6A6"/>
            </a:solidFill>
            <a:ln w="2743">
              <a:solidFill>
                <a:srgbClr val="FFFFFF"/>
              </a:solidFill>
            </a:ln>
            <a:effectLst/>
          </p:spPr>
          <p:txBody>
            <a:bodyPr rtlCol="0" anchor="ctr"/>
            <a:lstStyle/>
            <a:p>
              <a:pPr algn="ctr"/>
            </a:p>
          </p:txBody>
        </p:sp>
        <p:sp>
          <p:nvSpPr>
            <p:cNvPr id="1472" name="link2_sensor_3: 0.1220 m"/>
            <p:cNvSpPr/>
            <p:nvPr/>
          </p:nvSpPr>
          <p:spPr>
            <a:xfrm>
              <a:off x="9165137" y="2282753"/>
              <a:ext cx="28346" cy="28346"/>
            </a:xfrm>
            <a:prstGeom prst="ellipse">
              <a:avLst/>
            </a:prstGeom>
            <a:solidFill>
              <a:srgbClr val="00A6A6"/>
            </a:solidFill>
            <a:ln w="2743">
              <a:solidFill>
                <a:srgbClr val="FFFFFF"/>
              </a:solidFill>
            </a:ln>
            <a:effectLst/>
          </p:spPr>
          <p:txBody>
            <a:bodyPr rtlCol="0" anchor="ctr"/>
            <a:lstStyle/>
            <a:p>
              <a:pPr algn="ctr"/>
            </a:p>
          </p:txBody>
        </p:sp>
        <p:sp>
          <p:nvSpPr>
            <p:cNvPr id="1473" name="link1_sensor_5: 0.2149 m"/>
            <p:cNvSpPr/>
            <p:nvPr/>
          </p:nvSpPr>
          <p:spPr>
            <a:xfrm>
              <a:off x="9927871" y="3290318"/>
              <a:ext cx="28346" cy="28346"/>
            </a:xfrm>
            <a:prstGeom prst="ellipse">
              <a:avLst/>
            </a:prstGeom>
            <a:solidFill>
              <a:srgbClr val="00A6A6"/>
            </a:solidFill>
            <a:ln w="2743">
              <a:solidFill>
                <a:srgbClr val="FFFFFF"/>
              </a:solidFill>
            </a:ln>
            <a:effectLst/>
          </p:spPr>
          <p:txBody>
            <a:bodyPr rtlCol="0" anchor="ctr"/>
            <a:lstStyle/>
            <a:p>
              <a:pPr algn="ctr"/>
            </a:p>
          </p:txBody>
        </p:sp>
        <p:sp>
          <p:nvSpPr>
            <p:cNvPr id="1474" name="link2_sensor_0: 0.1854 m"/>
            <p:cNvSpPr/>
            <p:nvPr/>
          </p:nvSpPr>
          <p:spPr>
            <a:xfrm>
              <a:off x="8895459" y="2315017"/>
              <a:ext cx="28346" cy="28346"/>
            </a:xfrm>
            <a:prstGeom prst="ellipse">
              <a:avLst/>
            </a:prstGeom>
            <a:solidFill>
              <a:srgbClr val="00A6A6"/>
            </a:solidFill>
            <a:ln w="2743">
              <a:solidFill>
                <a:srgbClr val="FFFFFF"/>
              </a:solidFill>
            </a:ln>
            <a:effectLst/>
          </p:spPr>
          <p:txBody>
            <a:bodyPr rtlCol="0" anchor="ctr"/>
            <a:lstStyle/>
            <a:p>
              <a:pPr algn="ctr"/>
            </a:p>
          </p:txBody>
        </p:sp>
        <p:sp>
          <p:nvSpPr>
            <p:cNvPr id="1475" name="link1_sensor_5: 0.2264 m"/>
            <p:cNvSpPr/>
            <p:nvPr/>
          </p:nvSpPr>
          <p:spPr>
            <a:xfrm>
              <a:off x="9986980" y="3298014"/>
              <a:ext cx="28346" cy="28346"/>
            </a:xfrm>
            <a:prstGeom prst="ellipse">
              <a:avLst/>
            </a:prstGeom>
            <a:solidFill>
              <a:srgbClr val="00A6A6"/>
            </a:solidFill>
            <a:ln w="2743">
              <a:solidFill>
                <a:srgbClr val="FFFFFF"/>
              </a:solidFill>
            </a:ln>
            <a:effectLst/>
          </p:spPr>
          <p:txBody>
            <a:bodyPr rtlCol="0" anchor="ctr"/>
            <a:lstStyle/>
            <a:p>
              <a:pPr algn="ctr"/>
            </a:p>
          </p:txBody>
        </p:sp>
        <p:sp>
          <p:nvSpPr>
            <p:cNvPr id="1476" name="link2_sensor_3: 0.1160 m"/>
            <p:cNvSpPr/>
            <p:nvPr/>
          </p:nvSpPr>
          <p:spPr>
            <a:xfrm>
              <a:off x="9153120" y="2328917"/>
              <a:ext cx="28346" cy="28346"/>
            </a:xfrm>
            <a:prstGeom prst="ellipse">
              <a:avLst/>
            </a:prstGeom>
            <a:solidFill>
              <a:srgbClr val="00A6A6"/>
            </a:solidFill>
            <a:ln w="2743">
              <a:solidFill>
                <a:srgbClr val="FFFFFF"/>
              </a:solidFill>
            </a:ln>
            <a:effectLst/>
          </p:spPr>
          <p:txBody>
            <a:bodyPr rtlCol="0" anchor="ctr"/>
            <a:lstStyle/>
            <a:p>
              <a:pPr algn="ctr"/>
            </a:p>
          </p:txBody>
        </p:sp>
        <p:sp>
          <p:nvSpPr>
            <p:cNvPr id="1477" name="link6_sensor_5: 0.3406 m"/>
            <p:cNvSpPr/>
            <p:nvPr/>
          </p:nvSpPr>
          <p:spPr>
            <a:xfrm>
              <a:off x="10636997" y="1508190"/>
              <a:ext cx="28346" cy="28346"/>
            </a:xfrm>
            <a:prstGeom prst="ellipse">
              <a:avLst/>
            </a:prstGeom>
            <a:solidFill>
              <a:srgbClr val="00A6A6"/>
            </a:solidFill>
            <a:ln w="2743">
              <a:solidFill>
                <a:srgbClr val="FFFFFF"/>
              </a:solidFill>
            </a:ln>
            <a:effectLst/>
          </p:spPr>
          <p:txBody>
            <a:bodyPr rtlCol="0" anchor="ctr"/>
            <a:lstStyle/>
            <a:p>
              <a:pPr algn="ctr"/>
            </a:p>
          </p:txBody>
        </p:sp>
        <p:sp>
          <p:nvSpPr>
            <p:cNvPr id="1478" name="link2_sensor_3: 0.1215 m"/>
            <p:cNvSpPr/>
            <p:nvPr/>
          </p:nvSpPr>
          <p:spPr>
            <a:xfrm>
              <a:off x="9161456" y="2258951"/>
              <a:ext cx="28346" cy="28346"/>
            </a:xfrm>
            <a:prstGeom prst="ellipse">
              <a:avLst/>
            </a:prstGeom>
            <a:solidFill>
              <a:srgbClr val="00A6A6"/>
            </a:solidFill>
            <a:ln w="2743">
              <a:solidFill>
                <a:srgbClr val="FFFFFF"/>
              </a:solidFill>
            </a:ln>
            <a:effectLst/>
          </p:spPr>
          <p:txBody>
            <a:bodyPr rtlCol="0" anchor="ctr"/>
            <a:lstStyle/>
            <a:p>
              <a:pPr algn="ctr"/>
            </a:p>
          </p:txBody>
        </p:sp>
        <p:sp>
          <p:nvSpPr>
            <p:cNvPr id="1479" name="link5_back_sensor_5: 0.2826 m"/>
            <p:cNvSpPr/>
            <p:nvPr/>
          </p:nvSpPr>
          <p:spPr>
            <a:xfrm>
              <a:off x="8904952" y="431739"/>
              <a:ext cx="28346" cy="28346"/>
            </a:xfrm>
            <a:prstGeom prst="ellipse">
              <a:avLst/>
            </a:prstGeom>
            <a:solidFill>
              <a:srgbClr val="00A6A6"/>
            </a:solidFill>
            <a:ln w="2743">
              <a:solidFill>
                <a:srgbClr val="FFFFFF"/>
              </a:solidFill>
            </a:ln>
            <a:effectLst/>
          </p:spPr>
          <p:txBody>
            <a:bodyPr rtlCol="0" anchor="ctr"/>
            <a:lstStyle/>
            <a:p>
              <a:pPr algn="ctr"/>
            </a:p>
          </p:txBody>
        </p:sp>
        <p:sp>
          <p:nvSpPr>
            <p:cNvPr id="1480" name="link1_sensor_5: 0.2392 m"/>
            <p:cNvSpPr/>
            <p:nvPr/>
          </p:nvSpPr>
          <p:spPr>
            <a:xfrm>
              <a:off x="10053027" y="3306614"/>
              <a:ext cx="28346" cy="28346"/>
            </a:xfrm>
            <a:prstGeom prst="ellipse">
              <a:avLst/>
            </a:prstGeom>
            <a:solidFill>
              <a:srgbClr val="00A6A6"/>
            </a:solidFill>
            <a:ln w="2743">
              <a:solidFill>
                <a:srgbClr val="FFFFFF"/>
              </a:solidFill>
            </a:ln>
            <a:effectLst/>
          </p:spPr>
          <p:txBody>
            <a:bodyPr rtlCol="0" anchor="ctr"/>
            <a:lstStyle/>
            <a:p>
              <a:pPr algn="ctr"/>
            </a:p>
          </p:txBody>
        </p:sp>
        <p:sp>
          <p:nvSpPr>
            <p:cNvPr id="1481" name="link6_sensor_5: 0.2807 m"/>
            <p:cNvSpPr/>
            <p:nvPr/>
          </p:nvSpPr>
          <p:spPr>
            <a:xfrm>
              <a:off x="10443002" y="1533535"/>
              <a:ext cx="28346" cy="28346"/>
            </a:xfrm>
            <a:prstGeom prst="ellipse">
              <a:avLst/>
            </a:prstGeom>
            <a:solidFill>
              <a:srgbClr val="00A6A6"/>
            </a:solidFill>
            <a:ln w="2743">
              <a:solidFill>
                <a:srgbClr val="FFFFFF"/>
              </a:solidFill>
            </a:ln>
            <a:effectLst/>
          </p:spPr>
          <p:txBody>
            <a:bodyPr rtlCol="0" anchor="ctr"/>
            <a:lstStyle/>
            <a:p>
              <a:pPr algn="ctr"/>
            </a:p>
          </p:txBody>
        </p:sp>
        <p:sp>
          <p:nvSpPr>
            <p:cNvPr id="1482" name="link2_sensor_3: 0.1501 m"/>
            <p:cNvSpPr/>
            <p:nvPr/>
          </p:nvSpPr>
          <p:spPr>
            <a:xfrm>
              <a:off x="9015668" y="2363874"/>
              <a:ext cx="28346" cy="28346"/>
            </a:xfrm>
            <a:prstGeom prst="ellipse">
              <a:avLst/>
            </a:prstGeom>
            <a:solidFill>
              <a:srgbClr val="00A6A6"/>
            </a:solidFill>
            <a:ln w="2743">
              <a:solidFill>
                <a:srgbClr val="FFFFFF"/>
              </a:solidFill>
            </a:ln>
            <a:effectLst/>
          </p:spPr>
          <p:txBody>
            <a:bodyPr rtlCol="0" anchor="ctr"/>
            <a:lstStyle/>
            <a:p>
              <a:pPr algn="ctr"/>
            </a:p>
          </p:txBody>
        </p:sp>
        <p:sp>
          <p:nvSpPr>
            <p:cNvPr id="1483" name="link2_sensor_3: 0.1106 m"/>
            <p:cNvSpPr/>
            <p:nvPr/>
          </p:nvSpPr>
          <p:spPr>
            <a:xfrm>
              <a:off x="9142153" y="2371007"/>
              <a:ext cx="28346" cy="28346"/>
            </a:xfrm>
            <a:prstGeom prst="ellipse">
              <a:avLst/>
            </a:prstGeom>
            <a:solidFill>
              <a:srgbClr val="00A6A6"/>
            </a:solidFill>
            <a:ln w="2743">
              <a:solidFill>
                <a:srgbClr val="FFFFFF"/>
              </a:solidFill>
            </a:ln>
            <a:effectLst/>
          </p:spPr>
          <p:txBody>
            <a:bodyPr rtlCol="0" anchor="ctr"/>
            <a:lstStyle/>
            <a:p>
              <a:pPr algn="ctr"/>
            </a:p>
          </p:txBody>
        </p:sp>
        <p:sp>
          <p:nvSpPr>
            <p:cNvPr id="1484" name="link6_sensor_2: 0.4947 m"/>
            <p:cNvSpPr/>
            <p:nvPr/>
          </p:nvSpPr>
          <p:spPr>
            <a:xfrm>
              <a:off x="11007462" y="641682"/>
              <a:ext cx="28346" cy="28346"/>
            </a:xfrm>
            <a:prstGeom prst="ellipse">
              <a:avLst/>
            </a:prstGeom>
            <a:solidFill>
              <a:srgbClr val="00A6A6"/>
            </a:solidFill>
            <a:ln w="2743">
              <a:solidFill>
                <a:srgbClr val="FFFFFF"/>
              </a:solidFill>
            </a:ln>
            <a:effectLst/>
          </p:spPr>
          <p:txBody>
            <a:bodyPr rtlCol="0" anchor="ctr"/>
            <a:lstStyle/>
            <a:p>
              <a:pPr algn="ctr"/>
            </a:p>
          </p:txBody>
        </p:sp>
        <p:sp>
          <p:nvSpPr>
            <p:cNvPr id="1485" name="link1_sensor_5: 0.1865 m"/>
            <p:cNvSpPr/>
            <p:nvPr/>
          </p:nvSpPr>
          <p:spPr>
            <a:xfrm>
              <a:off x="9771558" y="3307736"/>
              <a:ext cx="28346" cy="28346"/>
            </a:xfrm>
            <a:prstGeom prst="ellipse">
              <a:avLst/>
            </a:prstGeom>
            <a:solidFill>
              <a:srgbClr val="00A6A6"/>
            </a:solidFill>
            <a:ln w="2743">
              <a:solidFill>
                <a:srgbClr val="FFFFFF"/>
              </a:solidFill>
            </a:ln>
            <a:effectLst/>
          </p:spPr>
          <p:txBody>
            <a:bodyPr rtlCol="0" anchor="ctr"/>
            <a:lstStyle/>
            <a:p>
              <a:pPr algn="ctr"/>
            </a:p>
          </p:txBody>
        </p:sp>
        <p:sp>
          <p:nvSpPr>
            <p:cNvPr id="1486" name="link2_sensor_3: 0.1290 m"/>
            <p:cNvSpPr/>
            <p:nvPr/>
          </p:nvSpPr>
          <p:spPr>
            <a:xfrm>
              <a:off x="9124842" y="2259298"/>
              <a:ext cx="28346" cy="28346"/>
            </a:xfrm>
            <a:prstGeom prst="ellipse">
              <a:avLst/>
            </a:prstGeom>
            <a:solidFill>
              <a:srgbClr val="00A6A6"/>
            </a:solidFill>
            <a:ln w="2743">
              <a:solidFill>
                <a:srgbClr val="FFFFFF"/>
              </a:solidFill>
            </a:ln>
            <a:effectLst/>
          </p:spPr>
          <p:txBody>
            <a:bodyPr rtlCol="0" anchor="ctr"/>
            <a:lstStyle/>
            <a:p>
              <a:pPr algn="ctr"/>
            </a:p>
          </p:txBody>
        </p:sp>
        <p:sp>
          <p:nvSpPr>
            <p:cNvPr id="1487" name="link2_sensor_0: 0.1875 m"/>
            <p:cNvSpPr/>
            <p:nvPr/>
          </p:nvSpPr>
          <p:spPr>
            <a:xfrm>
              <a:off x="8882605" y="2274568"/>
              <a:ext cx="28346" cy="28346"/>
            </a:xfrm>
            <a:prstGeom prst="ellipse">
              <a:avLst/>
            </a:prstGeom>
            <a:solidFill>
              <a:srgbClr val="00A6A6"/>
            </a:solidFill>
            <a:ln w="2743">
              <a:solidFill>
                <a:srgbClr val="FFFFFF"/>
              </a:solidFill>
            </a:ln>
            <a:effectLst/>
          </p:spPr>
          <p:txBody>
            <a:bodyPr rtlCol="0" anchor="ctr"/>
            <a:lstStyle/>
            <a:p>
              <a:pPr algn="ctr"/>
            </a:p>
          </p:txBody>
        </p:sp>
        <p:sp>
          <p:nvSpPr>
            <p:cNvPr id="1488" name="link2_sensor_3: 0.1156 m"/>
            <p:cNvSpPr/>
            <p:nvPr/>
          </p:nvSpPr>
          <p:spPr>
            <a:xfrm>
              <a:off x="9149595" y="2306195"/>
              <a:ext cx="28346" cy="28346"/>
            </a:xfrm>
            <a:prstGeom prst="ellipse">
              <a:avLst/>
            </a:prstGeom>
            <a:solidFill>
              <a:srgbClr val="00A6A6"/>
            </a:solidFill>
            <a:ln w="2743">
              <a:solidFill>
                <a:srgbClr val="FFFFFF"/>
              </a:solidFill>
            </a:ln>
            <a:effectLst/>
          </p:spPr>
          <p:txBody>
            <a:bodyPr rtlCol="0" anchor="ctr"/>
            <a:lstStyle/>
            <a:p>
              <a:pPr algn="ctr"/>
            </a:p>
          </p:txBody>
        </p:sp>
        <p:sp>
          <p:nvSpPr>
            <p:cNvPr id="1489" name="link4_sensor_1: 0.5131 m"/>
            <p:cNvSpPr/>
            <p:nvPr/>
          </p:nvSpPr>
          <p:spPr>
            <a:xfrm>
              <a:off x="11107569" y="1804439"/>
              <a:ext cx="28346" cy="28346"/>
            </a:xfrm>
            <a:prstGeom prst="ellipse">
              <a:avLst/>
            </a:prstGeom>
            <a:solidFill>
              <a:srgbClr val="00A6A6"/>
            </a:solidFill>
            <a:ln w="2743">
              <a:solidFill>
                <a:srgbClr val="FFFFFF"/>
              </a:solidFill>
            </a:ln>
            <a:effectLst/>
          </p:spPr>
          <p:txBody>
            <a:bodyPr rtlCol="0" anchor="ctr"/>
            <a:lstStyle/>
            <a:p>
              <a:pPr algn="ctr"/>
            </a:p>
          </p:txBody>
        </p:sp>
        <p:sp>
          <p:nvSpPr>
            <p:cNvPr id="1490" name="link1_sensor_3: 0.4840 m"/>
            <p:cNvSpPr/>
            <p:nvPr/>
          </p:nvSpPr>
          <p:spPr>
            <a:xfrm>
              <a:off x="11000484" y="2072653"/>
              <a:ext cx="28346" cy="28346"/>
            </a:xfrm>
            <a:prstGeom prst="ellipse">
              <a:avLst/>
            </a:prstGeom>
            <a:solidFill>
              <a:srgbClr val="00A6A6"/>
            </a:solidFill>
            <a:ln w="2743">
              <a:solidFill>
                <a:srgbClr val="FFFFFF"/>
              </a:solidFill>
            </a:ln>
            <a:effectLst/>
          </p:spPr>
          <p:txBody>
            <a:bodyPr rtlCol="0" anchor="ctr"/>
            <a:lstStyle/>
            <a:p>
              <a:pPr algn="ctr"/>
            </a:p>
          </p:txBody>
        </p:sp>
        <p:sp>
          <p:nvSpPr>
            <p:cNvPr id="1491" name="link1_sensor_5: 0.1951 m"/>
            <p:cNvSpPr/>
            <p:nvPr/>
          </p:nvSpPr>
          <p:spPr>
            <a:xfrm>
              <a:off x="9815283" y="3315242"/>
              <a:ext cx="28346" cy="28346"/>
            </a:xfrm>
            <a:prstGeom prst="ellipse">
              <a:avLst/>
            </a:prstGeom>
            <a:solidFill>
              <a:srgbClr val="00A6A6"/>
            </a:solidFill>
            <a:ln w="2743">
              <a:solidFill>
                <a:srgbClr val="FFFFFF"/>
              </a:solidFill>
            </a:ln>
            <a:effectLst/>
          </p:spPr>
          <p:txBody>
            <a:bodyPr rtlCol="0" anchor="ctr"/>
            <a:lstStyle/>
            <a:p>
              <a:pPr algn="ctr"/>
            </a:p>
          </p:txBody>
        </p:sp>
        <p:sp>
          <p:nvSpPr>
            <p:cNvPr id="1492" name="link4_sensor_3: 0.5253 m"/>
            <p:cNvSpPr/>
            <p:nvPr/>
          </p:nvSpPr>
          <p:spPr>
            <a:xfrm>
              <a:off x="11153541" y="1803761"/>
              <a:ext cx="28346" cy="28346"/>
            </a:xfrm>
            <a:prstGeom prst="ellipse">
              <a:avLst/>
            </a:prstGeom>
            <a:solidFill>
              <a:srgbClr val="00A6A6"/>
            </a:solidFill>
            <a:ln w="2743">
              <a:solidFill>
                <a:srgbClr val="FFFFFF"/>
              </a:solidFill>
            </a:ln>
            <a:effectLst/>
          </p:spPr>
          <p:txBody>
            <a:bodyPr rtlCol="0" anchor="ctr"/>
            <a:lstStyle/>
            <a:p>
              <a:pPr algn="ctr"/>
            </a:p>
          </p:txBody>
        </p:sp>
        <p:sp>
          <p:nvSpPr>
            <p:cNvPr id="1493" name="link1_sensor_3: 0.5694 m"/>
            <p:cNvSpPr/>
            <p:nvPr/>
          </p:nvSpPr>
          <p:spPr>
            <a:xfrm>
              <a:off x="11218109" y="2180800"/>
              <a:ext cx="28346" cy="28346"/>
            </a:xfrm>
            <a:prstGeom prst="ellipse">
              <a:avLst/>
            </a:prstGeom>
            <a:solidFill>
              <a:srgbClr val="00A6A6"/>
            </a:solidFill>
            <a:ln w="2743">
              <a:solidFill>
                <a:srgbClr val="FFFFFF"/>
              </a:solidFill>
            </a:ln>
            <a:effectLst/>
          </p:spPr>
          <p:txBody>
            <a:bodyPr rtlCol="0" anchor="ctr"/>
            <a:lstStyle/>
            <a:p>
              <a:pPr algn="ctr"/>
            </a:p>
          </p:txBody>
        </p:sp>
        <p:sp>
          <p:nvSpPr>
            <p:cNvPr id="1494" name="link4_sensor_1: 0.6320 m"/>
            <p:cNvSpPr/>
            <p:nvPr/>
          </p:nvSpPr>
          <p:spPr>
            <a:xfrm>
              <a:off x="11428488" y="1907598"/>
              <a:ext cx="28346" cy="28346"/>
            </a:xfrm>
            <a:prstGeom prst="ellipse">
              <a:avLst/>
            </a:prstGeom>
            <a:solidFill>
              <a:srgbClr val="00A6A6"/>
            </a:solidFill>
            <a:ln w="2743">
              <a:solidFill>
                <a:srgbClr val="FFFFFF"/>
              </a:solidFill>
            </a:ln>
            <a:effectLst/>
          </p:spPr>
          <p:txBody>
            <a:bodyPr rtlCol="0" anchor="ctr"/>
            <a:lstStyle/>
            <a:p>
              <a:pPr algn="ctr"/>
            </a:p>
          </p:txBody>
        </p:sp>
        <p:sp>
          <p:nvSpPr>
            <p:cNvPr id="1495" name="link2_sensor_3: 0.1530 m"/>
            <p:cNvSpPr/>
            <p:nvPr/>
          </p:nvSpPr>
          <p:spPr>
            <a:xfrm>
              <a:off x="9003775" y="2330781"/>
              <a:ext cx="28346" cy="28346"/>
            </a:xfrm>
            <a:prstGeom prst="ellipse">
              <a:avLst/>
            </a:prstGeom>
            <a:solidFill>
              <a:srgbClr val="00A6A6"/>
            </a:solidFill>
            <a:ln w="2743">
              <a:solidFill>
                <a:srgbClr val="FFFFFF"/>
              </a:solidFill>
            </a:ln>
            <a:effectLst/>
          </p:spPr>
          <p:txBody>
            <a:bodyPr rtlCol="0" anchor="ctr"/>
            <a:lstStyle/>
            <a:p>
              <a:pPr algn="ctr"/>
            </a:p>
          </p:txBody>
        </p:sp>
        <p:sp>
          <p:nvSpPr>
            <p:cNvPr id="1496" name="link2_sensor_3: 0.1102 m"/>
            <p:cNvSpPr/>
            <p:nvPr/>
          </p:nvSpPr>
          <p:spPr>
            <a:xfrm>
              <a:off x="9138791" y="2349293"/>
              <a:ext cx="28346" cy="28346"/>
            </a:xfrm>
            <a:prstGeom prst="ellipse">
              <a:avLst/>
            </a:prstGeom>
            <a:solidFill>
              <a:srgbClr val="00A6A6"/>
            </a:solidFill>
            <a:ln w="2743">
              <a:solidFill>
                <a:srgbClr val="FFFFFF"/>
              </a:solidFill>
            </a:ln>
            <a:effectLst/>
          </p:spPr>
          <p:txBody>
            <a:bodyPr rtlCol="0" anchor="ctr"/>
            <a:lstStyle/>
            <a:p>
              <a:pPr algn="ctr"/>
            </a:p>
          </p:txBody>
        </p:sp>
        <p:sp>
          <p:nvSpPr>
            <p:cNvPr id="1497" name="link1_sensor_5: 0.2045 m"/>
            <p:cNvSpPr/>
            <p:nvPr/>
          </p:nvSpPr>
          <p:spPr>
            <a:xfrm>
              <a:off x="9863422" y="3323507"/>
              <a:ext cx="28346" cy="28346"/>
            </a:xfrm>
            <a:prstGeom prst="ellipse">
              <a:avLst/>
            </a:prstGeom>
            <a:solidFill>
              <a:srgbClr val="00A6A6"/>
            </a:solidFill>
            <a:ln w="2743">
              <a:solidFill>
                <a:srgbClr val="FFFFFF"/>
              </a:solidFill>
            </a:ln>
            <a:effectLst/>
          </p:spPr>
          <p:txBody>
            <a:bodyPr rtlCol="0" anchor="ctr"/>
            <a:lstStyle/>
            <a:p>
              <a:pPr algn="ctr"/>
            </a:p>
          </p:txBody>
        </p:sp>
        <p:sp>
          <p:nvSpPr>
            <p:cNvPr id="1498" name="link4_sensor_1: 0.4121 m"/>
            <p:cNvSpPr/>
            <p:nvPr/>
          </p:nvSpPr>
          <p:spPr>
            <a:xfrm>
              <a:off x="10847562" y="1734364"/>
              <a:ext cx="28346" cy="28346"/>
            </a:xfrm>
            <a:prstGeom prst="ellipse">
              <a:avLst/>
            </a:prstGeom>
            <a:solidFill>
              <a:srgbClr val="00A6A6"/>
            </a:solidFill>
            <a:ln w="2743">
              <a:solidFill>
                <a:srgbClr val="FFFFFF"/>
              </a:solidFill>
            </a:ln>
            <a:effectLst/>
          </p:spPr>
          <p:txBody>
            <a:bodyPr rtlCol="0" anchor="ctr"/>
            <a:lstStyle/>
            <a:p>
              <a:pPr algn="ctr"/>
            </a:p>
          </p:txBody>
        </p:sp>
        <p:sp>
          <p:nvSpPr>
            <p:cNvPr id="1499" name="link4_sensor_1: 0.4870 m"/>
            <p:cNvSpPr/>
            <p:nvPr/>
          </p:nvSpPr>
          <p:spPr>
            <a:xfrm>
              <a:off x="10914081" y="1208915"/>
              <a:ext cx="28346" cy="28346"/>
            </a:xfrm>
            <a:prstGeom prst="ellipse">
              <a:avLst/>
            </a:prstGeom>
            <a:solidFill>
              <a:srgbClr val="00A6A6"/>
            </a:solidFill>
            <a:ln w="2743">
              <a:solidFill>
                <a:srgbClr val="FFFFFF"/>
              </a:solidFill>
            </a:ln>
            <a:effectLst/>
          </p:spPr>
          <p:txBody>
            <a:bodyPr rtlCol="0" anchor="ctr"/>
            <a:lstStyle/>
            <a:p>
              <a:pPr algn="ctr"/>
            </a:p>
          </p:txBody>
        </p:sp>
        <p:sp>
          <p:nvSpPr>
            <p:cNvPr id="1500" name="link2_sensor_4: 0.1314 m"/>
            <p:cNvSpPr/>
            <p:nvPr/>
          </p:nvSpPr>
          <p:spPr>
            <a:xfrm>
              <a:off x="9172848" y="2175002"/>
              <a:ext cx="28346" cy="28346"/>
            </a:xfrm>
            <a:prstGeom prst="ellipse">
              <a:avLst/>
            </a:prstGeom>
            <a:solidFill>
              <a:srgbClr val="00A6A6"/>
            </a:solidFill>
            <a:ln w="2743">
              <a:solidFill>
                <a:srgbClr val="FFFFFF"/>
              </a:solidFill>
            </a:ln>
            <a:effectLst/>
          </p:spPr>
          <p:txBody>
            <a:bodyPr rtlCol="0" anchor="ctr"/>
            <a:lstStyle/>
            <a:p>
              <a:pPr algn="ctr"/>
            </a:p>
          </p:txBody>
        </p:sp>
        <p:sp>
          <p:nvSpPr>
            <p:cNvPr id="1501" name="link2_sensor_3: 0.1053 m"/>
            <p:cNvSpPr/>
            <p:nvPr/>
          </p:nvSpPr>
          <p:spPr>
            <a:xfrm>
              <a:off x="9128891" y="2388750"/>
              <a:ext cx="28346" cy="28346"/>
            </a:xfrm>
            <a:prstGeom prst="ellipse">
              <a:avLst/>
            </a:prstGeom>
            <a:solidFill>
              <a:srgbClr val="00A6A6"/>
            </a:solidFill>
            <a:ln w="2743">
              <a:solidFill>
                <a:srgbClr val="FFFFFF"/>
              </a:solidFill>
            </a:ln>
            <a:effectLst/>
          </p:spPr>
          <p:txBody>
            <a:bodyPr rtlCol="0" anchor="ctr"/>
            <a:lstStyle/>
            <a:p>
              <a:pPr algn="ctr"/>
            </a:p>
          </p:txBody>
        </p:sp>
        <p:sp>
          <p:nvSpPr>
            <p:cNvPr id="1502" name="link4_sensor_3: 0.6515 m"/>
            <p:cNvSpPr/>
            <p:nvPr/>
          </p:nvSpPr>
          <p:spPr>
            <a:xfrm>
              <a:off x="11460845" y="1880225"/>
              <a:ext cx="28346" cy="28346"/>
            </a:xfrm>
            <a:prstGeom prst="ellipse">
              <a:avLst/>
            </a:prstGeom>
            <a:solidFill>
              <a:srgbClr val="00A6A6"/>
            </a:solidFill>
            <a:ln w="2743">
              <a:solidFill>
                <a:srgbClr val="FFFFFF"/>
              </a:solidFill>
            </a:ln>
            <a:effectLst/>
          </p:spPr>
          <p:txBody>
            <a:bodyPr rtlCol="0" anchor="ctr"/>
            <a:lstStyle/>
            <a:p>
              <a:pPr algn="ctr"/>
            </a:p>
          </p:txBody>
        </p:sp>
        <p:sp>
          <p:nvSpPr>
            <p:cNvPr id="1503" name="link1_sensor_5: 0.2149 m"/>
            <p:cNvSpPr/>
            <p:nvPr/>
          </p:nvSpPr>
          <p:spPr>
            <a:xfrm>
              <a:off x="9916679" y="3332650"/>
              <a:ext cx="28346" cy="28346"/>
            </a:xfrm>
            <a:prstGeom prst="ellipse">
              <a:avLst/>
            </a:prstGeom>
            <a:solidFill>
              <a:srgbClr val="00A6A6"/>
            </a:solidFill>
            <a:ln w="2743">
              <a:solidFill>
                <a:srgbClr val="FFFFFF"/>
              </a:solidFill>
            </a:ln>
            <a:effectLst/>
          </p:spPr>
          <p:txBody>
            <a:bodyPr rtlCol="0" anchor="ctr"/>
            <a:lstStyle/>
            <a:p>
              <a:pPr algn="ctr"/>
            </a:p>
          </p:txBody>
        </p:sp>
        <p:sp>
          <p:nvSpPr>
            <p:cNvPr id="1504" name="link6_sensor_2: 0.4613 m"/>
            <p:cNvSpPr/>
            <p:nvPr/>
          </p:nvSpPr>
          <p:spPr>
            <a:xfrm>
              <a:off x="10984142" y="813887"/>
              <a:ext cx="28346" cy="28346"/>
            </a:xfrm>
            <a:prstGeom prst="ellipse">
              <a:avLst/>
            </a:prstGeom>
            <a:solidFill>
              <a:srgbClr val="00A6A6"/>
            </a:solidFill>
            <a:ln w="2743">
              <a:solidFill>
                <a:srgbClr val="FFFFFF"/>
              </a:solidFill>
            </a:ln>
            <a:effectLst/>
          </p:spPr>
          <p:txBody>
            <a:bodyPr rtlCol="0" anchor="ctr"/>
            <a:lstStyle/>
            <a:p>
              <a:pPr algn="ctr"/>
            </a:p>
          </p:txBody>
        </p:sp>
        <p:sp>
          <p:nvSpPr>
            <p:cNvPr id="1505" name="link4_sensor_1: 0.4413 m"/>
            <p:cNvSpPr/>
            <p:nvPr/>
          </p:nvSpPr>
          <p:spPr>
            <a:xfrm>
              <a:off x="10867802" y="1495960"/>
              <a:ext cx="28346" cy="28346"/>
            </a:xfrm>
            <a:prstGeom prst="ellipse">
              <a:avLst/>
            </a:prstGeom>
            <a:solidFill>
              <a:srgbClr val="00A6A6"/>
            </a:solidFill>
            <a:ln w="2743">
              <a:solidFill>
                <a:srgbClr val="FFFFFF"/>
              </a:solidFill>
            </a:ln>
            <a:effectLst/>
          </p:spPr>
          <p:txBody>
            <a:bodyPr rtlCol="0" anchor="ctr"/>
            <a:lstStyle/>
            <a:p>
              <a:pPr algn="ctr"/>
            </a:p>
          </p:txBody>
        </p:sp>
        <p:sp>
          <p:nvSpPr>
            <p:cNvPr id="1506" name="link2_sensor_3: 0.1098 m"/>
            <p:cNvSpPr/>
            <p:nvPr/>
          </p:nvSpPr>
          <p:spPr>
            <a:xfrm>
              <a:off x="9135418" y="2327570"/>
              <a:ext cx="28346" cy="28346"/>
            </a:xfrm>
            <a:prstGeom prst="ellipse">
              <a:avLst/>
            </a:prstGeom>
            <a:solidFill>
              <a:srgbClr val="00A6A6"/>
            </a:solidFill>
            <a:ln w="2743">
              <a:solidFill>
                <a:srgbClr val="FFFFFF"/>
              </a:solidFill>
            </a:ln>
            <a:effectLst/>
          </p:spPr>
          <p:txBody>
            <a:bodyPr rtlCol="0" anchor="ctr"/>
            <a:lstStyle/>
            <a:p>
              <a:pPr algn="ctr"/>
            </a:p>
          </p:txBody>
        </p:sp>
        <p:sp>
          <p:nvSpPr>
            <p:cNvPr id="1507" name="link2_sensor_3: 0.1560 m"/>
            <p:cNvSpPr/>
            <p:nvPr/>
          </p:nvSpPr>
          <p:spPr>
            <a:xfrm>
              <a:off x="8991328" y="2296130"/>
              <a:ext cx="28346" cy="28346"/>
            </a:xfrm>
            <a:prstGeom prst="ellipse">
              <a:avLst/>
            </a:prstGeom>
            <a:solidFill>
              <a:srgbClr val="00A6A6"/>
            </a:solidFill>
            <a:ln w="2743">
              <a:solidFill>
                <a:srgbClr val="FFFFFF"/>
              </a:solidFill>
            </a:ln>
            <a:effectLst/>
          </p:spPr>
          <p:txBody>
            <a:bodyPr rtlCol="0" anchor="ctr"/>
            <a:lstStyle/>
            <a:p>
              <a:pPr algn="ctr"/>
            </a:p>
          </p:txBody>
        </p:sp>
        <p:sp>
          <p:nvSpPr>
            <p:cNvPr id="1508" name="link1_sensor_3: 0.6698 m"/>
            <p:cNvSpPr/>
            <p:nvPr/>
          </p:nvSpPr>
          <p:spPr>
            <a:xfrm>
              <a:off x="11482884" y="2343823"/>
              <a:ext cx="28346" cy="28346"/>
            </a:xfrm>
            <a:prstGeom prst="ellipse">
              <a:avLst/>
            </a:prstGeom>
            <a:solidFill>
              <a:srgbClr val="00A6A6"/>
            </a:solidFill>
            <a:ln w="2743">
              <a:solidFill>
                <a:srgbClr val="FFFFFF"/>
              </a:solidFill>
            </a:ln>
            <a:effectLst/>
          </p:spPr>
          <p:txBody>
            <a:bodyPr rtlCol="0" anchor="ctr"/>
            <a:lstStyle/>
            <a:p>
              <a:pPr algn="ctr"/>
            </a:p>
          </p:txBody>
        </p:sp>
        <p:sp>
          <p:nvSpPr>
            <p:cNvPr id="1509" name="link2_sensor_3: 0.1049 m"/>
            <p:cNvSpPr/>
            <p:nvPr/>
          </p:nvSpPr>
          <p:spPr>
            <a:xfrm>
              <a:off x="9125670" y="2367951"/>
              <a:ext cx="28346" cy="28346"/>
            </a:xfrm>
            <a:prstGeom prst="ellipse">
              <a:avLst/>
            </a:prstGeom>
            <a:solidFill>
              <a:srgbClr val="00A6A6"/>
            </a:solidFill>
            <a:ln w="2743">
              <a:solidFill>
                <a:srgbClr val="FFFFFF"/>
              </a:solidFill>
            </a:ln>
            <a:effectLst/>
          </p:spPr>
          <p:txBody>
            <a:bodyPr rtlCol="0" anchor="ctr"/>
            <a:lstStyle/>
            <a:p>
              <a:pPr algn="ctr"/>
            </a:p>
          </p:txBody>
        </p:sp>
        <p:sp>
          <p:nvSpPr>
            <p:cNvPr id="1510" name="link5_back_sensor_5: 0.3000 m"/>
            <p:cNvSpPr/>
            <p:nvPr/>
          </p:nvSpPr>
          <p:spPr>
            <a:xfrm>
              <a:off x="8890993" y="329465"/>
              <a:ext cx="28346" cy="28346"/>
            </a:xfrm>
            <a:prstGeom prst="ellipse">
              <a:avLst/>
            </a:prstGeom>
            <a:solidFill>
              <a:srgbClr val="00A6A6"/>
            </a:solidFill>
            <a:ln w="2743">
              <a:solidFill>
                <a:srgbClr val="FFFFFF"/>
              </a:solidFill>
            </a:ln>
            <a:effectLst/>
          </p:spPr>
          <p:txBody>
            <a:bodyPr rtlCol="0" anchor="ctr"/>
            <a:lstStyle/>
            <a:p>
              <a:pPr algn="ctr"/>
            </a:p>
          </p:txBody>
        </p:sp>
        <p:sp>
          <p:nvSpPr>
            <p:cNvPr id="1511" name="link2_sensor_3: 0.1094 m"/>
            <p:cNvSpPr/>
            <p:nvPr/>
          </p:nvSpPr>
          <p:spPr>
            <a:xfrm>
              <a:off x="9132061" y="2305862"/>
              <a:ext cx="28346" cy="28346"/>
            </a:xfrm>
            <a:prstGeom prst="ellipse">
              <a:avLst/>
            </a:prstGeom>
            <a:solidFill>
              <a:srgbClr val="00A6A6"/>
            </a:solidFill>
            <a:ln w="2743">
              <a:solidFill>
                <a:srgbClr val="FFFFFF"/>
              </a:solidFill>
            </a:ln>
            <a:effectLst/>
          </p:spPr>
          <p:txBody>
            <a:bodyPr rtlCol="0" anchor="ctr"/>
            <a:lstStyle/>
            <a:p>
              <a:pPr algn="ctr"/>
            </a:p>
          </p:txBody>
        </p:sp>
        <p:sp>
          <p:nvSpPr>
            <p:cNvPr id="1512" name="link6_sensor_2: 0.5391 m"/>
            <p:cNvSpPr/>
            <p:nvPr/>
          </p:nvSpPr>
          <p:spPr>
            <a:xfrm>
              <a:off x="11049122" y="301131"/>
              <a:ext cx="28346" cy="28346"/>
            </a:xfrm>
            <a:prstGeom prst="ellipse">
              <a:avLst/>
            </a:prstGeom>
            <a:solidFill>
              <a:srgbClr val="00A6A6"/>
            </a:solidFill>
            <a:ln w="2743">
              <a:solidFill>
                <a:srgbClr val="FFFFFF"/>
              </a:solidFill>
            </a:ln>
            <a:effectLst/>
          </p:spPr>
          <p:txBody>
            <a:bodyPr rtlCol="0" anchor="ctr"/>
            <a:lstStyle/>
            <a:p>
              <a:pPr algn="ctr"/>
            </a:p>
          </p:txBody>
        </p:sp>
        <p:sp>
          <p:nvSpPr>
            <p:cNvPr id="1513" name="link2_sensor_3: 0.1046 m"/>
            <p:cNvSpPr/>
            <p:nvPr/>
          </p:nvSpPr>
          <p:spPr>
            <a:xfrm>
              <a:off x="9122438" y="2347145"/>
              <a:ext cx="28346" cy="28346"/>
            </a:xfrm>
            <a:prstGeom prst="ellipse">
              <a:avLst/>
            </a:prstGeom>
            <a:solidFill>
              <a:srgbClr val="00A6A6"/>
            </a:solidFill>
            <a:ln w="2743">
              <a:solidFill>
                <a:srgbClr val="FFFFFF"/>
              </a:solidFill>
            </a:ln>
            <a:effectLst/>
          </p:spPr>
          <p:txBody>
            <a:bodyPr rtlCol="0" anchor="ctr"/>
            <a:lstStyle/>
            <a:p>
              <a:pPr algn="ctr"/>
            </a:p>
          </p:txBody>
        </p:sp>
        <p:sp>
          <p:nvSpPr>
            <p:cNvPr id="1514" name="link2_sensor_4: 0.1406 m"/>
            <p:cNvSpPr/>
            <p:nvPr/>
          </p:nvSpPr>
          <p:spPr>
            <a:xfrm>
              <a:off x="9105560" y="2187939"/>
              <a:ext cx="28346" cy="28346"/>
            </a:xfrm>
            <a:prstGeom prst="ellipse">
              <a:avLst/>
            </a:prstGeom>
            <a:solidFill>
              <a:srgbClr val="00A6A6"/>
            </a:solidFill>
            <a:ln w="2743">
              <a:solidFill>
                <a:srgbClr val="FFFFFF"/>
              </a:solidFill>
            </a:ln>
            <a:effectLst/>
          </p:spPr>
          <p:txBody>
            <a:bodyPr rtlCol="0" anchor="ctr"/>
            <a:lstStyle/>
            <a:p>
              <a:pPr algn="ctr"/>
            </a:p>
          </p:txBody>
        </p:sp>
        <p:sp>
          <p:nvSpPr>
            <p:cNvPr id="1515" name="link2_sensor_4: 0.1236 m"/>
            <p:cNvSpPr/>
            <p:nvPr/>
          </p:nvSpPr>
          <p:spPr>
            <a:xfrm>
              <a:off x="9153075" y="2202325"/>
              <a:ext cx="28346" cy="28346"/>
            </a:xfrm>
            <a:prstGeom prst="ellipse">
              <a:avLst/>
            </a:prstGeom>
            <a:solidFill>
              <a:srgbClr val="00A6A6"/>
            </a:solidFill>
            <a:ln w="2743">
              <a:solidFill>
                <a:srgbClr val="FFFFFF"/>
              </a:solidFill>
            </a:ln>
            <a:effectLst/>
          </p:spPr>
          <p:txBody>
            <a:bodyPr rtlCol="0" anchor="ctr"/>
            <a:lstStyle/>
            <a:p>
              <a:pPr algn="ctr"/>
            </a:p>
          </p:txBody>
        </p:sp>
        <p:sp>
          <p:nvSpPr>
            <p:cNvPr id="1516" name="link6_sensor_5: 0.4358 m"/>
            <p:cNvSpPr/>
            <p:nvPr/>
          </p:nvSpPr>
          <p:spPr>
            <a:xfrm>
              <a:off x="10897296" y="1513042"/>
              <a:ext cx="28346" cy="28346"/>
            </a:xfrm>
            <a:prstGeom prst="ellipse">
              <a:avLst/>
            </a:prstGeom>
            <a:solidFill>
              <a:srgbClr val="00A6A6"/>
            </a:solidFill>
            <a:ln w="2743">
              <a:solidFill>
                <a:srgbClr val="FFFFFF"/>
              </a:solidFill>
            </a:ln>
            <a:effectLst/>
          </p:spPr>
          <p:txBody>
            <a:bodyPr rtlCol="0" anchor="ctr"/>
            <a:lstStyle/>
            <a:p>
              <a:pPr algn="ctr"/>
            </a:p>
          </p:txBody>
        </p:sp>
        <p:sp>
          <p:nvSpPr>
            <p:cNvPr id="1517" name="link1_sensor_3: 0.4848 m"/>
            <p:cNvSpPr/>
            <p:nvPr/>
          </p:nvSpPr>
          <p:spPr>
            <a:xfrm>
              <a:off x="11012496" y="1967412"/>
              <a:ext cx="28346" cy="28346"/>
            </a:xfrm>
            <a:prstGeom prst="ellipse">
              <a:avLst/>
            </a:prstGeom>
            <a:solidFill>
              <a:srgbClr val="00A6A6"/>
            </a:solidFill>
            <a:ln w="2743">
              <a:solidFill>
                <a:srgbClr val="FFFFFF"/>
              </a:solidFill>
            </a:ln>
            <a:effectLst/>
          </p:spPr>
          <p:txBody>
            <a:bodyPr rtlCol="0" anchor="ctr"/>
            <a:lstStyle/>
            <a:p>
              <a:pPr algn="ctr"/>
            </a:p>
          </p:txBody>
        </p:sp>
        <p:sp>
          <p:nvSpPr>
            <p:cNvPr id="1518" name="link2_sensor_3: 0.1042 m"/>
            <p:cNvSpPr/>
            <p:nvPr/>
          </p:nvSpPr>
          <p:spPr>
            <a:xfrm>
              <a:off x="9119224" y="2326352"/>
              <a:ext cx="28346" cy="28346"/>
            </a:xfrm>
            <a:prstGeom prst="ellipse">
              <a:avLst/>
            </a:prstGeom>
            <a:solidFill>
              <a:srgbClr val="00A6A6"/>
            </a:solidFill>
            <a:ln w="2743">
              <a:solidFill>
                <a:srgbClr val="FFFFFF"/>
              </a:solidFill>
            </a:ln>
            <a:effectLst/>
          </p:spPr>
          <p:txBody>
            <a:bodyPr rtlCol="0" anchor="ctr"/>
            <a:lstStyle/>
            <a:p>
              <a:pPr algn="ctr"/>
            </a:p>
          </p:txBody>
        </p:sp>
        <p:sp>
          <p:nvSpPr>
            <p:cNvPr id="1519" name="link4_sensor_1: 0.5332 m"/>
            <p:cNvSpPr/>
            <p:nvPr/>
          </p:nvSpPr>
          <p:spPr>
            <a:xfrm>
              <a:off x="11155855" y="1700341"/>
              <a:ext cx="28346" cy="28346"/>
            </a:xfrm>
            <a:prstGeom prst="ellipse">
              <a:avLst/>
            </a:prstGeom>
            <a:solidFill>
              <a:srgbClr val="00A6A6"/>
            </a:solidFill>
            <a:ln w="2743">
              <a:solidFill>
                <a:srgbClr val="FFFFFF"/>
              </a:solidFill>
            </a:ln>
            <a:effectLst/>
          </p:spPr>
          <p:txBody>
            <a:bodyPr rtlCol="0" anchor="ctr"/>
            <a:lstStyle/>
            <a:p>
              <a:pPr algn="ctr"/>
            </a:p>
          </p:txBody>
        </p:sp>
        <p:sp>
          <p:nvSpPr>
            <p:cNvPr id="1520" name="link6_sensor_2: 0.4997 m"/>
            <p:cNvSpPr/>
            <p:nvPr/>
          </p:nvSpPr>
          <p:spPr>
            <a:xfrm>
              <a:off x="11020831" y="512713"/>
              <a:ext cx="28346" cy="28346"/>
            </a:xfrm>
            <a:prstGeom prst="ellipse">
              <a:avLst/>
            </a:prstGeom>
            <a:solidFill>
              <a:srgbClr val="00A6A6"/>
            </a:solidFill>
            <a:ln w="2743">
              <a:solidFill>
                <a:srgbClr val="FFFFFF"/>
              </a:solidFill>
            </a:ln>
            <a:effectLst/>
          </p:spPr>
          <p:txBody>
            <a:bodyPr rtlCol="0" anchor="ctr"/>
            <a:lstStyle/>
            <a:p>
              <a:pPr algn="ctr"/>
            </a:p>
          </p:txBody>
        </p:sp>
        <p:sp>
          <p:nvSpPr>
            <p:cNvPr id="1521" name="link6_sensor_5: 0.4792 m"/>
            <p:cNvSpPr/>
            <p:nvPr/>
          </p:nvSpPr>
          <p:spPr>
            <a:xfrm>
              <a:off x="10926035" y="1695579"/>
              <a:ext cx="28346" cy="28346"/>
            </a:xfrm>
            <a:prstGeom prst="ellipse">
              <a:avLst/>
            </a:prstGeom>
            <a:solidFill>
              <a:srgbClr val="00A6A6"/>
            </a:solidFill>
            <a:ln w="2743">
              <a:solidFill>
                <a:srgbClr val="FFFFFF"/>
              </a:solidFill>
            </a:ln>
            <a:effectLst/>
          </p:spPr>
          <p:txBody>
            <a:bodyPr rtlCol="0" anchor="ctr"/>
            <a:lstStyle/>
            <a:p>
              <a:pPr algn="ctr"/>
            </a:p>
          </p:txBody>
        </p:sp>
        <p:sp>
          <p:nvSpPr>
            <p:cNvPr id="1522" name="link2_sensor_4: 0.7141 m"/>
            <p:cNvSpPr/>
            <p:nvPr/>
          </p:nvSpPr>
          <p:spPr>
            <a:xfrm>
              <a:off x="8769592" y="563497"/>
              <a:ext cx="28346" cy="28346"/>
            </a:xfrm>
            <a:prstGeom prst="ellipse">
              <a:avLst/>
            </a:prstGeom>
            <a:solidFill>
              <a:srgbClr val="00A6A6"/>
            </a:solidFill>
            <a:ln w="2743">
              <a:solidFill>
                <a:srgbClr val="FFFFFF"/>
              </a:solidFill>
            </a:ln>
            <a:effectLst/>
          </p:spPr>
          <p:txBody>
            <a:bodyPr rtlCol="0" anchor="ctr"/>
            <a:lstStyle/>
            <a:p>
              <a:pPr algn="ctr"/>
            </a:p>
          </p:txBody>
        </p:sp>
        <p:sp>
          <p:nvSpPr>
            <p:cNvPr id="1523" name="link4_sensor_1: 0.4159 m"/>
            <p:cNvSpPr/>
            <p:nvPr/>
          </p:nvSpPr>
          <p:spPr>
            <a:xfrm>
              <a:off x="10855356" y="1649893"/>
              <a:ext cx="28346" cy="28346"/>
            </a:xfrm>
            <a:prstGeom prst="ellipse">
              <a:avLst/>
            </a:prstGeom>
            <a:solidFill>
              <a:srgbClr val="00A6A6"/>
            </a:solidFill>
            <a:ln w="2743">
              <a:solidFill>
                <a:srgbClr val="FFFFFF"/>
              </a:solidFill>
            </a:ln>
            <a:effectLst/>
          </p:spPr>
          <p:txBody>
            <a:bodyPr rtlCol="0" anchor="ctr"/>
            <a:lstStyle/>
            <a:p>
              <a:pPr algn="ctr"/>
            </a:p>
          </p:txBody>
        </p:sp>
        <p:sp>
          <p:nvSpPr>
            <p:cNvPr id="1524" name="link1_sensor_3: 0.5578 m"/>
            <p:cNvSpPr/>
            <p:nvPr/>
          </p:nvSpPr>
          <p:spPr>
            <a:xfrm>
              <a:off x="11207889" y="2069917"/>
              <a:ext cx="28346" cy="28346"/>
            </a:xfrm>
            <a:prstGeom prst="ellipse">
              <a:avLst/>
            </a:prstGeom>
            <a:solidFill>
              <a:srgbClr val="00A6A6"/>
            </a:solidFill>
            <a:ln w="2743">
              <a:solidFill>
                <a:srgbClr val="FFFFFF"/>
              </a:solidFill>
            </a:ln>
            <a:effectLst/>
          </p:spPr>
          <p:txBody>
            <a:bodyPr rtlCol="0" anchor="ctr"/>
            <a:lstStyle/>
            <a:p>
              <a:pPr algn="ctr"/>
            </a:p>
          </p:txBody>
        </p:sp>
        <p:sp>
          <p:nvSpPr>
            <p:cNvPr id="1525" name="link4_sensor_3: 0.5332 m"/>
            <p:cNvSpPr/>
            <p:nvPr/>
          </p:nvSpPr>
          <p:spPr>
            <a:xfrm>
              <a:off x="11243877" y="1705522"/>
              <a:ext cx="28346" cy="28346"/>
            </a:xfrm>
            <a:prstGeom prst="ellipse">
              <a:avLst/>
            </a:prstGeom>
            <a:solidFill>
              <a:srgbClr val="00A6A6"/>
            </a:solidFill>
            <a:ln w="2743">
              <a:solidFill>
                <a:srgbClr val="FFFFFF"/>
              </a:solidFill>
            </a:ln>
            <a:effectLst/>
          </p:spPr>
          <p:txBody>
            <a:bodyPr rtlCol="0" anchor="ctr"/>
            <a:lstStyle/>
            <a:p>
              <a:pPr algn="ctr"/>
            </a:p>
          </p:txBody>
        </p:sp>
        <p:sp>
          <p:nvSpPr>
            <p:cNvPr id="1526" name="link4_sensor_1: 0.6616 m"/>
            <p:cNvSpPr/>
            <p:nvPr/>
          </p:nvSpPr>
          <p:spPr>
            <a:xfrm>
              <a:off x="11508522" y="1784422"/>
              <a:ext cx="28346" cy="28346"/>
            </a:xfrm>
            <a:prstGeom prst="ellipse">
              <a:avLst/>
            </a:prstGeom>
            <a:solidFill>
              <a:srgbClr val="00A6A6"/>
            </a:solidFill>
            <a:ln w="2743">
              <a:solidFill>
                <a:srgbClr val="FFFFFF"/>
              </a:solidFill>
            </a:ln>
            <a:effectLst/>
          </p:spPr>
          <p:txBody>
            <a:bodyPr rtlCol="0" anchor="ctr"/>
            <a:lstStyle/>
            <a:p>
              <a:pPr algn="ctr"/>
            </a:p>
          </p:txBody>
        </p:sp>
        <p:sp>
          <p:nvSpPr>
            <p:cNvPr id="1527" name="link4_sensor_1: 0.4922 m"/>
            <p:cNvSpPr/>
            <p:nvPr/>
          </p:nvSpPr>
          <p:spPr>
            <a:xfrm>
              <a:off x="10925226" y="1093681"/>
              <a:ext cx="28346" cy="28346"/>
            </a:xfrm>
            <a:prstGeom prst="ellipse">
              <a:avLst/>
            </a:prstGeom>
            <a:solidFill>
              <a:srgbClr val="00A6A6"/>
            </a:solidFill>
            <a:ln w="2743">
              <a:solidFill>
                <a:srgbClr val="FFFFFF"/>
              </a:solidFill>
            </a:ln>
            <a:effectLst/>
          </p:spPr>
          <p:txBody>
            <a:bodyPr rtlCol="0" anchor="ctr"/>
            <a:lstStyle/>
            <a:p>
              <a:pPr algn="ctr"/>
            </a:p>
          </p:txBody>
        </p:sp>
        <p:sp>
          <p:nvSpPr>
            <p:cNvPr id="1528" name="link6_sensor_2: 0.4656 m"/>
            <p:cNvSpPr/>
            <p:nvPr/>
          </p:nvSpPr>
          <p:spPr>
            <a:xfrm>
              <a:off x="10996069" y="697588"/>
              <a:ext cx="28346" cy="28346"/>
            </a:xfrm>
            <a:prstGeom prst="ellipse">
              <a:avLst/>
            </a:prstGeom>
            <a:solidFill>
              <a:srgbClr val="00A6A6"/>
            </a:solidFill>
            <a:ln w="2743">
              <a:solidFill>
                <a:srgbClr val="FFFFFF"/>
              </a:solidFill>
            </a:ln>
            <a:effectLst/>
          </p:spPr>
          <p:txBody>
            <a:bodyPr rtlCol="0" anchor="ctr"/>
            <a:lstStyle/>
            <a:p>
              <a:pPr algn="ctr"/>
            </a:p>
          </p:txBody>
        </p:sp>
        <p:sp>
          <p:nvSpPr>
            <p:cNvPr id="1529" name="link4_sensor_1: 0.4342 m"/>
            <p:cNvSpPr/>
            <p:nvPr/>
          </p:nvSpPr>
          <p:spPr>
            <a:xfrm>
              <a:off x="10853185" y="1406818"/>
              <a:ext cx="28346" cy="28346"/>
            </a:xfrm>
            <a:prstGeom prst="ellipse">
              <a:avLst/>
            </a:prstGeom>
            <a:solidFill>
              <a:srgbClr val="00A6A6"/>
            </a:solidFill>
            <a:ln w="2743">
              <a:solidFill>
                <a:srgbClr val="FFFFFF"/>
              </a:solidFill>
            </a:ln>
            <a:effectLst/>
          </p:spPr>
          <p:txBody>
            <a:bodyPr rtlCol="0" anchor="ctr"/>
            <a:lstStyle/>
            <a:p>
              <a:pPr algn="ctr"/>
            </a:p>
          </p:txBody>
        </p:sp>
        <p:sp>
          <p:nvSpPr>
            <p:cNvPr id="1530" name="link1_sensor_3: 0.6715 m"/>
            <p:cNvSpPr/>
            <p:nvPr/>
          </p:nvSpPr>
          <p:spPr>
            <a:xfrm>
              <a:off x="11510589" y="2202198"/>
              <a:ext cx="28346" cy="28346"/>
            </a:xfrm>
            <a:prstGeom prst="ellipse">
              <a:avLst/>
            </a:prstGeom>
            <a:solidFill>
              <a:srgbClr val="00A6A6"/>
            </a:solidFill>
            <a:ln w="2743">
              <a:solidFill>
                <a:srgbClr val="FFFFFF"/>
              </a:solidFill>
            </a:ln>
            <a:effectLst/>
          </p:spPr>
          <p:txBody>
            <a:bodyPr rtlCol="0" anchor="ctr"/>
            <a:lstStyle/>
            <a:p>
              <a:pPr algn="ctr"/>
            </a:p>
          </p:txBody>
        </p:sp>
        <p:sp>
          <p:nvSpPr>
            <p:cNvPr id="1531" name="link4_sensor_2: 0.6223 m"/>
            <p:cNvSpPr/>
            <p:nvPr/>
          </p:nvSpPr>
          <p:spPr>
            <a:xfrm>
              <a:off x="10865190" y="236982"/>
              <a:ext cx="28346" cy="28346"/>
            </a:xfrm>
            <a:prstGeom prst="ellipse">
              <a:avLst/>
            </a:prstGeom>
            <a:solidFill>
              <a:srgbClr val="00A6A6"/>
            </a:solidFill>
            <a:ln w="2743">
              <a:solidFill>
                <a:srgbClr val="FFFFFF"/>
              </a:solidFill>
            </a:ln>
            <a:effectLst/>
          </p:spPr>
          <p:txBody>
            <a:bodyPr rtlCol="0" anchor="ctr"/>
            <a:lstStyle/>
            <a:p>
              <a:pPr algn="ctr"/>
            </a:p>
          </p:txBody>
        </p:sp>
        <p:sp>
          <p:nvSpPr>
            <p:cNvPr id="1532" name="link4_sensor_1: 0.4457 m"/>
            <p:cNvSpPr/>
            <p:nvPr/>
          </p:nvSpPr>
          <p:spPr>
            <a:xfrm>
              <a:off x="10919734" y="1551467"/>
              <a:ext cx="28346" cy="28346"/>
            </a:xfrm>
            <a:prstGeom prst="ellipse">
              <a:avLst/>
            </a:prstGeom>
            <a:solidFill>
              <a:srgbClr val="00A6A6"/>
            </a:solidFill>
            <a:ln w="2743">
              <a:solidFill>
                <a:srgbClr val="FFFFFF"/>
              </a:solidFill>
            </a:ln>
            <a:effectLst/>
          </p:spPr>
          <p:txBody>
            <a:bodyPr rtlCol="0" anchor="ctr"/>
            <a:lstStyle/>
            <a:p>
              <a:pPr algn="ctr"/>
            </a:p>
          </p:txBody>
        </p:sp>
        <p:sp>
          <p:nvSpPr>
            <p:cNvPr id="1533" name="link4_sensor_3: 0.6632 m"/>
            <p:cNvSpPr/>
            <p:nvPr/>
          </p:nvSpPr>
          <p:spPr>
            <a:xfrm>
              <a:off x="11586299" y="1760276"/>
              <a:ext cx="28346" cy="28346"/>
            </a:xfrm>
            <a:prstGeom prst="ellipse">
              <a:avLst/>
            </a:prstGeom>
            <a:solidFill>
              <a:srgbClr val="00A6A6"/>
            </a:solidFill>
            <a:ln w="2743">
              <a:solidFill>
                <a:srgbClr val="FFFFFF"/>
              </a:solidFill>
            </a:ln>
            <a:effectLst/>
          </p:spPr>
          <p:txBody>
            <a:bodyPr rtlCol="0" anchor="ctr"/>
            <a:lstStyle/>
            <a:p>
              <a:pPr algn="ctr"/>
            </a:p>
          </p:txBody>
        </p:sp>
        <p:sp>
          <p:nvSpPr>
            <p:cNvPr id="1534" name="link4_sensor_1: 0.5706 m"/>
            <p:cNvSpPr/>
            <p:nvPr/>
          </p:nvSpPr>
          <p:spPr>
            <a:xfrm>
              <a:off x="11244185" y="1580277"/>
              <a:ext cx="28346" cy="28346"/>
            </a:xfrm>
            <a:prstGeom prst="ellipse">
              <a:avLst/>
            </a:prstGeom>
            <a:solidFill>
              <a:srgbClr val="00A6A6"/>
            </a:solidFill>
            <a:ln w="2743">
              <a:solidFill>
                <a:srgbClr val="FFFFFF"/>
              </a:solidFill>
            </a:ln>
            <a:effectLst/>
          </p:spPr>
          <p:txBody>
            <a:bodyPr rtlCol="0" anchor="ctr"/>
            <a:lstStyle/>
            <a:p>
              <a:pPr algn="ctr"/>
            </a:p>
          </p:txBody>
        </p:sp>
        <p:sp>
          <p:nvSpPr>
            <p:cNvPr id="1535" name="link6_sensor_5: 0.4358 m"/>
            <p:cNvSpPr/>
            <p:nvPr/>
          </p:nvSpPr>
          <p:spPr>
            <a:xfrm>
              <a:off x="10925960" y="1420259"/>
              <a:ext cx="28346" cy="28346"/>
            </a:xfrm>
            <a:prstGeom prst="ellipse">
              <a:avLst/>
            </a:prstGeom>
            <a:solidFill>
              <a:srgbClr val="00A6A6"/>
            </a:solidFill>
            <a:ln w="2743">
              <a:solidFill>
                <a:srgbClr val="FFFFFF"/>
              </a:solidFill>
            </a:ln>
            <a:effectLst/>
          </p:spPr>
          <p:txBody>
            <a:bodyPr rtlCol="0" anchor="ctr"/>
            <a:lstStyle/>
            <a:p>
              <a:pPr algn="ctr"/>
            </a:p>
          </p:txBody>
        </p:sp>
        <p:sp>
          <p:nvSpPr>
            <p:cNvPr id="1536" name="link6_sensor_2: 0.5047 m"/>
            <p:cNvSpPr/>
            <p:nvPr/>
          </p:nvSpPr>
          <p:spPr>
            <a:xfrm>
              <a:off x="11034940" y="376320"/>
              <a:ext cx="28346" cy="28346"/>
            </a:xfrm>
            <a:prstGeom prst="ellipse">
              <a:avLst/>
            </a:prstGeom>
            <a:solidFill>
              <a:srgbClr val="00A6A6"/>
            </a:solidFill>
            <a:ln w="2743">
              <a:solidFill>
                <a:srgbClr val="FFFFFF"/>
              </a:solidFill>
            </a:ln>
            <a:effectLst/>
          </p:spPr>
          <p:txBody>
            <a:bodyPr rtlCol="0" anchor="ctr"/>
            <a:lstStyle/>
            <a:p>
              <a:pPr algn="ctr"/>
            </a:p>
          </p:txBody>
        </p:sp>
        <p:sp>
          <p:nvSpPr>
            <p:cNvPr id="1537" name="link1_sensor_3: 0.5590 m"/>
            <p:cNvSpPr/>
            <p:nvPr/>
          </p:nvSpPr>
          <p:spPr>
            <a:xfrm>
              <a:off x="11225967" y="1945772"/>
              <a:ext cx="28346" cy="28346"/>
            </a:xfrm>
            <a:prstGeom prst="ellipse">
              <a:avLst/>
            </a:prstGeom>
            <a:solidFill>
              <a:srgbClr val="00A6A6"/>
            </a:solidFill>
            <a:ln w="2743">
              <a:solidFill>
                <a:srgbClr val="FFFFFF"/>
              </a:solidFill>
            </a:ln>
            <a:effectLst/>
          </p:spPr>
          <p:txBody>
            <a:bodyPr rtlCol="0" anchor="ctr"/>
            <a:lstStyle/>
            <a:p>
              <a:pPr algn="ctr"/>
            </a:p>
          </p:txBody>
        </p:sp>
        <p:sp>
          <p:nvSpPr>
            <p:cNvPr id="1538" name="link4_sensor_1: 0.4449 m"/>
            <p:cNvSpPr/>
            <p:nvPr/>
          </p:nvSpPr>
          <p:spPr>
            <a:xfrm>
              <a:off x="10875346" y="1301583"/>
              <a:ext cx="28346" cy="28346"/>
            </a:xfrm>
            <a:prstGeom prst="ellipse">
              <a:avLst/>
            </a:prstGeom>
            <a:solidFill>
              <a:srgbClr val="00A6A6"/>
            </a:solidFill>
            <a:ln w="2743">
              <a:solidFill>
                <a:srgbClr val="FFFFFF"/>
              </a:solidFill>
            </a:ln>
            <a:effectLst/>
          </p:spPr>
          <p:txBody>
            <a:bodyPr rtlCol="0" anchor="ctr"/>
            <a:lstStyle/>
            <a:p>
              <a:pPr algn="ctr"/>
            </a:p>
          </p:txBody>
        </p:sp>
        <p:sp>
          <p:nvSpPr>
            <p:cNvPr id="1539" name="link6_sensor_2: 0.4700 m"/>
            <p:cNvSpPr/>
            <p:nvPr/>
          </p:nvSpPr>
          <p:spPr>
            <a:xfrm>
              <a:off x="11008644" y="575009"/>
              <a:ext cx="28346" cy="28346"/>
            </a:xfrm>
            <a:prstGeom prst="ellipse">
              <a:avLst/>
            </a:prstGeom>
            <a:solidFill>
              <a:srgbClr val="00A6A6"/>
            </a:solidFill>
            <a:ln w="2743">
              <a:solidFill>
                <a:srgbClr val="FFFFFF"/>
              </a:solidFill>
            </a:ln>
            <a:effectLst/>
          </p:spPr>
          <p:txBody>
            <a:bodyPr rtlCol="0" anchor="ctr"/>
            <a:lstStyle/>
            <a:p>
              <a:pPr algn="ctr"/>
            </a:p>
          </p:txBody>
        </p:sp>
        <p:sp>
          <p:nvSpPr>
            <p:cNvPr id="1540" name="link6_sensor_1: 0.4496 m"/>
            <p:cNvSpPr/>
            <p:nvPr/>
          </p:nvSpPr>
          <p:spPr>
            <a:xfrm>
              <a:off x="10980052" y="603987"/>
              <a:ext cx="28346" cy="28346"/>
            </a:xfrm>
            <a:prstGeom prst="ellipse">
              <a:avLst/>
            </a:prstGeom>
            <a:solidFill>
              <a:srgbClr val="00A6A6"/>
            </a:solidFill>
            <a:ln w="2743">
              <a:solidFill>
                <a:srgbClr val="FFFFFF"/>
              </a:solidFill>
            </a:ln>
            <a:effectLst/>
          </p:spPr>
          <p:txBody>
            <a:bodyPr rtlCol="0" anchor="ctr"/>
            <a:lstStyle/>
            <a:p>
              <a:pPr algn="ctr"/>
            </a:p>
          </p:txBody>
        </p:sp>
        <p:sp>
          <p:nvSpPr>
            <p:cNvPr id="1541" name="link4_sensor_1: 0.4976 m"/>
            <p:cNvSpPr/>
            <p:nvPr/>
          </p:nvSpPr>
          <p:spPr>
            <a:xfrm>
              <a:off x="10937027" y="971687"/>
              <a:ext cx="28346" cy="28346"/>
            </a:xfrm>
            <a:prstGeom prst="ellipse">
              <a:avLst/>
            </a:prstGeom>
            <a:solidFill>
              <a:srgbClr val="00A6A6"/>
            </a:solidFill>
            <a:ln w="2743">
              <a:solidFill>
                <a:srgbClr val="FFFFFF"/>
              </a:solidFill>
            </a:ln>
            <a:effectLst/>
          </p:spPr>
          <p:txBody>
            <a:bodyPr rtlCol="0" anchor="ctr"/>
            <a:lstStyle/>
            <a:p>
              <a:pPr algn="ctr"/>
            </a:p>
          </p:txBody>
        </p:sp>
        <p:sp>
          <p:nvSpPr>
            <p:cNvPr id="1542" name="link4_sensor_1: 0.4702 m"/>
            <p:cNvSpPr/>
            <p:nvPr/>
          </p:nvSpPr>
          <p:spPr>
            <a:xfrm>
              <a:off x="10973766" y="1441338"/>
              <a:ext cx="28346" cy="28346"/>
            </a:xfrm>
            <a:prstGeom prst="ellipse">
              <a:avLst/>
            </a:prstGeom>
            <a:solidFill>
              <a:srgbClr val="00A6A6"/>
            </a:solidFill>
            <a:ln w="2743">
              <a:solidFill>
                <a:srgbClr val="FFFFFF"/>
              </a:solidFill>
            </a:ln>
            <a:effectLst/>
          </p:spPr>
          <p:txBody>
            <a:bodyPr rtlCol="0" anchor="ctr"/>
            <a:lstStyle/>
            <a:p>
              <a:pPr algn="ctr"/>
            </a:p>
          </p:txBody>
        </p:sp>
        <p:sp>
          <p:nvSpPr>
            <p:cNvPr id="1543" name="link4_sensor_1: 0.6943 m"/>
            <p:cNvSpPr/>
            <p:nvPr/>
          </p:nvSpPr>
          <p:spPr>
            <a:xfrm>
              <a:off x="11600395" y="1643530"/>
              <a:ext cx="28346" cy="28346"/>
            </a:xfrm>
            <a:prstGeom prst="ellipse">
              <a:avLst/>
            </a:prstGeom>
            <a:solidFill>
              <a:srgbClr val="00A6A6"/>
            </a:solidFill>
            <a:ln w="2743">
              <a:solidFill>
                <a:srgbClr val="FFFFFF"/>
              </a:solidFill>
            </a:ln>
            <a:effectLst/>
          </p:spPr>
          <p:txBody>
            <a:bodyPr rtlCol="0" anchor="ctr"/>
            <a:lstStyle/>
            <a:p>
              <a:pPr algn="ctr"/>
            </a:p>
          </p:txBody>
        </p:sp>
        <p:sp>
          <p:nvSpPr>
            <p:cNvPr id="1544" name="link4_sensor_2: 0.5810 m"/>
            <p:cNvSpPr/>
            <p:nvPr/>
          </p:nvSpPr>
          <p:spPr>
            <a:xfrm>
              <a:off x="10665429" y="239519"/>
              <a:ext cx="28346" cy="28346"/>
            </a:xfrm>
            <a:prstGeom prst="ellipse">
              <a:avLst/>
            </a:prstGeom>
            <a:solidFill>
              <a:srgbClr val="00A6A6"/>
            </a:solidFill>
            <a:ln w="2743">
              <a:solidFill>
                <a:srgbClr val="FFFFFF"/>
              </a:solidFill>
            </a:ln>
            <a:effectLst/>
          </p:spPr>
          <p:txBody>
            <a:bodyPr rtlCol="0" anchor="ctr"/>
            <a:lstStyle/>
            <a:p>
              <a:pPr algn="ctr"/>
            </a:p>
          </p:txBody>
        </p:sp>
        <p:sp>
          <p:nvSpPr>
            <p:cNvPr id="1545" name="link6_sensor_5: 0.4285 m"/>
            <p:cNvSpPr/>
            <p:nvPr/>
          </p:nvSpPr>
          <p:spPr>
            <a:xfrm>
              <a:off x="10935580" y="1321585"/>
              <a:ext cx="28346" cy="28346"/>
            </a:xfrm>
            <a:prstGeom prst="ellipse">
              <a:avLst/>
            </a:prstGeom>
            <a:solidFill>
              <a:srgbClr val="00A6A6"/>
            </a:solidFill>
            <a:ln w="2743">
              <a:solidFill>
                <a:srgbClr val="FFFFFF"/>
              </a:solidFill>
            </a:ln>
            <a:effectLst/>
          </p:spPr>
          <p:txBody>
            <a:bodyPr rtlCol="0" anchor="ctr"/>
            <a:lstStyle/>
            <a:p>
              <a:pPr algn="ctr"/>
            </a:p>
          </p:txBody>
        </p:sp>
        <p:sp>
          <p:nvSpPr>
            <p:cNvPr id="1546" name="link1_sensor_3: 0.6733 m"/>
            <p:cNvSpPr/>
            <p:nvPr/>
          </p:nvSpPr>
          <p:spPr>
            <a:xfrm>
              <a:off x="11539749" y="2054036"/>
              <a:ext cx="28346" cy="28346"/>
            </a:xfrm>
            <a:prstGeom prst="ellipse">
              <a:avLst/>
            </a:prstGeom>
            <a:solidFill>
              <a:srgbClr val="00A6A6"/>
            </a:solidFill>
            <a:ln w="2743">
              <a:solidFill>
                <a:srgbClr val="FFFFFF"/>
              </a:solidFill>
            </a:ln>
            <a:effectLst/>
          </p:spPr>
          <p:txBody>
            <a:bodyPr rtlCol="0" anchor="ctr"/>
            <a:lstStyle/>
            <a:p>
              <a:pPr algn="ctr"/>
            </a:p>
          </p:txBody>
        </p:sp>
        <p:sp>
          <p:nvSpPr>
            <p:cNvPr id="1547" name="link4_sensor_1: 0.5946 m"/>
            <p:cNvSpPr/>
            <p:nvPr/>
          </p:nvSpPr>
          <p:spPr>
            <a:xfrm>
              <a:off x="11306689" y="1446415"/>
              <a:ext cx="28346" cy="28346"/>
            </a:xfrm>
            <a:prstGeom prst="ellipse">
              <a:avLst/>
            </a:prstGeom>
            <a:solidFill>
              <a:srgbClr val="00A6A6"/>
            </a:solidFill>
            <a:ln w="2743">
              <a:solidFill>
                <a:srgbClr val="FFFFFF"/>
              </a:solidFill>
            </a:ln>
            <a:effectLst/>
          </p:spPr>
          <p:txBody>
            <a:bodyPr rtlCol="0" anchor="ctr"/>
            <a:lstStyle/>
            <a:p>
              <a:pPr algn="ctr"/>
            </a:p>
          </p:txBody>
        </p:sp>
        <p:sp>
          <p:nvSpPr>
            <p:cNvPr id="1548" name="link6_sensor_1: 0.4773 m"/>
            <p:cNvSpPr/>
            <p:nvPr/>
          </p:nvSpPr>
          <p:spPr>
            <a:xfrm>
              <a:off x="10992159" y="470809"/>
              <a:ext cx="28346" cy="28346"/>
            </a:xfrm>
            <a:prstGeom prst="ellipse">
              <a:avLst/>
            </a:prstGeom>
            <a:solidFill>
              <a:srgbClr val="00A6A6"/>
            </a:solidFill>
            <a:ln w="2743">
              <a:solidFill>
                <a:srgbClr val="FFFFFF"/>
              </a:solidFill>
            </a:ln>
            <a:effectLst/>
          </p:spPr>
          <p:txBody>
            <a:bodyPr rtlCol="0" anchor="ctr"/>
            <a:lstStyle/>
            <a:p>
              <a:pPr algn="ctr"/>
            </a:p>
          </p:txBody>
        </p:sp>
        <p:sp>
          <p:nvSpPr>
            <p:cNvPr id="1549" name="link4_sensor_1: 0.4494 m"/>
            <p:cNvSpPr/>
            <p:nvPr/>
          </p:nvSpPr>
          <p:spPr>
            <a:xfrm>
              <a:off x="10885101" y="1195121"/>
              <a:ext cx="28346" cy="28346"/>
            </a:xfrm>
            <a:prstGeom prst="ellipse">
              <a:avLst/>
            </a:prstGeom>
            <a:solidFill>
              <a:srgbClr val="00A6A6"/>
            </a:solidFill>
            <a:ln w="2743">
              <a:solidFill>
                <a:srgbClr val="FFFFFF"/>
              </a:solidFill>
            </a:ln>
            <a:effectLst/>
          </p:spPr>
          <p:txBody>
            <a:bodyPr rtlCol="0" anchor="ctr"/>
            <a:lstStyle/>
            <a:p>
              <a:pPr algn="ctr"/>
            </a:p>
          </p:txBody>
        </p:sp>
        <p:sp>
          <p:nvSpPr>
            <p:cNvPr id="1550" name="link4_sensor_1: 0.4872 m"/>
            <p:cNvSpPr/>
            <p:nvPr/>
          </p:nvSpPr>
          <p:spPr>
            <a:xfrm>
              <a:off x="11013264" y="1323143"/>
              <a:ext cx="28346" cy="28346"/>
            </a:xfrm>
            <a:prstGeom prst="ellipse">
              <a:avLst/>
            </a:prstGeom>
            <a:solidFill>
              <a:srgbClr val="00A6A6"/>
            </a:solidFill>
            <a:ln w="2743">
              <a:solidFill>
                <a:srgbClr val="FFFFFF"/>
              </a:solidFill>
            </a:ln>
            <a:effectLst/>
          </p:spPr>
          <p:txBody>
            <a:bodyPr rtlCol="0" anchor="ctr"/>
            <a:lstStyle/>
            <a:p>
              <a:pPr algn="ctr"/>
            </a:p>
          </p:txBody>
        </p:sp>
        <p:sp>
          <p:nvSpPr>
            <p:cNvPr id="1551" name="link6_sensor_2: 0.4745 m"/>
            <p:cNvSpPr/>
            <p:nvPr/>
          </p:nvSpPr>
          <p:spPr>
            <a:xfrm>
              <a:off x="11021867" y="445651"/>
              <a:ext cx="28346" cy="28346"/>
            </a:xfrm>
            <a:prstGeom prst="ellipse">
              <a:avLst/>
            </a:prstGeom>
            <a:solidFill>
              <a:srgbClr val="00A6A6"/>
            </a:solidFill>
            <a:ln w="2743">
              <a:solidFill>
                <a:srgbClr val="FFFFFF"/>
              </a:solidFill>
            </a:ln>
            <a:effectLst/>
          </p:spPr>
          <p:txBody>
            <a:bodyPr rtlCol="0" anchor="ctr"/>
            <a:lstStyle/>
            <a:p>
              <a:pPr algn="ctr"/>
            </a:p>
          </p:txBody>
        </p:sp>
        <p:sp>
          <p:nvSpPr>
            <p:cNvPr id="1552" name="link4_sensor_1: 0.5031 m"/>
            <p:cNvSpPr/>
            <p:nvPr/>
          </p:nvSpPr>
          <p:spPr>
            <a:xfrm>
              <a:off x="10949549" y="842312"/>
              <a:ext cx="28346" cy="28346"/>
            </a:xfrm>
            <a:prstGeom prst="ellipse">
              <a:avLst/>
            </a:prstGeom>
            <a:solidFill>
              <a:srgbClr val="00A6A6"/>
            </a:solidFill>
            <a:ln w="2743">
              <a:solidFill>
                <a:srgbClr val="FFFFFF"/>
              </a:solidFill>
            </a:ln>
            <a:effectLst/>
          </p:spPr>
          <p:txBody>
            <a:bodyPr rtlCol="0" anchor="ctr"/>
            <a:lstStyle/>
            <a:p>
              <a:pPr algn="ctr"/>
            </a:p>
          </p:txBody>
        </p:sp>
        <p:sp>
          <p:nvSpPr>
            <p:cNvPr id="1553" name="link6_sensor_1: 0.5087 m"/>
            <p:cNvSpPr/>
            <p:nvPr/>
          </p:nvSpPr>
          <p:spPr>
            <a:xfrm>
              <a:off x="11006137" y="316839"/>
              <a:ext cx="28346" cy="28346"/>
            </a:xfrm>
            <a:prstGeom prst="ellipse">
              <a:avLst/>
            </a:prstGeom>
            <a:solidFill>
              <a:srgbClr val="00A6A6"/>
            </a:solidFill>
            <a:ln w="2743">
              <a:solidFill>
                <a:srgbClr val="FFFFFF"/>
              </a:solidFill>
            </a:ln>
            <a:effectLst/>
          </p:spPr>
          <p:txBody>
            <a:bodyPr rtlCol="0" anchor="ctr"/>
            <a:lstStyle/>
            <a:p>
              <a:pPr algn="ctr"/>
            </a:p>
          </p:txBody>
        </p:sp>
        <p:sp>
          <p:nvSpPr>
            <p:cNvPr id="1554" name="link6_sensor_5: 0.4262 m"/>
            <p:cNvSpPr/>
            <p:nvPr/>
          </p:nvSpPr>
          <p:spPr>
            <a:xfrm>
              <a:off x="10958876" y="1223638"/>
              <a:ext cx="28346" cy="28346"/>
            </a:xfrm>
            <a:prstGeom prst="ellipse">
              <a:avLst/>
            </a:prstGeom>
            <a:solidFill>
              <a:srgbClr val="00A6A6"/>
            </a:solidFill>
            <a:ln w="2743">
              <a:solidFill>
                <a:srgbClr val="FFFFFF"/>
              </a:solidFill>
            </a:ln>
            <a:effectLst/>
          </p:spPr>
          <p:txBody>
            <a:bodyPr rtlCol="0" anchor="ctr"/>
            <a:lstStyle/>
            <a:p>
              <a:pPr algn="ctr"/>
            </a:p>
          </p:txBody>
        </p:sp>
        <p:sp>
          <p:nvSpPr>
            <p:cNvPr id="1555" name="link6_sensor_1: 0.4508 m"/>
            <p:cNvSpPr/>
            <p:nvPr/>
          </p:nvSpPr>
          <p:spPr>
            <a:xfrm>
              <a:off x="10968724" y="633132"/>
              <a:ext cx="28346" cy="28346"/>
            </a:xfrm>
            <a:prstGeom prst="ellipse">
              <a:avLst/>
            </a:prstGeom>
            <a:solidFill>
              <a:srgbClr val="00A6A6"/>
            </a:solidFill>
            <a:ln w="2743">
              <a:solidFill>
                <a:srgbClr val="FFFFFF"/>
              </a:solidFill>
            </a:ln>
            <a:effectLst/>
          </p:spPr>
          <p:txBody>
            <a:bodyPr rtlCol="0" anchor="ctr"/>
            <a:lstStyle/>
            <a:p>
              <a:pPr algn="ctr"/>
            </a:p>
          </p:txBody>
        </p:sp>
        <p:sp>
          <p:nvSpPr>
            <p:cNvPr id="1556" name="link4_sensor_1: 0.7304 m"/>
            <p:cNvSpPr/>
            <p:nvPr/>
          </p:nvSpPr>
          <p:spPr>
            <a:xfrm>
              <a:off x="11706393" y="1480781"/>
              <a:ext cx="28346" cy="28346"/>
            </a:xfrm>
            <a:prstGeom prst="ellipse">
              <a:avLst/>
            </a:prstGeom>
            <a:solidFill>
              <a:srgbClr val="00A6A6"/>
            </a:solidFill>
            <a:ln w="2743">
              <a:solidFill>
                <a:srgbClr val="FFFFFF"/>
              </a:solidFill>
            </a:ln>
            <a:effectLst/>
          </p:spPr>
          <p:txBody>
            <a:bodyPr rtlCol="0" anchor="ctr"/>
            <a:lstStyle/>
            <a:p>
              <a:pPr algn="ctr"/>
            </a:p>
          </p:txBody>
        </p:sp>
        <p:sp>
          <p:nvSpPr>
            <p:cNvPr id="1557" name="link1_sensor_3: 0.6750 m"/>
            <p:cNvSpPr/>
            <p:nvPr/>
          </p:nvSpPr>
          <p:spPr>
            <a:xfrm>
              <a:off x="11570063" y="1898998"/>
              <a:ext cx="28346" cy="28346"/>
            </a:xfrm>
            <a:prstGeom prst="ellipse">
              <a:avLst/>
            </a:prstGeom>
            <a:solidFill>
              <a:srgbClr val="00A6A6"/>
            </a:solidFill>
            <a:ln w="2743">
              <a:solidFill>
                <a:srgbClr val="FFFFFF"/>
              </a:solidFill>
            </a:ln>
            <a:effectLst/>
          </p:spPr>
          <p:txBody>
            <a:bodyPr rtlCol="0" anchor="ctr"/>
            <a:lstStyle/>
            <a:p>
              <a:pPr algn="ctr"/>
            </a:p>
          </p:txBody>
        </p:sp>
        <p:sp>
          <p:nvSpPr>
            <p:cNvPr id="1558" name="link4_sensor_2: 0.5989 m"/>
            <p:cNvSpPr/>
            <p:nvPr/>
          </p:nvSpPr>
          <p:spPr>
            <a:xfrm>
              <a:off x="10875567" y="254074"/>
              <a:ext cx="28346" cy="28346"/>
            </a:xfrm>
            <a:prstGeom prst="ellipse">
              <a:avLst/>
            </a:prstGeom>
            <a:solidFill>
              <a:srgbClr val="00A6A6"/>
            </a:solidFill>
            <a:ln w="2743">
              <a:solidFill>
                <a:srgbClr val="FFFFFF"/>
              </a:solidFill>
            </a:ln>
            <a:effectLst/>
          </p:spPr>
          <p:txBody>
            <a:bodyPr rtlCol="0" anchor="ctr"/>
            <a:lstStyle/>
            <a:p>
              <a:pPr algn="ctr"/>
            </a:p>
          </p:txBody>
        </p:sp>
        <p:sp>
          <p:nvSpPr>
            <p:cNvPr id="1559" name="link4_sensor_1: 0.4540 m"/>
            <p:cNvSpPr/>
            <p:nvPr/>
          </p:nvSpPr>
          <p:spPr>
            <a:xfrm>
              <a:off x="10895324" y="1082757"/>
              <a:ext cx="28346" cy="28346"/>
            </a:xfrm>
            <a:prstGeom prst="ellipse">
              <a:avLst/>
            </a:prstGeom>
            <a:solidFill>
              <a:srgbClr val="00A6A6"/>
            </a:solidFill>
            <a:ln w="2743">
              <a:solidFill>
                <a:srgbClr val="FFFFFF"/>
              </a:solidFill>
            </a:ln>
            <a:effectLst/>
          </p:spPr>
          <p:txBody>
            <a:bodyPr rtlCol="0" anchor="ctr"/>
            <a:lstStyle/>
            <a:p>
              <a:pPr algn="ctr"/>
            </a:p>
          </p:txBody>
        </p:sp>
        <p:sp>
          <p:nvSpPr>
            <p:cNvPr id="1560" name="link4_sensor_0: 0.4269 m"/>
            <p:cNvSpPr/>
            <p:nvPr/>
          </p:nvSpPr>
          <p:spPr>
            <a:xfrm>
              <a:off x="9338005" y="221659"/>
              <a:ext cx="28346" cy="28346"/>
            </a:xfrm>
            <a:prstGeom prst="ellipse">
              <a:avLst/>
            </a:prstGeom>
            <a:solidFill>
              <a:srgbClr val="00A6A6"/>
            </a:solidFill>
            <a:ln w="2743">
              <a:solidFill>
                <a:srgbClr val="FFFFFF"/>
              </a:solidFill>
            </a:ln>
            <a:effectLst/>
          </p:spPr>
          <p:txBody>
            <a:bodyPr rtlCol="0" anchor="ctr"/>
            <a:lstStyle/>
            <a:p>
              <a:pPr algn="ctr"/>
            </a:p>
          </p:txBody>
        </p:sp>
        <p:sp>
          <p:nvSpPr>
            <p:cNvPr id="1561" name="link6_sensor_1: 0.4787 m"/>
            <p:cNvSpPr/>
            <p:nvPr/>
          </p:nvSpPr>
          <p:spPr>
            <a:xfrm>
              <a:off x="10980373" y="498156"/>
              <a:ext cx="28346" cy="28346"/>
            </a:xfrm>
            <a:prstGeom prst="ellipse">
              <a:avLst/>
            </a:prstGeom>
            <a:solidFill>
              <a:srgbClr val="00A6A6"/>
            </a:solidFill>
            <a:ln w="2743">
              <a:solidFill>
                <a:srgbClr val="FFFFFF"/>
              </a:solidFill>
            </a:ln>
            <a:effectLst/>
          </p:spPr>
          <p:txBody>
            <a:bodyPr rtlCol="0" anchor="ctr"/>
            <a:lstStyle/>
            <a:p>
              <a:pPr algn="ctr"/>
            </a:p>
          </p:txBody>
        </p:sp>
        <p:sp>
          <p:nvSpPr>
            <p:cNvPr id="1562" name="link4_sensor_0: 0.4233 m"/>
            <p:cNvSpPr/>
            <p:nvPr/>
          </p:nvSpPr>
          <p:spPr>
            <a:xfrm>
              <a:off x="9449521" y="223228"/>
              <a:ext cx="28346" cy="28346"/>
            </a:xfrm>
            <a:prstGeom prst="ellipse">
              <a:avLst/>
            </a:prstGeom>
            <a:solidFill>
              <a:srgbClr val="00A6A6"/>
            </a:solidFill>
            <a:ln w="2743">
              <a:solidFill>
                <a:srgbClr val="FFFFFF"/>
              </a:solidFill>
            </a:ln>
            <a:effectLst/>
          </p:spPr>
          <p:txBody>
            <a:bodyPr rtlCol="0" anchor="ctr"/>
            <a:lstStyle/>
            <a:p>
              <a:pPr algn="ctr"/>
            </a:p>
          </p:txBody>
        </p:sp>
        <p:sp>
          <p:nvSpPr>
            <p:cNvPr id="1563" name="link6_sensor_5: 0.4194 m"/>
            <p:cNvSpPr/>
            <p:nvPr/>
          </p:nvSpPr>
          <p:spPr>
            <a:xfrm>
              <a:off x="10968923" y="1123949"/>
              <a:ext cx="28346" cy="28346"/>
            </a:xfrm>
            <a:prstGeom prst="ellipse">
              <a:avLst/>
            </a:prstGeom>
            <a:solidFill>
              <a:srgbClr val="00A6A6"/>
            </a:solidFill>
            <a:ln w="2743">
              <a:solidFill>
                <a:srgbClr val="FFFFFF"/>
              </a:solidFill>
            </a:ln>
            <a:effectLst/>
          </p:spPr>
          <p:txBody>
            <a:bodyPr rtlCol="0" anchor="ctr"/>
            <a:lstStyle/>
            <a:p>
              <a:pPr algn="ctr"/>
            </a:p>
          </p:txBody>
        </p:sp>
        <p:sp>
          <p:nvSpPr>
            <p:cNvPr id="1564" name="link4_sensor_2: 0.4128 m"/>
            <p:cNvSpPr/>
            <p:nvPr/>
          </p:nvSpPr>
          <p:spPr>
            <a:xfrm>
              <a:off x="10304110" y="514925"/>
              <a:ext cx="28346" cy="28346"/>
            </a:xfrm>
            <a:prstGeom prst="ellipse">
              <a:avLst/>
            </a:prstGeom>
            <a:solidFill>
              <a:srgbClr val="00A6A6"/>
            </a:solidFill>
            <a:ln w="2743">
              <a:solidFill>
                <a:srgbClr val="FFFFFF"/>
              </a:solidFill>
            </a:ln>
            <a:effectLst/>
          </p:spPr>
          <p:txBody>
            <a:bodyPr rtlCol="0" anchor="ctr"/>
            <a:lstStyle/>
            <a:p>
              <a:pPr algn="ctr"/>
            </a:p>
          </p:txBody>
        </p:sp>
        <p:sp>
          <p:nvSpPr>
            <p:cNvPr id="1565" name="link4_sensor_0: 0.4198 m"/>
            <p:cNvSpPr/>
            <p:nvPr/>
          </p:nvSpPr>
          <p:spPr>
            <a:xfrm>
              <a:off x="9560134" y="224798"/>
              <a:ext cx="28346" cy="28346"/>
            </a:xfrm>
            <a:prstGeom prst="ellipse">
              <a:avLst/>
            </a:prstGeom>
            <a:solidFill>
              <a:srgbClr val="00A6A6"/>
            </a:solidFill>
            <a:ln w="2743">
              <a:solidFill>
                <a:srgbClr val="FFFFFF"/>
              </a:solidFill>
            </a:ln>
            <a:effectLst/>
          </p:spPr>
          <p:txBody>
            <a:bodyPr rtlCol="0" anchor="ctr"/>
            <a:lstStyle/>
            <a:p>
              <a:pPr algn="ctr"/>
            </a:p>
          </p:txBody>
        </p:sp>
        <p:sp>
          <p:nvSpPr>
            <p:cNvPr id="1566" name="link6_sensor_1: 0.2608 m"/>
            <p:cNvSpPr/>
            <p:nvPr/>
          </p:nvSpPr>
          <p:spPr>
            <a:xfrm>
              <a:off x="10169303" y="411476"/>
              <a:ext cx="28346" cy="28346"/>
            </a:xfrm>
            <a:prstGeom prst="ellipse">
              <a:avLst/>
            </a:prstGeom>
            <a:solidFill>
              <a:srgbClr val="00A6A6"/>
            </a:solidFill>
            <a:ln w="2743">
              <a:solidFill>
                <a:srgbClr val="FFFFFF"/>
              </a:solidFill>
            </a:ln>
            <a:effectLst/>
          </p:spPr>
          <p:txBody>
            <a:bodyPr rtlCol="0" anchor="ctr"/>
            <a:lstStyle/>
            <a:p>
              <a:pPr algn="ctr"/>
            </a:p>
          </p:txBody>
        </p:sp>
        <p:sp>
          <p:nvSpPr>
            <p:cNvPr id="1567" name="link4_sensor_2: 0.4252 m"/>
            <p:cNvSpPr/>
            <p:nvPr/>
          </p:nvSpPr>
          <p:spPr>
            <a:xfrm>
              <a:off x="10219490" y="436972"/>
              <a:ext cx="28346" cy="28346"/>
            </a:xfrm>
            <a:prstGeom prst="ellipse">
              <a:avLst/>
            </a:prstGeom>
            <a:solidFill>
              <a:srgbClr val="00A6A6"/>
            </a:solidFill>
            <a:ln w="2743">
              <a:solidFill>
                <a:srgbClr val="FFFFFF"/>
              </a:solidFill>
            </a:ln>
            <a:effectLst/>
          </p:spPr>
          <p:txBody>
            <a:bodyPr rtlCol="0" anchor="ctr"/>
            <a:lstStyle/>
            <a:p>
              <a:pPr algn="ctr"/>
            </a:p>
          </p:txBody>
        </p:sp>
        <p:sp>
          <p:nvSpPr>
            <p:cNvPr id="1568" name="link4_sensor_0: 0.4163 m"/>
            <p:cNvSpPr/>
            <p:nvPr/>
          </p:nvSpPr>
          <p:spPr>
            <a:xfrm>
              <a:off x="9669854" y="226354"/>
              <a:ext cx="28346" cy="28346"/>
            </a:xfrm>
            <a:prstGeom prst="ellipse">
              <a:avLst/>
            </a:prstGeom>
            <a:solidFill>
              <a:srgbClr val="00A6A6"/>
            </a:solidFill>
            <a:ln w="2743">
              <a:solidFill>
                <a:srgbClr val="FFFFFF"/>
              </a:solidFill>
            </a:ln>
            <a:effectLst/>
          </p:spPr>
          <p:txBody>
            <a:bodyPr rtlCol="0" anchor="ctr"/>
            <a:lstStyle/>
            <a:p>
              <a:pPr algn="ctr"/>
            </a:p>
          </p:txBody>
        </p:sp>
        <p:sp>
          <p:nvSpPr>
            <p:cNvPr id="1569" name="link4_sensor_2: 0.4429 m"/>
            <p:cNvSpPr/>
            <p:nvPr/>
          </p:nvSpPr>
          <p:spPr>
            <a:xfrm>
              <a:off x="10133577" y="342647"/>
              <a:ext cx="28346" cy="28346"/>
            </a:xfrm>
            <a:prstGeom prst="ellipse">
              <a:avLst/>
            </a:prstGeom>
            <a:solidFill>
              <a:srgbClr val="00A6A6"/>
            </a:solidFill>
            <a:ln w="2743">
              <a:solidFill>
                <a:srgbClr val="FFFFFF"/>
              </a:solidFill>
            </a:ln>
            <a:effectLst/>
          </p:spPr>
          <p:txBody>
            <a:bodyPr rtlCol="0" anchor="ctr"/>
            <a:lstStyle/>
            <a:p>
              <a:pPr algn="ctr"/>
            </a:p>
          </p:txBody>
        </p:sp>
        <p:sp>
          <p:nvSpPr>
            <p:cNvPr id="1570" name="link6_sensor_1: 0.4520 m"/>
            <p:cNvSpPr/>
            <p:nvPr/>
          </p:nvSpPr>
          <p:spPr>
            <a:xfrm>
              <a:off x="10956751" y="663937"/>
              <a:ext cx="28346" cy="28346"/>
            </a:xfrm>
            <a:prstGeom prst="ellipse">
              <a:avLst/>
            </a:prstGeom>
            <a:solidFill>
              <a:srgbClr val="00A6A6"/>
            </a:solidFill>
            <a:ln w="2743">
              <a:solidFill>
                <a:srgbClr val="FFFFFF"/>
              </a:solidFill>
            </a:ln>
            <a:effectLst/>
          </p:spPr>
          <p:txBody>
            <a:bodyPr rtlCol="0" anchor="ctr"/>
            <a:lstStyle/>
            <a:p>
              <a:pPr algn="ctr"/>
            </a:p>
          </p:txBody>
        </p:sp>
        <p:sp>
          <p:nvSpPr>
            <p:cNvPr id="1571" name="link6_sensor_1: 0.5103 m"/>
            <p:cNvSpPr/>
            <p:nvPr/>
          </p:nvSpPr>
          <p:spPr>
            <a:xfrm>
              <a:off x="10993868" y="341426"/>
              <a:ext cx="28346" cy="28346"/>
            </a:xfrm>
            <a:prstGeom prst="ellipse">
              <a:avLst/>
            </a:prstGeom>
            <a:solidFill>
              <a:srgbClr val="00A6A6"/>
            </a:solidFill>
            <a:ln w="2743">
              <a:solidFill>
                <a:srgbClr val="FFFFFF"/>
              </a:solidFill>
            </a:ln>
            <a:effectLst/>
          </p:spPr>
          <p:txBody>
            <a:bodyPr rtlCol="0" anchor="ctr"/>
            <a:lstStyle/>
            <a:p>
              <a:pPr algn="ctr"/>
            </a:p>
          </p:txBody>
        </p:sp>
        <p:sp>
          <p:nvSpPr>
            <p:cNvPr id="1572" name="link4_sensor_0: 0.4129 m"/>
            <p:cNvSpPr/>
            <p:nvPr/>
          </p:nvSpPr>
          <p:spPr>
            <a:xfrm>
              <a:off x="9778692" y="227899"/>
              <a:ext cx="28346" cy="28346"/>
            </a:xfrm>
            <a:prstGeom prst="ellipse">
              <a:avLst/>
            </a:prstGeom>
            <a:solidFill>
              <a:srgbClr val="00A6A6"/>
            </a:solidFill>
            <a:ln w="2743">
              <a:solidFill>
                <a:srgbClr val="FFFFFF"/>
              </a:solidFill>
            </a:ln>
            <a:effectLst/>
          </p:spPr>
          <p:txBody>
            <a:bodyPr rtlCol="0" anchor="ctr"/>
            <a:lstStyle/>
            <a:p>
              <a:pPr algn="ctr"/>
            </a:p>
          </p:txBody>
        </p:sp>
        <p:sp>
          <p:nvSpPr>
            <p:cNvPr id="1573" name="link4_sensor_2: 0.4590 m"/>
            <p:cNvSpPr/>
            <p:nvPr/>
          </p:nvSpPr>
          <p:spPr>
            <a:xfrm>
              <a:off x="10037275" y="247471"/>
              <a:ext cx="28346" cy="28346"/>
            </a:xfrm>
            <a:prstGeom prst="ellipse">
              <a:avLst/>
            </a:prstGeom>
            <a:solidFill>
              <a:srgbClr val="00A6A6"/>
            </a:solidFill>
            <a:ln w="2743">
              <a:solidFill>
                <a:srgbClr val="FFFFFF"/>
              </a:solidFill>
            </a:ln>
            <a:effectLst/>
          </p:spPr>
          <p:txBody>
            <a:bodyPr rtlCol="0" anchor="ctr"/>
            <a:lstStyle/>
            <a:p>
              <a:pPr algn="ctr"/>
            </a:p>
          </p:txBody>
        </p:sp>
        <p:sp>
          <p:nvSpPr>
            <p:cNvPr id="1574" name="link4_sensor_1: 0.4587 m"/>
            <p:cNvSpPr/>
            <p:nvPr/>
          </p:nvSpPr>
          <p:spPr>
            <a:xfrm>
              <a:off x="10906182" y="963917"/>
              <a:ext cx="28346" cy="28346"/>
            </a:xfrm>
            <a:prstGeom prst="ellipse">
              <a:avLst/>
            </a:prstGeom>
            <a:solidFill>
              <a:srgbClr val="00A6A6"/>
            </a:solidFill>
            <a:ln w="2743">
              <a:solidFill>
                <a:srgbClr val="FFFFFF"/>
              </a:solidFill>
            </a:ln>
            <a:effectLst/>
          </p:spPr>
          <p:txBody>
            <a:bodyPr rtlCol="0" anchor="ctr"/>
            <a:lstStyle/>
            <a:p>
              <a:pPr algn="ctr"/>
            </a:p>
          </p:txBody>
        </p:sp>
        <p:sp>
          <p:nvSpPr>
            <p:cNvPr id="1575" name="link4_sensor_0: 0.4095 m"/>
            <p:cNvSpPr/>
            <p:nvPr/>
          </p:nvSpPr>
          <p:spPr>
            <a:xfrm>
              <a:off x="9886659" y="229431"/>
              <a:ext cx="28346" cy="28346"/>
            </a:xfrm>
            <a:prstGeom prst="ellipse">
              <a:avLst/>
            </a:prstGeom>
            <a:solidFill>
              <a:srgbClr val="00A6A6"/>
            </a:solidFill>
            <a:ln w="2743">
              <a:solidFill>
                <a:srgbClr val="FFFFFF"/>
              </a:solidFill>
            </a:ln>
            <a:effectLst/>
          </p:spPr>
          <p:txBody>
            <a:bodyPr rtlCol="0" anchor="ctr"/>
            <a:lstStyle/>
            <a:p>
              <a:pPr algn="ctr"/>
            </a:p>
          </p:txBody>
        </p:sp>
        <p:sp>
          <p:nvSpPr>
            <p:cNvPr id="1576" name="link6_sensor_5: 0.4128 m"/>
            <p:cNvSpPr/>
            <p:nvPr/>
          </p:nvSpPr>
          <p:spPr>
            <a:xfrm>
              <a:off x="10979000" y="1024291"/>
              <a:ext cx="28346" cy="28346"/>
            </a:xfrm>
            <a:prstGeom prst="ellipse">
              <a:avLst/>
            </a:prstGeom>
            <a:solidFill>
              <a:srgbClr val="00A6A6"/>
            </a:solidFill>
            <a:ln w="2743">
              <a:solidFill>
                <a:srgbClr val="FFFFFF"/>
              </a:solidFill>
            </a:ln>
            <a:effectLst/>
          </p:spPr>
          <p:txBody>
            <a:bodyPr rtlCol="0" anchor="ctr"/>
            <a:lstStyle/>
            <a:p>
              <a:pPr algn="ctr"/>
            </a:p>
          </p:txBody>
        </p:sp>
        <p:sp>
          <p:nvSpPr>
            <p:cNvPr id="1577" name="link6_sensor_1: 0.2633 m"/>
            <p:cNvSpPr/>
            <p:nvPr/>
          </p:nvSpPr>
          <p:spPr>
            <a:xfrm>
              <a:off x="10152079" y="420663"/>
              <a:ext cx="28346" cy="28346"/>
            </a:xfrm>
            <a:prstGeom prst="ellipse">
              <a:avLst/>
            </a:prstGeom>
            <a:solidFill>
              <a:srgbClr val="00A6A6"/>
            </a:solidFill>
            <a:ln w="2743">
              <a:solidFill>
                <a:srgbClr val="FFFFFF"/>
              </a:solidFill>
            </a:ln>
            <a:effectLst/>
          </p:spPr>
          <p:txBody>
            <a:bodyPr rtlCol="0" anchor="ctr"/>
            <a:lstStyle/>
            <a:p>
              <a:pPr algn="ctr"/>
            </a:p>
          </p:txBody>
        </p:sp>
        <p:sp>
          <p:nvSpPr>
            <p:cNvPr id="1578" name="link4_sensor_0: 0.4062 m"/>
            <p:cNvSpPr/>
            <p:nvPr/>
          </p:nvSpPr>
          <p:spPr>
            <a:xfrm>
              <a:off x="9993764" y="230951"/>
              <a:ext cx="28346" cy="28346"/>
            </a:xfrm>
            <a:prstGeom prst="ellipse">
              <a:avLst/>
            </a:prstGeom>
            <a:solidFill>
              <a:srgbClr val="00A6A6"/>
            </a:solidFill>
            <a:ln w="2743">
              <a:solidFill>
                <a:srgbClr val="FFFFFF"/>
              </a:solidFill>
            </a:ln>
            <a:effectLst/>
          </p:spPr>
          <p:txBody>
            <a:bodyPr rtlCol="0" anchor="ctr"/>
            <a:lstStyle/>
            <a:p>
              <a:pPr algn="ctr"/>
            </a:p>
          </p:txBody>
        </p:sp>
        <p:sp>
          <p:nvSpPr>
            <p:cNvPr id="1579" name="link4_sensor_2: 0.4500 m"/>
            <p:cNvSpPr/>
            <p:nvPr/>
          </p:nvSpPr>
          <p:spPr>
            <a:xfrm>
              <a:off x="10489207" y="479396"/>
              <a:ext cx="28346" cy="28346"/>
            </a:xfrm>
            <a:prstGeom prst="ellipse">
              <a:avLst/>
            </a:prstGeom>
            <a:solidFill>
              <a:srgbClr val="00A6A6"/>
            </a:solidFill>
            <a:ln w="2743">
              <a:solidFill>
                <a:srgbClr val="FFFFFF"/>
              </a:solidFill>
            </a:ln>
            <a:effectLst/>
          </p:spPr>
          <p:txBody>
            <a:bodyPr rtlCol="0" anchor="ctr"/>
            <a:lstStyle/>
            <a:p>
              <a:pPr algn="ctr"/>
            </a:p>
          </p:txBody>
        </p:sp>
        <p:sp>
          <p:nvSpPr>
            <p:cNvPr id="1580" name="link4_sensor_2: 0.4362 m"/>
            <p:cNvSpPr/>
            <p:nvPr/>
          </p:nvSpPr>
          <p:spPr>
            <a:xfrm>
              <a:off x="9912441" y="249047"/>
              <a:ext cx="28346" cy="28346"/>
            </a:xfrm>
            <a:prstGeom prst="ellipse">
              <a:avLst/>
            </a:prstGeom>
            <a:solidFill>
              <a:srgbClr val="00A6A6"/>
            </a:solidFill>
            <a:ln w="2743">
              <a:solidFill>
                <a:srgbClr val="FFFFFF"/>
              </a:solidFill>
            </a:ln>
            <a:effectLst/>
          </p:spPr>
          <p:txBody>
            <a:bodyPr rtlCol="0" anchor="ctr"/>
            <a:lstStyle/>
            <a:p>
              <a:pPr algn="ctr"/>
            </a:p>
          </p:txBody>
        </p:sp>
        <p:sp>
          <p:nvSpPr>
            <p:cNvPr id="1581" name="link4_sensor_2: 0.4698 m"/>
            <p:cNvSpPr/>
            <p:nvPr/>
          </p:nvSpPr>
          <p:spPr>
            <a:xfrm>
              <a:off x="10409353" y="380198"/>
              <a:ext cx="28346" cy="28346"/>
            </a:xfrm>
            <a:prstGeom prst="ellipse">
              <a:avLst/>
            </a:prstGeom>
            <a:solidFill>
              <a:srgbClr val="00A6A6"/>
            </a:solidFill>
            <a:ln w="2743">
              <a:solidFill>
                <a:srgbClr val="FFFFFF"/>
              </a:solidFill>
            </a:ln>
            <a:effectLst/>
          </p:spPr>
          <p:txBody>
            <a:bodyPr rtlCol="0" anchor="ctr"/>
            <a:lstStyle/>
            <a:p>
              <a:pPr algn="ctr"/>
            </a:p>
          </p:txBody>
        </p:sp>
        <p:sp>
          <p:nvSpPr>
            <p:cNvPr id="1582" name="link6_sensor_1: 0.4801 m"/>
            <p:cNvSpPr/>
            <p:nvPr/>
          </p:nvSpPr>
          <p:spPr>
            <a:xfrm>
              <a:off x="10967837" y="527192"/>
              <a:ext cx="28346" cy="28346"/>
            </a:xfrm>
            <a:prstGeom prst="ellipse">
              <a:avLst/>
            </a:prstGeom>
            <a:solidFill>
              <a:srgbClr val="00A6A6"/>
            </a:solidFill>
            <a:ln w="2743">
              <a:solidFill>
                <a:srgbClr val="FFFFFF"/>
              </a:solidFill>
            </a:ln>
            <a:effectLst/>
          </p:spPr>
          <p:txBody>
            <a:bodyPr rtlCol="0" anchor="ctr"/>
            <a:lstStyle/>
            <a:p>
              <a:pPr algn="ctr"/>
            </a:p>
          </p:txBody>
        </p:sp>
        <p:sp>
          <p:nvSpPr>
            <p:cNvPr id="1583" name="link6_sensor_1: 0.2917 m"/>
            <p:cNvSpPr/>
            <p:nvPr/>
          </p:nvSpPr>
          <p:spPr>
            <a:xfrm>
              <a:off x="10240548" y="417832"/>
              <a:ext cx="28346" cy="28346"/>
            </a:xfrm>
            <a:prstGeom prst="ellipse">
              <a:avLst/>
            </a:prstGeom>
            <a:solidFill>
              <a:srgbClr val="00A6A6"/>
            </a:solidFill>
            <a:ln w="2743">
              <a:solidFill>
                <a:srgbClr val="FFFFFF"/>
              </a:solidFill>
            </a:ln>
            <a:effectLst/>
          </p:spPr>
          <p:txBody>
            <a:bodyPr rtlCol="0" anchor="ctr"/>
            <a:lstStyle/>
            <a:p>
              <a:pPr algn="ctr"/>
            </a:p>
          </p:txBody>
        </p:sp>
        <p:sp>
          <p:nvSpPr>
            <p:cNvPr id="1584" name="link4_sensor_2: 0.4451 m"/>
            <p:cNvSpPr/>
            <p:nvPr/>
          </p:nvSpPr>
          <p:spPr>
            <a:xfrm>
              <a:off x="9805780" y="168582"/>
              <a:ext cx="28346" cy="28346"/>
            </a:xfrm>
            <a:prstGeom prst="ellipse">
              <a:avLst/>
            </a:prstGeom>
            <a:solidFill>
              <a:srgbClr val="00A6A6"/>
            </a:solidFill>
            <a:ln w="2743">
              <a:solidFill>
                <a:srgbClr val="FFFFFF"/>
              </a:solidFill>
            </a:ln>
            <a:effectLst/>
          </p:spPr>
          <p:txBody>
            <a:bodyPr rtlCol="0" anchor="ctr"/>
            <a:lstStyle/>
            <a:p>
              <a:pPr algn="ctr"/>
            </a:p>
          </p:txBody>
        </p:sp>
        <p:sp>
          <p:nvSpPr>
            <p:cNvPr id="1585" name="link4_sensor_2: 0.4969 m"/>
            <p:cNvSpPr/>
            <p:nvPr/>
          </p:nvSpPr>
          <p:spPr>
            <a:xfrm>
              <a:off x="10328281" y="258586"/>
              <a:ext cx="28346" cy="28346"/>
            </a:xfrm>
            <a:prstGeom prst="ellipse">
              <a:avLst/>
            </a:prstGeom>
            <a:solidFill>
              <a:srgbClr val="00A6A6"/>
            </a:solidFill>
            <a:ln w="2743">
              <a:solidFill>
                <a:srgbClr val="FFFFFF"/>
              </a:solidFill>
            </a:ln>
            <a:effectLst/>
          </p:spPr>
          <p:txBody>
            <a:bodyPr rtlCol="0" anchor="ctr"/>
            <a:lstStyle/>
            <a:p>
              <a:pPr algn="ctr"/>
            </a:p>
          </p:txBody>
        </p:sp>
        <p:sp>
          <p:nvSpPr>
            <p:cNvPr id="1586" name="link5_front_sensor_0: 0.4376 m"/>
            <p:cNvSpPr/>
            <p:nvPr/>
          </p:nvSpPr>
          <p:spPr>
            <a:xfrm>
              <a:off x="10995531" y="760509"/>
              <a:ext cx="28346" cy="28346"/>
            </a:xfrm>
            <a:prstGeom prst="ellipse">
              <a:avLst/>
            </a:prstGeom>
            <a:solidFill>
              <a:srgbClr val="00A6A6"/>
            </a:solidFill>
            <a:ln w="2743">
              <a:solidFill>
                <a:srgbClr val="FFFFFF"/>
              </a:solidFill>
            </a:ln>
            <a:effectLst/>
          </p:spPr>
          <p:txBody>
            <a:bodyPr rtlCol="0" anchor="ctr"/>
            <a:lstStyle/>
            <a:p>
              <a:pPr algn="ctr"/>
            </a:p>
          </p:txBody>
        </p:sp>
        <p:sp>
          <p:nvSpPr>
            <p:cNvPr id="1587" name="link6_sensor_1: 0.3271 m"/>
            <p:cNvSpPr/>
            <p:nvPr/>
          </p:nvSpPr>
          <p:spPr>
            <a:xfrm>
              <a:off x="10351924" y="414269"/>
              <a:ext cx="28346" cy="28346"/>
            </a:xfrm>
            <a:prstGeom prst="ellipse">
              <a:avLst/>
            </a:prstGeom>
            <a:solidFill>
              <a:srgbClr val="00A6A6"/>
            </a:solidFill>
            <a:ln w="2743">
              <a:solidFill>
                <a:srgbClr val="FFFFFF"/>
              </a:solidFill>
            </a:ln>
            <a:effectLst/>
          </p:spPr>
          <p:txBody>
            <a:bodyPr rtlCol="0" anchor="ctr"/>
            <a:lstStyle/>
            <a:p>
              <a:pPr algn="ctr"/>
            </a:p>
          </p:txBody>
        </p:sp>
        <p:sp>
          <p:nvSpPr>
            <p:cNvPr id="1588" name="link6_sensor_1: 0.4456 m"/>
            <p:cNvSpPr/>
            <p:nvPr/>
          </p:nvSpPr>
          <p:spPr>
            <a:xfrm>
              <a:off x="10922420" y="702717"/>
              <a:ext cx="28346" cy="28346"/>
            </a:xfrm>
            <a:prstGeom prst="ellipse">
              <a:avLst/>
            </a:prstGeom>
            <a:solidFill>
              <a:srgbClr val="00A6A6"/>
            </a:solidFill>
            <a:ln w="2743">
              <a:solidFill>
                <a:srgbClr val="FFFFFF"/>
              </a:solidFill>
            </a:ln>
            <a:effectLst/>
          </p:spPr>
          <p:txBody>
            <a:bodyPr rtlCol="0" anchor="ctr"/>
            <a:lstStyle/>
            <a:p>
              <a:pPr algn="ctr"/>
            </a:p>
          </p:txBody>
        </p:sp>
        <p:sp>
          <p:nvSpPr>
            <p:cNvPr id="1589" name="link4_sensor_2: 0.4702 m"/>
            <p:cNvSpPr/>
            <p:nvPr/>
          </p:nvSpPr>
          <p:spPr>
            <a:xfrm>
              <a:off x="10178609" y="259814"/>
              <a:ext cx="28346" cy="28346"/>
            </a:xfrm>
            <a:prstGeom prst="ellipse">
              <a:avLst/>
            </a:prstGeom>
            <a:solidFill>
              <a:srgbClr val="00A6A6"/>
            </a:solidFill>
            <a:ln w="2743">
              <a:solidFill>
                <a:srgbClr val="FFFFFF"/>
              </a:solidFill>
            </a:ln>
            <a:effectLst/>
          </p:spPr>
          <p:txBody>
            <a:bodyPr rtlCol="0" anchor="ctr"/>
            <a:lstStyle/>
            <a:p>
              <a:pPr algn="ctr"/>
            </a:p>
          </p:txBody>
        </p:sp>
        <p:sp>
          <p:nvSpPr>
            <p:cNvPr id="1590" name="link6_sensor_1: 0.5119 m"/>
            <p:cNvSpPr/>
            <p:nvPr/>
          </p:nvSpPr>
          <p:spPr>
            <a:xfrm>
              <a:off x="10980774" y="367653"/>
              <a:ext cx="28346" cy="28346"/>
            </a:xfrm>
            <a:prstGeom prst="ellipse">
              <a:avLst/>
            </a:prstGeom>
            <a:solidFill>
              <a:srgbClr val="00A6A6"/>
            </a:solidFill>
            <a:ln w="2743">
              <a:solidFill>
                <a:srgbClr val="FFFFFF"/>
              </a:solidFill>
            </a:ln>
            <a:effectLst/>
          </p:spPr>
          <p:txBody>
            <a:bodyPr rtlCol="0" anchor="ctr"/>
            <a:lstStyle/>
            <a:p>
              <a:pPr algn="ctr"/>
            </a:p>
          </p:txBody>
        </p:sp>
        <p:sp>
          <p:nvSpPr>
            <p:cNvPr id="1591" name="link4_sensor_2: 0.5005 m"/>
            <p:cNvSpPr/>
            <p:nvPr/>
          </p:nvSpPr>
          <p:spPr>
            <a:xfrm>
              <a:off x="10731809" y="423262"/>
              <a:ext cx="28346" cy="28346"/>
            </a:xfrm>
            <a:prstGeom prst="ellipse">
              <a:avLst/>
            </a:prstGeom>
            <a:solidFill>
              <a:srgbClr val="00A6A6"/>
            </a:solidFill>
            <a:ln w="2743">
              <a:solidFill>
                <a:srgbClr val="FFFFFF"/>
              </a:solidFill>
            </a:ln>
            <a:effectLst/>
          </p:spPr>
          <p:txBody>
            <a:bodyPr rtlCol="0" anchor="ctr"/>
            <a:lstStyle/>
            <a:p>
              <a:pPr algn="ctr"/>
            </a:p>
          </p:txBody>
        </p:sp>
        <p:sp>
          <p:nvSpPr>
            <p:cNvPr id="1592" name="link6_sensor_1: 0.3723 m"/>
            <p:cNvSpPr/>
            <p:nvPr/>
          </p:nvSpPr>
          <p:spPr>
            <a:xfrm>
              <a:off x="10496432" y="409639"/>
              <a:ext cx="28346" cy="28346"/>
            </a:xfrm>
            <a:prstGeom prst="ellipse">
              <a:avLst/>
            </a:prstGeom>
            <a:solidFill>
              <a:srgbClr val="00A6A6"/>
            </a:solidFill>
            <a:ln w="2743">
              <a:solidFill>
                <a:srgbClr val="FFFFFF"/>
              </a:solidFill>
            </a:ln>
            <a:effectLst/>
          </p:spPr>
          <p:txBody>
            <a:bodyPr rtlCol="0" anchor="ctr"/>
            <a:lstStyle/>
            <a:p>
              <a:pPr algn="ctr"/>
            </a:p>
          </p:txBody>
        </p:sp>
        <p:sp>
          <p:nvSpPr>
            <p:cNvPr id="1593" name="link4_sensor_2: 0.4764 m"/>
            <p:cNvSpPr/>
            <p:nvPr/>
          </p:nvSpPr>
          <p:spPr>
            <a:xfrm>
              <a:off x="10065650" y="182869"/>
              <a:ext cx="28346" cy="28346"/>
            </a:xfrm>
            <a:prstGeom prst="ellipse">
              <a:avLst/>
            </a:prstGeom>
            <a:solidFill>
              <a:srgbClr val="00A6A6"/>
            </a:solidFill>
            <a:ln w="2743">
              <a:solidFill>
                <a:srgbClr val="FFFFFF"/>
              </a:solidFill>
            </a:ln>
            <a:effectLst/>
          </p:spPr>
          <p:txBody>
            <a:bodyPr rtlCol="0" anchor="ctr"/>
            <a:lstStyle/>
            <a:p>
              <a:pPr algn="ctr"/>
            </a:p>
          </p:txBody>
        </p:sp>
        <p:sp>
          <p:nvSpPr>
            <p:cNvPr id="1594" name="link5_front_sensor_0: 0.4672 m"/>
            <p:cNvSpPr/>
            <p:nvPr/>
          </p:nvSpPr>
          <p:spPr>
            <a:xfrm>
              <a:off x="11011520" y="628076"/>
              <a:ext cx="28346" cy="28346"/>
            </a:xfrm>
            <a:prstGeom prst="ellipse">
              <a:avLst/>
            </a:prstGeom>
            <a:solidFill>
              <a:srgbClr val="00A6A6"/>
            </a:solidFill>
            <a:ln w="2743">
              <a:solidFill>
                <a:srgbClr val="FFFFFF"/>
              </a:solidFill>
            </a:ln>
            <a:effectLst/>
          </p:spPr>
          <p:txBody>
            <a:bodyPr rtlCol="0" anchor="ctr"/>
            <a:lstStyle/>
            <a:p>
              <a:pPr algn="ctr"/>
            </a:p>
          </p:txBody>
        </p:sp>
        <p:sp>
          <p:nvSpPr>
            <p:cNvPr id="1595" name="link4_sensor_2: 0.5415 m"/>
            <p:cNvSpPr/>
            <p:nvPr/>
          </p:nvSpPr>
          <p:spPr>
            <a:xfrm>
              <a:off x="10683085" y="272129"/>
              <a:ext cx="28346" cy="28346"/>
            </a:xfrm>
            <a:prstGeom prst="ellipse">
              <a:avLst/>
            </a:prstGeom>
            <a:solidFill>
              <a:srgbClr val="00A6A6"/>
            </a:solidFill>
            <a:ln w="2743">
              <a:solidFill>
                <a:srgbClr val="FFFFFF"/>
              </a:solidFill>
            </a:ln>
            <a:effectLst/>
          </p:spPr>
          <p:txBody>
            <a:bodyPr rtlCol="0" anchor="ctr"/>
            <a:lstStyle/>
            <a:p>
              <a:pPr algn="ctr"/>
            </a:p>
          </p:txBody>
        </p:sp>
        <p:sp>
          <p:nvSpPr>
            <p:cNvPr id="1596" name="link6_sensor_1: 0.4733 m"/>
            <p:cNvSpPr/>
            <p:nvPr/>
          </p:nvSpPr>
          <p:spPr>
            <a:xfrm>
              <a:off x="10932286" y="566993"/>
              <a:ext cx="28346" cy="28346"/>
            </a:xfrm>
            <a:prstGeom prst="ellipse">
              <a:avLst/>
            </a:prstGeom>
            <a:solidFill>
              <a:srgbClr val="00A6A6"/>
            </a:solidFill>
            <a:ln w="2743">
              <a:solidFill>
                <a:srgbClr val="FFFFFF"/>
              </a:solidFill>
            </a:ln>
            <a:effectLst/>
          </p:spPr>
          <p:txBody>
            <a:bodyPr rtlCol="0" anchor="ctr"/>
            <a:lstStyle/>
            <a:p>
              <a:pPr algn="ctr"/>
            </a:p>
          </p:txBody>
        </p:sp>
        <p:sp>
          <p:nvSpPr>
            <p:cNvPr id="1597" name="link6_sensor_1: 0.4319 m"/>
            <p:cNvSpPr/>
            <p:nvPr/>
          </p:nvSpPr>
          <p:spPr>
            <a:xfrm>
              <a:off x="10691437" y="403389"/>
              <a:ext cx="28346" cy="28346"/>
            </a:xfrm>
            <a:prstGeom prst="ellipse">
              <a:avLst/>
            </a:prstGeom>
            <a:solidFill>
              <a:srgbClr val="00A6A6"/>
            </a:solidFill>
            <a:ln w="2743">
              <a:solidFill>
                <a:srgbClr val="FFFFFF"/>
              </a:solidFill>
            </a:ln>
            <a:effectLst/>
          </p:spPr>
          <p:txBody>
            <a:bodyPr rtlCol="0" anchor="ctr"/>
            <a:lstStyle/>
            <a:p>
              <a:pPr algn="ctr"/>
            </a:p>
          </p:txBody>
        </p:sp>
        <p:sp>
          <p:nvSpPr>
            <p:cNvPr id="1598" name="link4_sensor_2: 0.5099 m"/>
            <p:cNvSpPr/>
            <p:nvPr/>
          </p:nvSpPr>
          <p:spPr>
            <a:xfrm>
              <a:off x="10500228" y="272827"/>
              <a:ext cx="28346" cy="28346"/>
            </a:xfrm>
            <a:prstGeom prst="ellipse">
              <a:avLst/>
            </a:prstGeom>
            <a:solidFill>
              <a:srgbClr val="00A6A6"/>
            </a:solidFill>
            <a:ln w="2743">
              <a:solidFill>
                <a:srgbClr val="FFFFFF"/>
              </a:solidFill>
            </a:ln>
            <a:effectLst/>
          </p:spPr>
          <p:txBody>
            <a:bodyPr rtlCol="0" anchor="ctr"/>
            <a:lstStyle/>
            <a:p>
              <a:pPr algn="ctr"/>
            </a:p>
          </p:txBody>
        </p:sp>
        <p:sp>
          <p:nvSpPr>
            <p:cNvPr id="1599" name="link6_sensor_1: 0.5482 m"/>
            <p:cNvSpPr/>
            <p:nvPr/>
          </p:nvSpPr>
          <p:spPr>
            <a:xfrm>
              <a:off x="10996012" y="179144"/>
              <a:ext cx="28346" cy="28346"/>
            </a:xfrm>
            <a:prstGeom prst="ellipse">
              <a:avLst/>
            </a:prstGeom>
            <a:solidFill>
              <a:srgbClr val="00A6A6"/>
            </a:solidFill>
            <a:ln w="2743">
              <a:solidFill>
                <a:srgbClr val="FFFFFF"/>
              </a:solidFill>
            </a:ln>
            <a:effectLst/>
          </p:spPr>
          <p:txBody>
            <a:bodyPr rtlCol="0" anchor="ctr"/>
            <a:lstStyle/>
            <a:p>
              <a:pPr algn="ctr"/>
            </a:p>
          </p:txBody>
        </p:sp>
        <p:sp>
          <p:nvSpPr>
            <p:cNvPr id="1600" name="link5_front_sensor_0: 0.5011 m"/>
            <p:cNvSpPr/>
            <p:nvPr/>
          </p:nvSpPr>
          <p:spPr>
            <a:xfrm>
              <a:off x="11030578" y="471509"/>
              <a:ext cx="28346" cy="28346"/>
            </a:xfrm>
            <a:prstGeom prst="ellipse">
              <a:avLst/>
            </a:prstGeom>
            <a:solidFill>
              <a:srgbClr val="00A6A6"/>
            </a:solidFill>
            <a:ln w="2743">
              <a:solidFill>
                <a:srgbClr val="FFFFFF"/>
              </a:solidFill>
            </a:ln>
            <a:effectLst/>
          </p:spPr>
          <p:txBody>
            <a:bodyPr rtlCol="0" anchor="ctr"/>
            <a:lstStyle/>
            <a:p>
              <a:pPr algn="ctr"/>
            </a:p>
          </p:txBody>
        </p:sp>
        <p:sp>
          <p:nvSpPr>
            <p:cNvPr id="1601" name="link4_sensor_2: 0.4818 m"/>
            <p:cNvSpPr/>
            <p:nvPr/>
          </p:nvSpPr>
          <p:spPr>
            <a:xfrm>
              <a:off x="10334650" y="273446"/>
              <a:ext cx="28346" cy="28346"/>
            </a:xfrm>
            <a:prstGeom prst="ellipse">
              <a:avLst/>
            </a:prstGeom>
            <a:solidFill>
              <a:srgbClr val="00A6A6"/>
            </a:solidFill>
            <a:ln w="2743">
              <a:solidFill>
                <a:srgbClr val="FFFFFF"/>
              </a:solidFill>
            </a:ln>
            <a:effectLst/>
          </p:spPr>
          <p:txBody>
            <a:bodyPr rtlCol="0" anchor="ctr"/>
            <a:lstStyle/>
            <a:p>
              <a:pPr algn="ctr"/>
            </a:p>
          </p:txBody>
        </p:sp>
        <p:sp>
          <p:nvSpPr>
            <p:cNvPr id="1602" name="link6_sensor_1: 0.5048 m"/>
            <p:cNvSpPr/>
            <p:nvPr/>
          </p:nvSpPr>
          <p:spPr>
            <a:xfrm>
              <a:off x="10943833" y="407989"/>
              <a:ext cx="28346" cy="28346"/>
            </a:xfrm>
            <a:prstGeom prst="ellipse">
              <a:avLst/>
            </a:prstGeom>
            <a:solidFill>
              <a:srgbClr val="00A6A6"/>
            </a:solidFill>
            <a:ln w="2743">
              <a:solidFill>
                <a:srgbClr val="FFFFFF"/>
              </a:solidFill>
            </a:ln>
            <a:effectLst/>
          </p:spPr>
          <p:txBody>
            <a:bodyPr rtlCol="0" anchor="ctr"/>
            <a:lstStyle/>
            <a:p>
              <a:pPr algn="ctr"/>
            </a:p>
          </p:txBody>
        </p:sp>
        <p:sp>
          <p:nvSpPr>
            <p:cNvPr id="1603" name="link4_sensor_2: 0.5570 m"/>
            <p:cNvSpPr/>
            <p:nvPr/>
          </p:nvSpPr>
          <p:spPr>
            <a:xfrm>
              <a:off x="10896647" y="288861"/>
              <a:ext cx="28346" cy="28346"/>
            </a:xfrm>
            <a:prstGeom prst="ellipse">
              <a:avLst/>
            </a:prstGeom>
            <a:solidFill>
              <a:srgbClr val="00A6A6"/>
            </a:solidFill>
            <a:ln w="2743">
              <a:solidFill>
                <a:srgbClr val="FFFFFF"/>
              </a:solidFill>
            </a:ln>
            <a:effectLst/>
          </p:spPr>
          <p:txBody>
            <a:bodyPr rtlCol="0" anchor="ctr"/>
            <a:lstStyle/>
            <a:p>
              <a:pPr algn="ctr"/>
            </a:p>
          </p:txBody>
        </p:sp>
        <p:sp>
          <p:nvSpPr>
            <p:cNvPr id="1604" name="link5_front_sensor_0: 0.5402 m"/>
            <p:cNvSpPr/>
            <p:nvPr/>
          </p:nvSpPr>
          <p:spPr>
            <a:xfrm>
              <a:off x="11053339" y="283723"/>
              <a:ext cx="28346" cy="28346"/>
            </a:xfrm>
            <a:prstGeom prst="ellipse">
              <a:avLst/>
            </a:prstGeom>
            <a:solidFill>
              <a:srgbClr val="00A6A6"/>
            </a:solidFill>
            <a:ln w="2743">
              <a:solidFill>
                <a:srgbClr val="FFFFFF"/>
              </a:solidFill>
            </a:ln>
            <a:effectLst/>
          </p:spPr>
          <p:txBody>
            <a:bodyPr rtlCol="0" anchor="ctr"/>
            <a:lstStyle/>
            <a:p>
              <a:pPr algn="ctr"/>
            </a:p>
          </p:txBody>
        </p:sp>
        <p:sp>
          <p:nvSpPr>
            <p:cNvPr id="1605" name="link4_sensor_2: 0.5237 m"/>
            <p:cNvSpPr/>
            <p:nvPr/>
          </p:nvSpPr>
          <p:spPr>
            <a:xfrm>
              <a:off x="10692039" y="288714"/>
              <a:ext cx="28346" cy="28346"/>
            </a:xfrm>
            <a:prstGeom prst="ellipse">
              <a:avLst/>
            </a:prstGeom>
            <a:solidFill>
              <a:srgbClr val="00A6A6"/>
            </a:solidFill>
            <a:ln w="2743">
              <a:solidFill>
                <a:srgbClr val="FFFFFF"/>
              </a:solidFill>
            </a:ln>
            <a:effectLst/>
          </p:spPr>
          <p:txBody>
            <a:bodyPr rtlCol="0" anchor="ctr"/>
            <a:lstStyle/>
            <a:p>
              <a:pPr algn="ctr"/>
            </a:p>
          </p:txBody>
        </p:sp>
        <p:sp>
          <p:nvSpPr>
            <p:cNvPr id="1606" name="link5_front_sensor_0: 0.5015 m"/>
            <p:cNvSpPr/>
            <p:nvPr/>
          </p:nvSpPr>
          <p:spPr>
            <a:xfrm>
              <a:off x="10871859" y="241209"/>
              <a:ext cx="28346" cy="28346"/>
            </a:xfrm>
            <a:prstGeom prst="ellipse">
              <a:avLst/>
            </a:prstGeom>
            <a:solidFill>
              <a:srgbClr val="00A6A6"/>
            </a:solidFill>
            <a:ln w="2743">
              <a:solidFill>
                <a:srgbClr val="FFFFFF"/>
              </a:solidFill>
            </a:ln>
            <a:effectLst/>
          </p:spPr>
          <p:txBody>
            <a:bodyPr rtlCol="0" anchor="ctr"/>
            <a:lstStyle/>
            <a:p>
              <a:pPr algn="ct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cene context — recorded frame 150 (editable crop)" descr="exo_camera_1.png"/>
          <p:cNvPicPr>
            <a:picLocks noChangeAspect="1"/>
          </p:cNvPicPr>
          <p:nvPr/>
        </p:nvPicPr>
        <p:blipFill>
          <a:blip r:embed="rId2"/>
          <a:srcRect l="12821" r="19872"/>
          <a:stretch>
            <a:fillRect/>
          </a:stretch>
        </p:blipFill>
        <p:spPr>
          <a:xfrm>
            <a:off x="0" y="310896"/>
            <a:ext cx="3840480" cy="3218688"/>
          </a:xfrm>
          <a:prstGeom prst="rect">
            <a:avLst/>
          </a:prstGeom>
        </p:spPr>
      </p:pic>
      <p:sp>
        <p:nvSpPr>
          <p:cNvPr id="3" name="TextBox 2"/>
          <p:cNvSpPr txBox="1"/>
          <p:nvPr/>
        </p:nvSpPr>
        <p:spPr>
          <a:xfrm>
            <a:off x="0" y="0"/>
            <a:ext cx="3840480" cy="274320"/>
          </a:xfrm>
          <a:prstGeom prst="rect">
            <a:avLst/>
          </a:prstGeom>
          <a:noFill/>
        </p:spPr>
        <p:txBody>
          <a:bodyPr wrap="none" lIns="0" rIns="0" tIns="0" bIns="0" anchorCtr="0">
            <a:noAutofit/>
          </a:bodyPr>
          <a:lstStyle/>
          <a:p>
            <a:r>
              <a:rPr sz="1440">
                <a:solidFill>
                  <a:srgbClr val="22292E"/>
                </a:solidFill>
                <a:latin typeface="Arial"/>
              </a:rPr>
              <a:t>(a) Scene context</a:t>
            </a:r>
          </a:p>
        </p:txBody>
      </p:sp>
      <p:pic>
        <p:nvPicPr>
          <p:cNvPr id="4" name="Wrist RGB — recorded frame 150 (editable crop)" descr="wrist_camera.png"/>
          <p:cNvPicPr>
            <a:picLocks noChangeAspect="1"/>
          </p:cNvPicPr>
          <p:nvPr/>
        </p:nvPicPr>
        <p:blipFill>
          <a:blip r:embed="rId3"/>
          <a:srcRect l="16346" r="16346"/>
          <a:stretch>
            <a:fillRect/>
          </a:stretch>
        </p:blipFill>
        <p:spPr>
          <a:xfrm>
            <a:off x="3950208" y="310896"/>
            <a:ext cx="3840480" cy="3218688"/>
          </a:xfrm>
          <a:prstGeom prst="rect">
            <a:avLst/>
          </a:prstGeom>
        </p:spPr>
      </p:pic>
      <p:sp>
        <p:nvSpPr>
          <p:cNvPr id="5" name="TextBox 4"/>
          <p:cNvSpPr txBox="1"/>
          <p:nvPr/>
        </p:nvSpPr>
        <p:spPr>
          <a:xfrm>
            <a:off x="3950208" y="0"/>
            <a:ext cx="3840480" cy="274320"/>
          </a:xfrm>
          <a:prstGeom prst="rect">
            <a:avLst/>
          </a:prstGeom>
          <a:noFill/>
        </p:spPr>
        <p:txBody>
          <a:bodyPr wrap="none" lIns="0" rIns="0" tIns="0" bIns="0" anchorCtr="0">
            <a:noAutofit/>
          </a:bodyPr>
          <a:lstStyle/>
          <a:p>
            <a:r>
              <a:rPr sz="1440">
                <a:solidFill>
                  <a:srgbClr val="22292E"/>
                </a:solidFill>
                <a:latin typeface="Arial"/>
              </a:rPr>
              <a:t>(b) Wrist RGB</a:t>
            </a:r>
          </a:p>
        </p:txBody>
      </p:sp>
      <p:pic>
        <p:nvPicPr>
          <p:cNvPr id="6" name="Measured proximity — recorded frame 150 (editable crop)" descr="exo_camera_1.png"/>
          <p:cNvPicPr>
            <a:picLocks noChangeAspect="1"/>
          </p:cNvPicPr>
          <p:nvPr/>
        </p:nvPicPr>
        <p:blipFill>
          <a:blip r:embed="rId2"/>
          <a:srcRect l="12821" r="19872"/>
          <a:stretch>
            <a:fillRect/>
          </a:stretch>
        </p:blipFill>
        <p:spPr>
          <a:xfrm>
            <a:off x="7900416" y="310896"/>
            <a:ext cx="3840480" cy="3218688"/>
          </a:xfrm>
          <a:prstGeom prst="rect">
            <a:avLst/>
          </a:prstGeom>
        </p:spPr>
      </p:pic>
      <p:sp>
        <p:nvSpPr>
          <p:cNvPr id="7" name="TextBox 6"/>
          <p:cNvSpPr txBox="1"/>
          <p:nvPr/>
        </p:nvSpPr>
        <p:spPr>
          <a:xfrm>
            <a:off x="7900416" y="0"/>
            <a:ext cx="3840480" cy="274320"/>
          </a:xfrm>
          <a:prstGeom prst="rect">
            <a:avLst/>
          </a:prstGeom>
          <a:noFill/>
        </p:spPr>
        <p:txBody>
          <a:bodyPr wrap="none" lIns="0" rIns="0" tIns="0" bIns="0" anchorCtr="0">
            <a:noAutofit/>
          </a:bodyPr>
          <a:lstStyle/>
          <a:p>
            <a:r>
              <a:rPr sz="1440">
                <a:solidFill>
                  <a:srgbClr val="22292E"/>
                </a:solidFill>
                <a:latin typeface="Arial"/>
              </a:rPr>
              <a:t>(c) Measured proximity</a:t>
            </a:r>
          </a:p>
        </p:txBody>
      </p:sp>
      <p:grpSp>
        <p:nvGrpSpPr>
          <p:cNvPr id="8" name="Calibrated sensor projection rays and 8×8 grid edges"/>
          <p:cNvGrpSpPr/>
          <p:nvPr/>
        </p:nvGrpSpPr>
        <p:grpSpPr>
          <a:xfrm>
            <a:off x="7939153" y="336813"/>
            <a:ext cx="3781413" cy="3165458"/>
            <a:chOff x="7939153" y="336813"/>
            <a:chExt cx="3781413" cy="3165458"/>
          </a:xfrm>
        </p:grpSpPr>
        <p:cxnSp>
          <p:nvCxnSpPr>
            <p:cNvPr id="9" name="link3_sensor_1: ray"/>
            <p:cNvCxnSpPr/>
            <p:nvPr/>
          </p:nvCxnSpPr>
          <p:spPr>
            <a:xfrm flipH="1">
              <a:off x="7980439" y="2050163"/>
              <a:ext cx="1221903" cy="1098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 name="link6_sensor_3: ray"/>
            <p:cNvCxnSpPr/>
            <p:nvPr/>
          </p:nvCxnSpPr>
          <p:spPr>
            <a:xfrm flipH="1" flipV="1">
              <a:off x="9616159" y="1018077"/>
              <a:ext cx="2552" cy="13941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 name="link6_sensor_4: ray"/>
            <p:cNvCxnSpPr/>
            <p:nvPr/>
          </p:nvCxnSpPr>
          <p:spPr>
            <a:xfrm flipH="1" flipV="1">
              <a:off x="9718854" y="1025806"/>
              <a:ext cx="70321" cy="1198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 name="link6_sensor_4: ray"/>
            <p:cNvCxnSpPr/>
            <p:nvPr/>
          </p:nvCxnSpPr>
          <p:spPr>
            <a:xfrm flipV="1">
              <a:off x="9789175" y="1032498"/>
              <a:ext cx="26328" cy="11313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 name="link6_sensor_3: ray"/>
            <p:cNvCxnSpPr/>
            <p:nvPr/>
          </p:nvCxnSpPr>
          <p:spPr>
            <a:xfrm flipV="1">
              <a:off x="9618711" y="1011757"/>
              <a:ext cx="100010" cy="14573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 name="link6_sensor_4: ray"/>
            <p:cNvCxnSpPr/>
            <p:nvPr/>
          </p:nvCxnSpPr>
          <p:spPr>
            <a:xfrm flipH="1" flipV="1">
              <a:off x="9710181" y="925109"/>
              <a:ext cx="78994" cy="2205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 name="link6_sensor_3: ray"/>
            <p:cNvCxnSpPr/>
            <p:nvPr/>
          </p:nvCxnSpPr>
          <p:spPr>
            <a:xfrm flipH="1" flipV="1">
              <a:off x="9609631" y="909138"/>
              <a:ext cx="9080" cy="2483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 name="link6_sensor_4: ray"/>
            <p:cNvCxnSpPr/>
            <p:nvPr/>
          </p:nvCxnSpPr>
          <p:spPr>
            <a:xfrm flipV="1">
              <a:off x="9789175" y="1039224"/>
              <a:ext cx="123489" cy="1064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 name="link6_sensor_4: ray"/>
            <p:cNvCxnSpPr/>
            <p:nvPr/>
          </p:nvCxnSpPr>
          <p:spPr>
            <a:xfrm flipV="1">
              <a:off x="9789175" y="931692"/>
              <a:ext cx="20017" cy="21394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 name="link6_sensor_3: ray"/>
            <p:cNvCxnSpPr/>
            <p:nvPr/>
          </p:nvCxnSpPr>
          <p:spPr>
            <a:xfrm flipV="1">
              <a:off x="9618711" y="907960"/>
              <a:ext cx="96466" cy="24953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 name="link6_sensor_4: ray"/>
            <p:cNvCxnSpPr/>
            <p:nvPr/>
          </p:nvCxnSpPr>
          <p:spPr>
            <a:xfrm flipV="1">
              <a:off x="9789175" y="1045987"/>
              <a:ext cx="221167" cy="996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 name="link6_sensor_4: ray"/>
            <p:cNvCxnSpPr/>
            <p:nvPr/>
          </p:nvCxnSpPr>
          <p:spPr>
            <a:xfrm flipH="1" flipV="1">
              <a:off x="9701071" y="819329"/>
              <a:ext cx="88104" cy="32630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 name="link6_sensor_3: ray"/>
            <p:cNvCxnSpPr/>
            <p:nvPr/>
          </p:nvCxnSpPr>
          <p:spPr>
            <a:xfrm flipH="1" flipV="1">
              <a:off x="9602735" y="794080"/>
              <a:ext cx="15976" cy="3634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 name="link6_sensor_4: ray"/>
            <p:cNvCxnSpPr/>
            <p:nvPr/>
          </p:nvCxnSpPr>
          <p:spPr>
            <a:xfrm flipV="1">
              <a:off x="9789175" y="938311"/>
              <a:ext cx="119567" cy="20732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 name="link6_sensor_4: ray"/>
            <p:cNvCxnSpPr/>
            <p:nvPr/>
          </p:nvCxnSpPr>
          <p:spPr>
            <a:xfrm flipV="1">
              <a:off x="9789175" y="1052785"/>
              <a:ext cx="319366" cy="928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 name="link6_sensor_4: ray"/>
            <p:cNvCxnSpPr/>
            <p:nvPr/>
          </p:nvCxnSpPr>
          <p:spPr>
            <a:xfrm flipV="1">
              <a:off x="9789175" y="825785"/>
              <a:ext cx="13388" cy="3198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 name="link6_sensor_3: ray"/>
            <p:cNvCxnSpPr/>
            <p:nvPr/>
          </p:nvCxnSpPr>
          <p:spPr>
            <a:xfrm flipV="1">
              <a:off x="9618711" y="798624"/>
              <a:ext cx="92732" cy="35886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 name="link6_sensor_4: ray"/>
            <p:cNvCxnSpPr/>
            <p:nvPr/>
          </p:nvCxnSpPr>
          <p:spPr>
            <a:xfrm flipV="1">
              <a:off x="9789175" y="944967"/>
              <a:ext cx="219659" cy="2006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 name="link6_sensor_0: ray"/>
            <p:cNvCxnSpPr/>
            <p:nvPr/>
          </p:nvCxnSpPr>
          <p:spPr>
            <a:xfrm flipV="1">
              <a:off x="9849394" y="1023822"/>
              <a:ext cx="327893" cy="15752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 name="link6_sensor_4: ray"/>
            <p:cNvCxnSpPr/>
            <p:nvPr/>
          </p:nvCxnSpPr>
          <p:spPr>
            <a:xfrm flipH="1" flipV="1">
              <a:off x="9691489" y="708073"/>
              <a:ext cx="97686" cy="4375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 name="link6_sensor_4: ray"/>
            <p:cNvCxnSpPr/>
            <p:nvPr/>
          </p:nvCxnSpPr>
          <p:spPr>
            <a:xfrm flipV="1">
              <a:off x="9789175" y="1059620"/>
              <a:ext cx="418090" cy="860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 name="link6_sensor_4: ray"/>
            <p:cNvCxnSpPr/>
            <p:nvPr/>
          </p:nvCxnSpPr>
          <p:spPr>
            <a:xfrm flipV="1">
              <a:off x="9789175" y="832276"/>
              <a:ext cx="115446" cy="31335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 name="link6_sensor_3: ray"/>
            <p:cNvCxnSpPr/>
            <p:nvPr/>
          </p:nvCxnSpPr>
          <p:spPr>
            <a:xfrm flipH="1" flipV="1">
              <a:off x="9595441" y="672370"/>
              <a:ext cx="23270" cy="48512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 name="link6_sensor_0: ray"/>
            <p:cNvCxnSpPr/>
            <p:nvPr/>
          </p:nvCxnSpPr>
          <p:spPr>
            <a:xfrm flipV="1">
              <a:off x="9849394" y="1038631"/>
              <a:ext cx="422971" cy="14271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 name="link6_sensor_4: ray"/>
            <p:cNvCxnSpPr/>
            <p:nvPr/>
          </p:nvCxnSpPr>
          <p:spPr>
            <a:xfrm flipV="1">
              <a:off x="9789175" y="951659"/>
              <a:ext cx="320297" cy="19397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 name="link6_sensor_4: ray"/>
            <p:cNvCxnSpPr/>
            <p:nvPr/>
          </p:nvCxnSpPr>
          <p:spPr>
            <a:xfrm flipV="1">
              <a:off x="9789175" y="714378"/>
              <a:ext cx="6414" cy="4312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 name="link6_sensor_4: ray"/>
            <p:cNvCxnSpPr/>
            <p:nvPr/>
          </p:nvCxnSpPr>
          <p:spPr>
            <a:xfrm flipV="1">
              <a:off x="9789175" y="1066491"/>
              <a:ext cx="517344" cy="7914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 name="link6_sensor_3: ray"/>
            <p:cNvCxnSpPr/>
            <p:nvPr/>
          </p:nvCxnSpPr>
          <p:spPr>
            <a:xfrm flipH="1" flipV="1">
              <a:off x="9519609" y="1044224"/>
              <a:ext cx="99102" cy="11326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 name="link6_sensor_4: ray"/>
            <p:cNvCxnSpPr/>
            <p:nvPr/>
          </p:nvCxnSpPr>
          <p:spPr>
            <a:xfrm flipV="1">
              <a:off x="9789175" y="838805"/>
              <a:ext cx="218073" cy="3068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 name="link6_sensor_3: ray"/>
            <p:cNvCxnSpPr/>
            <p:nvPr/>
          </p:nvCxnSpPr>
          <p:spPr>
            <a:xfrm flipV="1">
              <a:off x="9618711" y="683298"/>
              <a:ext cx="88793" cy="47419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 name="link6_sensor_0: ray"/>
            <p:cNvCxnSpPr/>
            <p:nvPr/>
          </p:nvCxnSpPr>
          <p:spPr>
            <a:xfrm flipV="1">
              <a:off x="9849394" y="922005"/>
              <a:ext cx="326677" cy="2593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 name="link6_sensor_0: ray"/>
            <p:cNvCxnSpPr/>
            <p:nvPr/>
          </p:nvCxnSpPr>
          <p:spPr>
            <a:xfrm flipV="1">
              <a:off x="9849394" y="1054606"/>
              <a:ext cx="525527" cy="1267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 name="link6_sensor_4: ray"/>
            <p:cNvCxnSpPr/>
            <p:nvPr/>
          </p:nvCxnSpPr>
          <p:spPr>
            <a:xfrm flipH="1" flipV="1">
              <a:off x="9681397" y="590899"/>
              <a:ext cx="107778" cy="5547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 name="link6_sensor_4: ray"/>
            <p:cNvCxnSpPr/>
            <p:nvPr/>
          </p:nvCxnSpPr>
          <p:spPr>
            <a:xfrm flipV="1">
              <a:off x="9789175" y="958387"/>
              <a:ext cx="421487" cy="1872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 name="link2_sensor_6: ray"/>
            <p:cNvCxnSpPr/>
            <p:nvPr/>
          </p:nvCxnSpPr>
          <p:spPr>
            <a:xfrm flipH="1">
              <a:off x="8135737" y="2863513"/>
              <a:ext cx="1140330" cy="5156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 name="link6_sensor_4: ray"/>
            <p:cNvCxnSpPr/>
            <p:nvPr/>
          </p:nvCxnSpPr>
          <p:spPr>
            <a:xfrm flipV="1">
              <a:off x="9789175" y="1073399"/>
              <a:ext cx="617131" cy="722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 name="link6_sensor_4: ray"/>
            <p:cNvCxnSpPr/>
            <p:nvPr/>
          </p:nvCxnSpPr>
          <p:spPr>
            <a:xfrm flipV="1">
              <a:off x="9789175" y="720720"/>
              <a:ext cx="111109" cy="4249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 name="link6_sensor_0: ray"/>
            <p:cNvCxnSpPr/>
            <p:nvPr/>
          </p:nvCxnSpPr>
          <p:spPr>
            <a:xfrm flipV="1">
              <a:off x="9849394" y="933255"/>
              <a:ext cx="424270" cy="24809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 name="link6_sensor_3: ray"/>
            <p:cNvCxnSpPr/>
            <p:nvPr/>
          </p:nvCxnSpPr>
          <p:spPr>
            <a:xfrm flipH="1" flipV="1">
              <a:off x="9587713" y="543414"/>
              <a:ext cx="30998" cy="6140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 name="link6_sensor_4: ray"/>
            <p:cNvCxnSpPr/>
            <p:nvPr/>
          </p:nvCxnSpPr>
          <p:spPr>
            <a:xfrm flipV="1">
              <a:off x="9789175" y="845370"/>
              <a:ext cx="321276" cy="3002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 name="link6_sensor_0: ray"/>
            <p:cNvCxnSpPr/>
            <p:nvPr/>
          </p:nvCxnSpPr>
          <p:spPr>
            <a:xfrm flipV="1">
              <a:off x="9849394" y="1071888"/>
              <a:ext cx="636483" cy="1094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 name="link6_sensor_4: ray"/>
            <p:cNvCxnSpPr/>
            <p:nvPr/>
          </p:nvCxnSpPr>
          <p:spPr>
            <a:xfrm flipV="1">
              <a:off x="9789175" y="965152"/>
              <a:ext cx="523234" cy="1804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 name="link6_sensor_4: ray"/>
            <p:cNvCxnSpPr/>
            <p:nvPr/>
          </p:nvCxnSpPr>
          <p:spPr>
            <a:xfrm flipH="1" flipV="1">
              <a:off x="9788243" y="597033"/>
              <a:ext cx="932" cy="5485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 name="link6_sensor_3: ray"/>
            <p:cNvCxnSpPr/>
            <p:nvPr/>
          </p:nvCxnSpPr>
          <p:spPr>
            <a:xfrm flipH="1" flipV="1">
              <a:off x="9511561" y="947431"/>
              <a:ext cx="107150" cy="2100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 name="link6_sensor_0: ray"/>
            <p:cNvCxnSpPr/>
            <p:nvPr/>
          </p:nvCxnSpPr>
          <p:spPr>
            <a:xfrm flipV="1">
              <a:off x="9849394" y="814770"/>
              <a:ext cx="325395" cy="3665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 name="link6_sensor_4: ray"/>
            <p:cNvCxnSpPr/>
            <p:nvPr/>
          </p:nvCxnSpPr>
          <p:spPr>
            <a:xfrm flipV="1">
              <a:off x="9789175" y="727100"/>
              <a:ext cx="216404" cy="41853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 name="link6_sensor_3: ray"/>
            <p:cNvCxnSpPr/>
            <p:nvPr/>
          </p:nvCxnSpPr>
          <p:spPr>
            <a:xfrm flipV="1">
              <a:off x="9618711" y="561464"/>
              <a:ext cx="84632" cy="59602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 name="link6_sensor_0: ray"/>
            <p:cNvCxnSpPr/>
            <p:nvPr/>
          </p:nvCxnSpPr>
          <p:spPr>
            <a:xfrm flipV="1">
              <a:off x="9849394" y="945417"/>
              <a:ext cx="529753" cy="2359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 name="link6_sensor_4: ray"/>
            <p:cNvCxnSpPr/>
            <p:nvPr/>
          </p:nvCxnSpPr>
          <p:spPr>
            <a:xfrm flipV="1">
              <a:off x="9789175" y="851972"/>
              <a:ext cx="425059" cy="29366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 name="link6_sensor_0: ray"/>
            <p:cNvCxnSpPr/>
            <p:nvPr/>
          </p:nvCxnSpPr>
          <p:spPr>
            <a:xfrm flipV="1">
              <a:off x="9849394" y="1090645"/>
              <a:ext cx="756922" cy="907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 name="link6_sensor_4: ray"/>
            <p:cNvCxnSpPr/>
            <p:nvPr/>
          </p:nvCxnSpPr>
          <p:spPr>
            <a:xfrm flipH="1" flipV="1">
              <a:off x="9670754" y="467325"/>
              <a:ext cx="118421" cy="6783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 name="link6_sensor_4: ray"/>
            <p:cNvCxnSpPr/>
            <p:nvPr/>
          </p:nvCxnSpPr>
          <p:spPr>
            <a:xfrm flipV="1">
              <a:off x="9789175" y="971955"/>
              <a:ext cx="625541" cy="17367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 name="link6_sensor_4: ray"/>
            <p:cNvCxnSpPr/>
            <p:nvPr/>
          </p:nvCxnSpPr>
          <p:spPr>
            <a:xfrm flipV="1">
              <a:off x="9789175" y="603200"/>
              <a:ext cx="106540" cy="54243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 name="link6_sensor_0: ray"/>
            <p:cNvCxnSpPr/>
            <p:nvPr/>
          </p:nvCxnSpPr>
          <p:spPr>
            <a:xfrm flipV="1">
              <a:off x="9849394" y="822045"/>
              <a:ext cx="425640" cy="3593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 name="link6_sensor_4: ray"/>
            <p:cNvCxnSpPr/>
            <p:nvPr/>
          </p:nvCxnSpPr>
          <p:spPr>
            <a:xfrm flipV="1">
              <a:off x="9789175" y="733516"/>
              <a:ext cx="322304" cy="4121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4" name="link6_sensor_0: ray"/>
            <p:cNvCxnSpPr/>
            <p:nvPr/>
          </p:nvCxnSpPr>
          <p:spPr>
            <a:xfrm flipV="1">
              <a:off x="9849394" y="958604"/>
              <a:ext cx="644124" cy="2227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5" name="link6_sensor_4: ray"/>
            <p:cNvCxnSpPr/>
            <p:nvPr/>
          </p:nvCxnSpPr>
          <p:spPr>
            <a:xfrm flipV="1">
              <a:off x="9789175" y="858611"/>
              <a:ext cx="529426" cy="28702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6" name="link6_sensor_3: ray"/>
            <p:cNvCxnSpPr/>
            <p:nvPr/>
          </p:nvCxnSpPr>
          <p:spPr>
            <a:xfrm flipH="1" flipV="1">
              <a:off x="9579510" y="406549"/>
              <a:ext cx="39201" cy="75094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7" name="link6_sensor_0: ray"/>
            <p:cNvCxnSpPr/>
            <p:nvPr/>
          </p:nvCxnSpPr>
          <p:spPr>
            <a:xfrm flipV="1">
              <a:off x="9849394" y="1111076"/>
              <a:ext cx="888106" cy="702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8" name="link6_sensor_4: ray"/>
            <p:cNvCxnSpPr/>
            <p:nvPr/>
          </p:nvCxnSpPr>
          <p:spPr>
            <a:xfrm flipH="1" flipV="1">
              <a:off x="9780494" y="473256"/>
              <a:ext cx="8681" cy="6723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9" name="link6_sensor_3: ray"/>
            <p:cNvCxnSpPr/>
            <p:nvPr/>
          </p:nvCxnSpPr>
          <p:spPr>
            <a:xfrm flipH="1" flipV="1">
              <a:off x="9503140" y="846126"/>
              <a:ext cx="115571" cy="31136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0" name="link6_sensor_0: ray"/>
            <p:cNvCxnSpPr/>
            <p:nvPr/>
          </p:nvCxnSpPr>
          <p:spPr>
            <a:xfrm flipV="1">
              <a:off x="9849394" y="701669"/>
              <a:ext cx="324044" cy="47968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1" name="link6_sensor_4: ray"/>
            <p:cNvCxnSpPr/>
            <p:nvPr/>
          </p:nvCxnSpPr>
          <p:spPr>
            <a:xfrm flipV="1">
              <a:off x="9789175" y="609405"/>
              <a:ext cx="214645" cy="5362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2" name="link6_sensor_0: ray"/>
            <p:cNvCxnSpPr/>
            <p:nvPr/>
          </p:nvCxnSpPr>
          <p:spPr>
            <a:xfrm flipV="1">
              <a:off x="9849394" y="829932"/>
              <a:ext cx="534221" cy="3514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3" name="link6_sensor_4: ray"/>
            <p:cNvCxnSpPr/>
            <p:nvPr/>
          </p:nvCxnSpPr>
          <p:spPr>
            <a:xfrm flipV="1">
              <a:off x="9789175" y="739969"/>
              <a:ext cx="428815" cy="4056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4" name="link6_sensor_3: ray"/>
            <p:cNvCxnSpPr/>
            <p:nvPr/>
          </p:nvCxnSpPr>
          <p:spPr>
            <a:xfrm flipV="1">
              <a:off x="9618711" y="432560"/>
              <a:ext cx="80230" cy="72493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5" name="link6_sensor_4: ray"/>
            <p:cNvCxnSpPr/>
            <p:nvPr/>
          </p:nvCxnSpPr>
          <p:spPr>
            <a:xfrm flipH="1" flipV="1">
              <a:off x="9659514" y="336813"/>
              <a:ext cx="129661" cy="80881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6" name="link6_sensor_0: ray"/>
            <p:cNvCxnSpPr/>
            <p:nvPr/>
          </p:nvCxnSpPr>
          <p:spPr>
            <a:xfrm flipV="1">
              <a:off x="9849394" y="972950"/>
              <a:ext cx="768563" cy="2084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7" name="link6_sensor_4: ray"/>
            <p:cNvCxnSpPr/>
            <p:nvPr/>
          </p:nvCxnSpPr>
          <p:spPr>
            <a:xfrm flipV="1">
              <a:off x="9789175" y="865288"/>
              <a:ext cx="634383" cy="2803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8" name="link6_sensor_4: ray"/>
            <p:cNvCxnSpPr/>
            <p:nvPr/>
          </p:nvCxnSpPr>
          <p:spPr>
            <a:xfrm flipV="1">
              <a:off x="9789175" y="479223"/>
              <a:ext cx="101720" cy="6664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79" name="link6_sensor_0: ray"/>
            <p:cNvCxnSpPr/>
            <p:nvPr/>
          </p:nvCxnSpPr>
          <p:spPr>
            <a:xfrm flipV="1">
              <a:off x="9849394" y="1133415"/>
              <a:ext cx="1031528" cy="4793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0" name="link6_sensor_0: ray"/>
            <p:cNvCxnSpPr/>
            <p:nvPr/>
          </p:nvCxnSpPr>
          <p:spPr>
            <a:xfrm flipV="1">
              <a:off x="9849394" y="704505"/>
              <a:ext cx="427088" cy="4768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1" name="link6_sensor_4: ray"/>
            <p:cNvCxnSpPr/>
            <p:nvPr/>
          </p:nvCxnSpPr>
          <p:spPr>
            <a:xfrm flipV="1">
              <a:off x="9789175" y="615647"/>
              <a:ext cx="323387" cy="5299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2" name="link6_sensor_4: ray"/>
            <p:cNvCxnSpPr/>
            <p:nvPr/>
          </p:nvCxnSpPr>
          <p:spPr>
            <a:xfrm flipV="1">
              <a:off x="9789175" y="746459"/>
              <a:ext cx="535942" cy="39917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3" name="link6_sensor_0: ray"/>
            <p:cNvCxnSpPr/>
            <p:nvPr/>
          </p:nvCxnSpPr>
          <p:spPr>
            <a:xfrm flipV="1">
              <a:off x="9849394" y="838503"/>
              <a:ext cx="652227" cy="3428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4" name="link2_sensor_6: ray"/>
            <p:cNvCxnSpPr/>
            <p:nvPr/>
          </p:nvCxnSpPr>
          <p:spPr>
            <a:xfrm flipH="1">
              <a:off x="8345449" y="2863513"/>
              <a:ext cx="930618" cy="1729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5" name="link6_sensor_4: ray"/>
            <p:cNvCxnSpPr/>
            <p:nvPr/>
          </p:nvCxnSpPr>
          <p:spPr>
            <a:xfrm flipH="1" flipV="1">
              <a:off x="9772310" y="342508"/>
              <a:ext cx="16865" cy="80312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6" name="link6_sensor_0: ray"/>
            <p:cNvCxnSpPr/>
            <p:nvPr/>
          </p:nvCxnSpPr>
          <p:spPr>
            <a:xfrm flipV="1">
              <a:off x="9849394" y="582211"/>
              <a:ext cx="322617" cy="59913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7" name="link6_sensor_3: ray"/>
            <p:cNvCxnSpPr/>
            <p:nvPr/>
          </p:nvCxnSpPr>
          <p:spPr>
            <a:xfrm flipH="1" flipV="1">
              <a:off x="9494318" y="739989"/>
              <a:ext cx="124393" cy="41750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8" name="link6_sensor_0: ray"/>
            <p:cNvCxnSpPr/>
            <p:nvPr/>
          </p:nvCxnSpPr>
          <p:spPr>
            <a:xfrm flipV="1">
              <a:off x="9849394" y="988614"/>
              <a:ext cx="904464" cy="19273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89" name="link6_sensor_4: ray"/>
            <p:cNvCxnSpPr/>
            <p:nvPr/>
          </p:nvCxnSpPr>
          <p:spPr>
            <a:xfrm flipV="1">
              <a:off x="9789175" y="485224"/>
              <a:ext cx="212789" cy="6604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0" name="link6_sensor_0: ray"/>
            <p:cNvCxnSpPr/>
            <p:nvPr/>
          </p:nvCxnSpPr>
          <p:spPr>
            <a:xfrm flipV="1">
              <a:off x="9849394" y="707591"/>
              <a:ext cx="538953" cy="4737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1" name="link6_sensor_4: ray"/>
            <p:cNvCxnSpPr/>
            <p:nvPr/>
          </p:nvCxnSpPr>
          <p:spPr>
            <a:xfrm flipV="1">
              <a:off x="9789175" y="621925"/>
              <a:ext cx="432774" cy="5237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2" name="link6_sensor_3: ray"/>
            <p:cNvCxnSpPr/>
            <p:nvPr/>
          </p:nvCxnSpPr>
          <p:spPr>
            <a:xfrm flipH="1" flipV="1">
              <a:off x="9445212" y="1068007"/>
              <a:ext cx="173499" cy="894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3" name="link6_sensor_4: ray"/>
            <p:cNvCxnSpPr/>
            <p:nvPr/>
          </p:nvCxnSpPr>
          <p:spPr>
            <a:xfrm flipV="1">
              <a:off x="9789175" y="752987"/>
              <a:ext cx="643691" cy="3926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4" name="link5_back_sensor_4: ray"/>
            <p:cNvCxnSpPr/>
            <p:nvPr/>
          </p:nvCxnSpPr>
          <p:spPr>
            <a:xfrm flipH="1">
              <a:off x="7939153" y="1364689"/>
              <a:ext cx="1501581" cy="136199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5" name="link6_sensor_0: ray"/>
            <p:cNvCxnSpPr/>
            <p:nvPr/>
          </p:nvCxnSpPr>
          <p:spPr>
            <a:xfrm flipV="1">
              <a:off x="9849394" y="847852"/>
              <a:ext cx="780942" cy="33349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6" name="link6_sensor_4: ray"/>
            <p:cNvCxnSpPr/>
            <p:nvPr/>
          </p:nvCxnSpPr>
          <p:spPr>
            <a:xfrm flipV="1">
              <a:off x="9789175" y="348238"/>
              <a:ext cx="96629" cy="79739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7" name="link6_sensor_0: ray"/>
            <p:cNvCxnSpPr/>
            <p:nvPr/>
          </p:nvCxnSpPr>
          <p:spPr>
            <a:xfrm flipV="1">
              <a:off x="9849394" y="580076"/>
              <a:ext cx="428620" cy="6012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8" name="link6_sensor_4: ray"/>
            <p:cNvCxnSpPr/>
            <p:nvPr/>
          </p:nvCxnSpPr>
          <p:spPr>
            <a:xfrm flipV="1">
              <a:off x="9789175" y="491262"/>
              <a:ext cx="324531" cy="6543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99" name="link6_sensor_0: ray"/>
            <p:cNvCxnSpPr/>
            <p:nvPr/>
          </p:nvCxnSpPr>
          <p:spPr>
            <a:xfrm flipV="1">
              <a:off x="9849394" y="1158433"/>
              <a:ext cx="1164030" cy="2291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0" name="link6_sensor_0: ray"/>
            <p:cNvCxnSpPr/>
            <p:nvPr/>
          </p:nvCxnSpPr>
          <p:spPr>
            <a:xfrm flipV="1">
              <a:off x="9849394" y="1005790"/>
              <a:ext cx="1053480" cy="17556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1" name="link2_sensor_6: ray"/>
            <p:cNvCxnSpPr/>
            <p:nvPr/>
          </p:nvCxnSpPr>
          <p:spPr>
            <a:xfrm flipH="1">
              <a:off x="8013284" y="2863513"/>
              <a:ext cx="1262783" cy="1885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2" name="link6_sensor_4: ray"/>
            <p:cNvCxnSpPr/>
            <p:nvPr/>
          </p:nvCxnSpPr>
          <p:spPr>
            <a:xfrm flipV="1">
              <a:off x="9789175" y="628240"/>
              <a:ext cx="542810" cy="5173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3" name="link6_sensor_0: ray"/>
            <p:cNvCxnSpPr/>
            <p:nvPr/>
          </p:nvCxnSpPr>
          <p:spPr>
            <a:xfrm flipV="1">
              <a:off x="9849394" y="710954"/>
              <a:ext cx="660830" cy="47039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4" name="link6_sensor_0: ray"/>
            <p:cNvCxnSpPr/>
            <p:nvPr/>
          </p:nvCxnSpPr>
          <p:spPr>
            <a:xfrm flipV="1">
              <a:off x="9849394" y="455847"/>
              <a:ext cx="321105" cy="72550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5" name="link6_sensor_3: ray"/>
            <p:cNvCxnSpPr/>
            <p:nvPr/>
          </p:nvCxnSpPr>
          <p:spPr>
            <a:xfrm flipH="1" flipV="1">
              <a:off x="9485061" y="628650"/>
              <a:ext cx="133650" cy="52884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6" name="link6_sensor_4: ray"/>
            <p:cNvCxnSpPr/>
            <p:nvPr/>
          </p:nvCxnSpPr>
          <p:spPr>
            <a:xfrm flipV="1">
              <a:off x="9789175" y="354003"/>
              <a:ext cx="210829" cy="79162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7" name="link6_sensor_0: ray"/>
            <p:cNvCxnSpPr/>
            <p:nvPr/>
          </p:nvCxnSpPr>
          <p:spPr>
            <a:xfrm flipV="1">
              <a:off x="9849394" y="858085"/>
              <a:ext cx="921904" cy="3232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8" name="link6_sensor_3: ray"/>
            <p:cNvCxnSpPr/>
            <p:nvPr/>
          </p:nvCxnSpPr>
          <p:spPr>
            <a:xfrm flipH="1" flipV="1">
              <a:off x="9436605" y="982987"/>
              <a:ext cx="182106" cy="1745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09" name="link6_sensor_4: ray"/>
            <p:cNvCxnSpPr/>
            <p:nvPr/>
          </p:nvCxnSpPr>
          <p:spPr>
            <a:xfrm flipV="1">
              <a:off x="9789175" y="497337"/>
              <a:ext cx="436953" cy="64829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0" name="link6_sensor_0: ray"/>
            <p:cNvCxnSpPr/>
            <p:nvPr/>
          </p:nvCxnSpPr>
          <p:spPr>
            <a:xfrm flipV="1">
              <a:off x="9849394" y="577765"/>
              <a:ext cx="543975" cy="6035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1" name="link6_sensor_4: ray"/>
            <p:cNvCxnSpPr/>
            <p:nvPr/>
          </p:nvCxnSpPr>
          <p:spPr>
            <a:xfrm flipV="1">
              <a:off x="9789175" y="634593"/>
              <a:ext cx="653503" cy="51103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2" name="link6_sensor_0: ray"/>
            <p:cNvCxnSpPr/>
            <p:nvPr/>
          </p:nvCxnSpPr>
          <p:spPr>
            <a:xfrm flipV="1">
              <a:off x="9849394" y="714631"/>
              <a:ext cx="794126" cy="46671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3" name="link6_sensor_0: ray"/>
            <p:cNvCxnSpPr/>
            <p:nvPr/>
          </p:nvCxnSpPr>
          <p:spPr>
            <a:xfrm flipV="1">
              <a:off x="9849394" y="448140"/>
              <a:ext cx="430242" cy="7332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4" name="link6_sensor_2: ray"/>
            <p:cNvCxnSpPr/>
            <p:nvPr/>
          </p:nvCxnSpPr>
          <p:spPr>
            <a:xfrm flipV="1">
              <a:off x="9863039" y="1119043"/>
              <a:ext cx="1165051" cy="1146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5" name="link6_sensor_4: ray"/>
            <p:cNvCxnSpPr/>
            <p:nvPr/>
          </p:nvCxnSpPr>
          <p:spPr>
            <a:xfrm flipV="1">
              <a:off x="9789175" y="359803"/>
              <a:ext cx="325741" cy="78582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6" name="link6_sensor_4: ray"/>
            <p:cNvCxnSpPr/>
            <p:nvPr/>
          </p:nvCxnSpPr>
          <p:spPr>
            <a:xfrm flipV="1">
              <a:off x="9789175" y="503448"/>
              <a:ext cx="550061" cy="6421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7" name="link6_sensor_0: ray"/>
            <p:cNvCxnSpPr/>
            <p:nvPr/>
          </p:nvCxnSpPr>
          <p:spPr>
            <a:xfrm flipV="1">
              <a:off x="9849394" y="869340"/>
              <a:ext cx="1076942" cy="3120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8" name="link6_sensor_0: ray"/>
            <p:cNvCxnSpPr/>
            <p:nvPr/>
          </p:nvCxnSpPr>
          <p:spPr>
            <a:xfrm flipV="1">
              <a:off x="9849394" y="575240"/>
              <a:ext cx="669984" cy="6061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19" name="link6_sensor_3: ray"/>
            <p:cNvCxnSpPr/>
            <p:nvPr/>
          </p:nvCxnSpPr>
          <p:spPr>
            <a:xfrm flipH="1" flipV="1">
              <a:off x="9427645" y="894474"/>
              <a:ext cx="191066" cy="2630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0" name="link6_sensor_3: ray"/>
            <p:cNvCxnSpPr/>
            <p:nvPr/>
          </p:nvCxnSpPr>
          <p:spPr>
            <a:xfrm flipH="1" flipV="1">
              <a:off x="9475341" y="511729"/>
              <a:ext cx="143370" cy="6457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1" name="link6_sensor_0: ray"/>
            <p:cNvCxnSpPr/>
            <p:nvPr/>
          </p:nvCxnSpPr>
          <p:spPr>
            <a:xfrm flipV="1">
              <a:off x="9849394" y="1029798"/>
              <a:ext cx="1178032" cy="15155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2" name="link6_sensor_4: ray"/>
            <p:cNvCxnSpPr/>
            <p:nvPr/>
          </p:nvCxnSpPr>
          <p:spPr>
            <a:xfrm flipV="1">
              <a:off x="9789175" y="365640"/>
              <a:ext cx="441373" cy="7799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3" name="link6_sensor_0: ray"/>
            <p:cNvCxnSpPr/>
            <p:nvPr/>
          </p:nvCxnSpPr>
          <p:spPr>
            <a:xfrm flipV="1">
              <a:off x="9849394" y="718661"/>
              <a:ext cx="940545" cy="46268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4" name="link6_sensor_0: ray"/>
            <p:cNvCxnSpPr/>
            <p:nvPr/>
          </p:nvCxnSpPr>
          <p:spPr>
            <a:xfrm flipV="1">
              <a:off x="9849394" y="439741"/>
              <a:ext cx="549316" cy="7416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5" name="link6_sensor_4: ray"/>
            <p:cNvCxnSpPr/>
            <p:nvPr/>
          </p:nvCxnSpPr>
          <p:spPr>
            <a:xfrm flipV="1">
              <a:off x="9789175" y="509595"/>
              <a:ext cx="663863" cy="63603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6" name="link2_sensor_6: ray"/>
            <p:cNvCxnSpPr/>
            <p:nvPr/>
          </p:nvCxnSpPr>
          <p:spPr>
            <a:xfrm flipH="1">
              <a:off x="8243945" y="2863513"/>
              <a:ext cx="1032122" cy="2979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7" name="link6_sensor_3: ray"/>
            <p:cNvCxnSpPr/>
            <p:nvPr/>
          </p:nvCxnSpPr>
          <p:spPr>
            <a:xfrm flipH="1" flipV="1">
              <a:off x="9386070" y="1086902"/>
              <a:ext cx="232641" cy="705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8" name="link6_sensor_0: ray"/>
            <p:cNvCxnSpPr/>
            <p:nvPr/>
          </p:nvCxnSpPr>
          <p:spPr>
            <a:xfrm flipV="1">
              <a:off x="9849394" y="572471"/>
              <a:ext cx="808195" cy="60887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29" name="link6_sensor_2: ray"/>
            <p:cNvCxnSpPr/>
            <p:nvPr/>
          </p:nvCxnSpPr>
          <p:spPr>
            <a:xfrm flipV="1">
              <a:off x="9863039" y="985915"/>
              <a:ext cx="1180073" cy="24780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0" name="link6_sensor_4: ray"/>
            <p:cNvCxnSpPr/>
            <p:nvPr/>
          </p:nvCxnSpPr>
          <p:spPr>
            <a:xfrm flipV="1">
              <a:off x="9789175" y="371512"/>
              <a:ext cx="557730" cy="7741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1" name="link6_sensor_3: ray"/>
            <p:cNvCxnSpPr/>
            <p:nvPr/>
          </p:nvCxnSpPr>
          <p:spPr>
            <a:xfrm flipH="1" flipV="1">
              <a:off x="9418309" y="802244"/>
              <a:ext cx="200402" cy="35524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2" name="link6_sensor_3: ray"/>
            <p:cNvCxnSpPr/>
            <p:nvPr/>
          </p:nvCxnSpPr>
          <p:spPr>
            <a:xfrm flipH="1" flipV="1">
              <a:off x="9465125" y="388812"/>
              <a:ext cx="153586" cy="7686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3" name="link6_sensor_0: ray"/>
            <p:cNvCxnSpPr/>
            <p:nvPr/>
          </p:nvCxnSpPr>
          <p:spPr>
            <a:xfrm flipV="1">
              <a:off x="9849394" y="430551"/>
              <a:ext cx="679745" cy="7507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4" name="link6_sensor_0: ray"/>
            <p:cNvCxnSpPr/>
            <p:nvPr/>
          </p:nvCxnSpPr>
          <p:spPr>
            <a:xfrm flipV="1">
              <a:off x="9849394" y="723106"/>
              <a:ext cx="1102108" cy="4582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5" name="link6_sensor_4: ray"/>
            <p:cNvCxnSpPr/>
            <p:nvPr/>
          </p:nvCxnSpPr>
          <p:spPr>
            <a:xfrm flipV="1">
              <a:off x="9789175" y="377420"/>
              <a:ext cx="674822" cy="7682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6" name="link6_sensor_3: ray"/>
            <p:cNvCxnSpPr/>
            <p:nvPr/>
          </p:nvCxnSpPr>
          <p:spPr>
            <a:xfrm flipH="1" flipV="1">
              <a:off x="9377297" y="1011102"/>
              <a:ext cx="241414" cy="1463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7" name="link6_sensor_0: ray"/>
            <p:cNvCxnSpPr/>
            <p:nvPr/>
          </p:nvCxnSpPr>
          <p:spPr>
            <a:xfrm flipV="1">
              <a:off x="9849394" y="895117"/>
              <a:ext cx="1192686" cy="2862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8" name="link6_sensor_0: ray"/>
            <p:cNvCxnSpPr/>
            <p:nvPr/>
          </p:nvCxnSpPr>
          <p:spPr>
            <a:xfrm flipV="1">
              <a:off x="9849394" y="569405"/>
              <a:ext cx="960494" cy="6119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39" name="link6_sensor_3: ray"/>
            <p:cNvCxnSpPr/>
            <p:nvPr/>
          </p:nvCxnSpPr>
          <p:spPr>
            <a:xfrm flipH="1" flipV="1">
              <a:off x="9408572" y="706062"/>
              <a:ext cx="210139" cy="4514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0" name="link6_sensor_0: ray"/>
            <p:cNvCxnSpPr/>
            <p:nvPr/>
          </p:nvCxnSpPr>
          <p:spPr>
            <a:xfrm flipV="1">
              <a:off x="9849394" y="420437"/>
              <a:ext cx="823243" cy="7609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1" name="link6_sensor_2: ray"/>
            <p:cNvCxnSpPr/>
            <p:nvPr/>
          </p:nvCxnSpPr>
          <p:spPr>
            <a:xfrm flipV="1">
              <a:off x="9863039" y="844250"/>
              <a:ext cx="1196065" cy="38946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2" name="link2_sensor_6: ray"/>
            <p:cNvCxnSpPr/>
            <p:nvPr/>
          </p:nvCxnSpPr>
          <p:spPr>
            <a:xfrm flipH="1">
              <a:off x="8426744" y="2863513"/>
              <a:ext cx="849323" cy="3846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3" name="link6_sensor_3: ray"/>
            <p:cNvCxnSpPr/>
            <p:nvPr/>
          </p:nvCxnSpPr>
          <p:spPr>
            <a:xfrm flipH="1" flipV="1">
              <a:off x="9368200" y="932518"/>
              <a:ext cx="250511" cy="2249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4" name="link6_sensor_0: ray"/>
            <p:cNvCxnSpPr/>
            <p:nvPr/>
          </p:nvCxnSpPr>
          <p:spPr>
            <a:xfrm flipV="1">
              <a:off x="9849394" y="566003"/>
              <a:ext cx="1129142" cy="6153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5" name="link6_sensor_3: ray"/>
            <p:cNvCxnSpPr/>
            <p:nvPr/>
          </p:nvCxnSpPr>
          <p:spPr>
            <a:xfrm flipH="1" flipV="1">
              <a:off x="9337934" y="1102282"/>
              <a:ext cx="280777" cy="552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6" name="link6_sensor_3: ray"/>
            <p:cNvCxnSpPr/>
            <p:nvPr/>
          </p:nvCxnSpPr>
          <p:spPr>
            <a:xfrm flipH="1" flipV="1">
              <a:off x="9398412" y="605674"/>
              <a:ext cx="220299" cy="5518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7" name="link6_sensor_0: ray"/>
            <p:cNvCxnSpPr/>
            <p:nvPr/>
          </p:nvCxnSpPr>
          <p:spPr>
            <a:xfrm flipV="1">
              <a:off x="9849394" y="409243"/>
              <a:ext cx="981896" cy="7721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8" name="link6_sensor_0: ray"/>
            <p:cNvCxnSpPr/>
            <p:nvPr/>
          </p:nvCxnSpPr>
          <p:spPr>
            <a:xfrm flipV="1">
              <a:off x="9849394" y="753979"/>
              <a:ext cx="1207966" cy="4273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49" name="link6_sensor_3: ray"/>
            <p:cNvCxnSpPr/>
            <p:nvPr/>
          </p:nvCxnSpPr>
          <p:spPr>
            <a:xfrm flipH="1" flipV="1">
              <a:off x="9358763" y="850991"/>
              <a:ext cx="259948" cy="30650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0" name="link6_sensor_2: ray"/>
            <p:cNvCxnSpPr/>
            <p:nvPr/>
          </p:nvCxnSpPr>
          <p:spPr>
            <a:xfrm flipV="1">
              <a:off x="9863039" y="1167997"/>
              <a:ext cx="1152269" cy="657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1" name="link6_sensor_2: ray"/>
            <p:cNvCxnSpPr/>
            <p:nvPr/>
          </p:nvCxnSpPr>
          <p:spPr>
            <a:xfrm flipV="1">
              <a:off x="9863039" y="693230"/>
              <a:ext cx="1213053" cy="5404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2" name="link6_sensor_3: ray"/>
            <p:cNvCxnSpPr/>
            <p:nvPr/>
          </p:nvCxnSpPr>
          <p:spPr>
            <a:xfrm flipH="1" flipV="1">
              <a:off x="9329205" y="1033900"/>
              <a:ext cx="289506" cy="1235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3" name="link2_sensor_6: ray"/>
            <p:cNvCxnSpPr/>
            <p:nvPr/>
          </p:nvCxnSpPr>
          <p:spPr>
            <a:xfrm flipH="1">
              <a:off x="8135687" y="2863513"/>
              <a:ext cx="1140380" cy="43137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4" name="link6_sensor_3: ray"/>
            <p:cNvCxnSpPr/>
            <p:nvPr/>
          </p:nvCxnSpPr>
          <p:spPr>
            <a:xfrm flipH="1" flipV="1">
              <a:off x="9387798" y="500796"/>
              <a:ext cx="230913" cy="65669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5" name="link6_sensor_3: ray"/>
            <p:cNvCxnSpPr/>
            <p:nvPr/>
          </p:nvCxnSpPr>
          <p:spPr>
            <a:xfrm flipH="1" flipV="1">
              <a:off x="9348971" y="766365"/>
              <a:ext cx="269740" cy="3911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6" name="link6_sensor_0: ray"/>
            <p:cNvCxnSpPr/>
            <p:nvPr/>
          </p:nvCxnSpPr>
          <p:spPr>
            <a:xfrm flipV="1">
              <a:off x="9849394" y="396788"/>
              <a:ext cx="1158241" cy="7845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7" name="link6_sensor_3: ray"/>
            <p:cNvCxnSpPr/>
            <p:nvPr/>
          </p:nvCxnSpPr>
          <p:spPr>
            <a:xfrm flipH="1" flipV="1">
              <a:off x="9320185" y="963249"/>
              <a:ext cx="298526" cy="19424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8" name="link6_sensor_2: ray"/>
            <p:cNvCxnSpPr/>
            <p:nvPr/>
          </p:nvCxnSpPr>
          <p:spPr>
            <a:xfrm flipV="1">
              <a:off x="9863039" y="1041894"/>
              <a:ext cx="1166229" cy="1918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59" name="link6_sensor_0: ray"/>
            <p:cNvCxnSpPr/>
            <p:nvPr/>
          </p:nvCxnSpPr>
          <p:spPr>
            <a:xfrm flipV="1">
              <a:off x="9849394" y="605911"/>
              <a:ext cx="1223971" cy="57543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0" name="link6_sensor_2: ray"/>
            <p:cNvCxnSpPr/>
            <p:nvPr/>
          </p:nvCxnSpPr>
          <p:spPr>
            <a:xfrm flipV="1">
              <a:off x="9863039" y="531895"/>
              <a:ext cx="1231178" cy="70182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1" name="link6_sensor_3: ray"/>
            <p:cNvCxnSpPr/>
            <p:nvPr/>
          </p:nvCxnSpPr>
          <p:spPr>
            <a:xfrm flipH="1" flipV="1">
              <a:off x="9376698" y="391117"/>
              <a:ext cx="242013" cy="76637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2" name="link6_sensor_3: ray"/>
            <p:cNvCxnSpPr/>
            <p:nvPr/>
          </p:nvCxnSpPr>
          <p:spPr>
            <a:xfrm flipH="1" flipV="1">
              <a:off x="9338800" y="678453"/>
              <a:ext cx="279911" cy="47903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3" name="link6_sensor_3: ray"/>
            <p:cNvCxnSpPr/>
            <p:nvPr/>
          </p:nvCxnSpPr>
          <p:spPr>
            <a:xfrm flipH="1" flipV="1">
              <a:off x="9310866" y="890216"/>
              <a:ext cx="307845" cy="2672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4" name="link2_sensor_6: ray"/>
            <p:cNvCxnSpPr/>
            <p:nvPr/>
          </p:nvCxnSpPr>
          <p:spPr>
            <a:xfrm flipH="1">
              <a:off x="8335494" y="2863513"/>
              <a:ext cx="940573" cy="50638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5" name="link6_sensor_3: ray"/>
            <p:cNvCxnSpPr/>
            <p:nvPr/>
          </p:nvCxnSpPr>
          <p:spPr>
            <a:xfrm flipH="1" flipV="1">
              <a:off x="9264331" y="1125804"/>
              <a:ext cx="354380" cy="3168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6" name="link6_sensor_2: ray"/>
            <p:cNvCxnSpPr/>
            <p:nvPr/>
          </p:nvCxnSpPr>
          <p:spPr>
            <a:xfrm flipV="1">
              <a:off x="9863039" y="908051"/>
              <a:ext cx="1181106" cy="32566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7" name="link6_sensor_3: ray"/>
            <p:cNvCxnSpPr/>
            <p:nvPr/>
          </p:nvCxnSpPr>
          <p:spPr>
            <a:xfrm flipH="1" flipV="1">
              <a:off x="9301226" y="814679"/>
              <a:ext cx="317485" cy="3428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8" name="link6_sensor_3: ray"/>
            <p:cNvCxnSpPr/>
            <p:nvPr/>
          </p:nvCxnSpPr>
          <p:spPr>
            <a:xfrm flipH="1" flipV="1">
              <a:off x="9328225" y="587059"/>
              <a:ext cx="290486" cy="5704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69" name="link6_sensor_2: ray"/>
            <p:cNvCxnSpPr/>
            <p:nvPr/>
          </p:nvCxnSpPr>
          <p:spPr>
            <a:xfrm flipV="1">
              <a:off x="9863039" y="359106"/>
              <a:ext cx="1250637" cy="87461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0" name="link6_sensor_3: ray"/>
            <p:cNvCxnSpPr/>
            <p:nvPr/>
          </p:nvCxnSpPr>
          <p:spPr>
            <a:xfrm flipH="1" flipV="1">
              <a:off x="9255980" y="1068623"/>
              <a:ext cx="362731" cy="888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1" name="link6_sensor_0: ray"/>
            <p:cNvCxnSpPr/>
            <p:nvPr/>
          </p:nvCxnSpPr>
          <p:spPr>
            <a:xfrm flipV="1">
              <a:off x="9849394" y="450371"/>
              <a:ext cx="1240804" cy="73097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2" name="link6_sensor_2: ray"/>
            <p:cNvCxnSpPr/>
            <p:nvPr/>
          </p:nvCxnSpPr>
          <p:spPr>
            <a:xfrm flipV="1">
              <a:off x="9863039" y="1213134"/>
              <a:ext cx="1140503" cy="205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3" name="link6_sensor_3: ray"/>
            <p:cNvCxnSpPr/>
            <p:nvPr/>
          </p:nvCxnSpPr>
          <p:spPr>
            <a:xfrm flipH="1" flipV="1">
              <a:off x="9291251" y="736505"/>
              <a:ext cx="327460" cy="4209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4" name="link3_sensor_2: ray"/>
            <p:cNvCxnSpPr/>
            <p:nvPr/>
          </p:nvCxnSpPr>
          <p:spPr>
            <a:xfrm flipH="1" flipV="1">
              <a:off x="9164902" y="1607914"/>
              <a:ext cx="109613" cy="2770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5" name="link6_sensor_3: ray"/>
            <p:cNvCxnSpPr/>
            <p:nvPr/>
          </p:nvCxnSpPr>
          <p:spPr>
            <a:xfrm flipH="1" flipV="1">
              <a:off x="9317222" y="491970"/>
              <a:ext cx="301489" cy="66552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6" name="link6_sensor_3: ray"/>
            <p:cNvCxnSpPr/>
            <p:nvPr/>
          </p:nvCxnSpPr>
          <p:spPr>
            <a:xfrm flipH="1" flipV="1">
              <a:off x="9247401" y="1009852"/>
              <a:ext cx="371310" cy="14764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7" name="link6_sensor_2: ray"/>
            <p:cNvCxnSpPr/>
            <p:nvPr/>
          </p:nvCxnSpPr>
          <p:spPr>
            <a:xfrm flipV="1">
              <a:off x="9863039" y="765734"/>
              <a:ext cx="1196933" cy="4679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8" name="link2_sensor_6: ray"/>
            <p:cNvCxnSpPr/>
            <p:nvPr/>
          </p:nvCxnSpPr>
          <p:spPr>
            <a:xfrm flipH="1">
              <a:off x="8020057" y="2863513"/>
              <a:ext cx="1256010" cy="5739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79" name="link6_sensor_3: ray"/>
            <p:cNvCxnSpPr/>
            <p:nvPr/>
          </p:nvCxnSpPr>
          <p:spPr>
            <a:xfrm flipH="1" flipV="1">
              <a:off x="9280922" y="655555"/>
              <a:ext cx="337789" cy="50193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0" name="link3_sensor_1: ray"/>
            <p:cNvCxnSpPr/>
            <p:nvPr/>
          </p:nvCxnSpPr>
          <p:spPr>
            <a:xfrm flipH="1" flipV="1">
              <a:off x="8385168" y="1841400"/>
              <a:ext cx="817174" cy="2087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1" name="link6_sensor_2: ray"/>
            <p:cNvCxnSpPr/>
            <p:nvPr/>
          </p:nvCxnSpPr>
          <p:spPr>
            <a:xfrm flipV="1">
              <a:off x="9863039" y="1093371"/>
              <a:ext cx="1153571" cy="1403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2" name="link6_sensor_3: ray"/>
            <p:cNvCxnSpPr/>
            <p:nvPr/>
          </p:nvCxnSpPr>
          <p:spPr>
            <a:xfrm flipH="1" flipV="1">
              <a:off x="9238580" y="949423"/>
              <a:ext cx="380131" cy="2080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3" name="link3_sensor_2: ray"/>
            <p:cNvCxnSpPr/>
            <p:nvPr/>
          </p:nvCxnSpPr>
          <p:spPr>
            <a:xfrm flipH="1" flipV="1">
              <a:off x="9152956" y="1508324"/>
              <a:ext cx="121559" cy="3765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4" name="link5_back_sensor_4: ray"/>
            <p:cNvCxnSpPr/>
            <p:nvPr/>
          </p:nvCxnSpPr>
          <p:spPr>
            <a:xfrm flipH="1">
              <a:off x="9152125" y="1364689"/>
              <a:ext cx="288609" cy="1791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5" name="link2_sensor_6: ray"/>
            <p:cNvCxnSpPr/>
            <p:nvPr/>
          </p:nvCxnSpPr>
          <p:spPr>
            <a:xfrm flipH="1">
              <a:off x="8238660" y="2863513"/>
              <a:ext cx="1037407" cy="63555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6" name="link3_sensor_1: ray"/>
            <p:cNvCxnSpPr/>
            <p:nvPr/>
          </p:nvCxnSpPr>
          <p:spPr>
            <a:xfrm flipH="1" flipV="1">
              <a:off x="8635374" y="1932035"/>
              <a:ext cx="566968" cy="11812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7" name="link6_sensor_3: ray"/>
            <p:cNvCxnSpPr/>
            <p:nvPr/>
          </p:nvCxnSpPr>
          <p:spPr>
            <a:xfrm flipH="1" flipV="1">
              <a:off x="9270218" y="571677"/>
              <a:ext cx="348493" cy="58581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8" name="link5_front_sensor_3: ray"/>
            <p:cNvCxnSpPr/>
            <p:nvPr/>
          </p:nvCxnSpPr>
          <p:spPr>
            <a:xfrm>
              <a:off x="9759654" y="1606915"/>
              <a:ext cx="926217" cy="14603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89" name="link6_sensor_3: ray"/>
            <p:cNvCxnSpPr/>
            <p:nvPr/>
          </p:nvCxnSpPr>
          <p:spPr>
            <a:xfrm flipH="1" flipV="1">
              <a:off x="9229506" y="887265"/>
              <a:ext cx="389205" cy="2702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0" name="link6_sensor_2: ray"/>
            <p:cNvCxnSpPr/>
            <p:nvPr/>
          </p:nvCxnSpPr>
          <p:spPr>
            <a:xfrm flipV="1">
              <a:off x="9863039" y="614118"/>
              <a:ext cx="1213783" cy="6195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1" name="link5_back_sensor_4: ray"/>
            <p:cNvCxnSpPr/>
            <p:nvPr/>
          </p:nvCxnSpPr>
          <p:spPr>
            <a:xfrm flipH="1">
              <a:off x="9127680" y="1364689"/>
              <a:ext cx="313054" cy="21355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2" name="link3_sensor_2: ray"/>
            <p:cNvCxnSpPr/>
            <p:nvPr/>
          </p:nvCxnSpPr>
          <p:spPr>
            <a:xfrm flipH="1" flipV="1">
              <a:off x="9140496" y="1404490"/>
              <a:ext cx="134019" cy="48042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3" name="link3_sensor_1: ray"/>
            <p:cNvCxnSpPr/>
            <p:nvPr/>
          </p:nvCxnSpPr>
          <p:spPr>
            <a:xfrm flipH="1" flipV="1">
              <a:off x="8333588" y="1697154"/>
              <a:ext cx="868754" cy="3530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4" name="link6_sensor_2: ray"/>
            <p:cNvCxnSpPr/>
            <p:nvPr/>
          </p:nvCxnSpPr>
          <p:spPr>
            <a:xfrm flipV="1">
              <a:off x="9863039" y="966571"/>
              <a:ext cx="1167426" cy="2671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5" name="link5_back_sensor_4: ray"/>
            <p:cNvCxnSpPr/>
            <p:nvPr/>
          </p:nvCxnSpPr>
          <p:spPr>
            <a:xfrm flipH="1">
              <a:off x="9133586" y="1364689"/>
              <a:ext cx="307148" cy="12835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6" name="link1_sensor_4: ray"/>
            <p:cNvCxnSpPr/>
            <p:nvPr/>
          </p:nvCxnSpPr>
          <p:spPr>
            <a:xfrm>
              <a:off x="9876066" y="2917130"/>
              <a:ext cx="653268" cy="50027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7" name="link6_sensor_3: ray"/>
            <p:cNvCxnSpPr/>
            <p:nvPr/>
          </p:nvCxnSpPr>
          <p:spPr>
            <a:xfrm flipH="1" flipV="1">
              <a:off x="9220169" y="823303"/>
              <a:ext cx="398542" cy="33418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8" name="link3_sensor_1: ray"/>
            <p:cNvCxnSpPr/>
            <p:nvPr/>
          </p:nvCxnSpPr>
          <p:spPr>
            <a:xfrm flipH="1" flipV="1">
              <a:off x="8595779" y="1812176"/>
              <a:ext cx="606563" cy="2379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199" name="link6_sensor_2: ray"/>
            <p:cNvCxnSpPr/>
            <p:nvPr/>
          </p:nvCxnSpPr>
          <p:spPr>
            <a:xfrm>
              <a:off x="9863039" y="1233717"/>
              <a:ext cx="1129609" cy="211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0" name="link5_back_sensor_4: ray"/>
            <p:cNvCxnSpPr/>
            <p:nvPr/>
          </p:nvCxnSpPr>
          <p:spPr>
            <a:xfrm flipH="1">
              <a:off x="9102119" y="1364689"/>
              <a:ext cx="338615" cy="2495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1" name="link5_back_sensor_4: ray"/>
            <p:cNvCxnSpPr/>
            <p:nvPr/>
          </p:nvCxnSpPr>
          <p:spPr>
            <a:xfrm flipH="1">
              <a:off x="9109584" y="1364689"/>
              <a:ext cx="331150" cy="16047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2" name="link6_sensor_3: ray"/>
            <p:cNvCxnSpPr/>
            <p:nvPr/>
          </p:nvCxnSpPr>
          <p:spPr>
            <a:xfrm flipH="1" flipV="1">
              <a:off x="9210556" y="757457"/>
              <a:ext cx="408155" cy="40003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3" name="link3_sensor_2: ray"/>
            <p:cNvCxnSpPr/>
            <p:nvPr/>
          </p:nvCxnSpPr>
          <p:spPr>
            <a:xfrm flipH="1" flipV="1">
              <a:off x="8556985" y="1736633"/>
              <a:ext cx="717530" cy="14828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4" name="link3_sensor_2: ray"/>
            <p:cNvCxnSpPr/>
            <p:nvPr/>
          </p:nvCxnSpPr>
          <p:spPr>
            <a:xfrm flipH="1" flipV="1">
              <a:off x="9127496" y="1296153"/>
              <a:ext cx="147019" cy="5887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5" name="link3_sensor_2: ray"/>
            <p:cNvCxnSpPr/>
            <p:nvPr/>
          </p:nvCxnSpPr>
          <p:spPr>
            <a:xfrm flipH="1" flipV="1">
              <a:off x="9078708" y="1654142"/>
              <a:ext cx="195807" cy="23077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6" name="link5_back_sensor_4: ray"/>
            <p:cNvCxnSpPr/>
            <p:nvPr/>
          </p:nvCxnSpPr>
          <p:spPr>
            <a:xfrm flipH="1">
              <a:off x="9116257" y="1364689"/>
              <a:ext cx="324477" cy="808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7" name="link1_sensor_4: ray"/>
            <p:cNvCxnSpPr/>
            <p:nvPr/>
          </p:nvCxnSpPr>
          <p:spPr>
            <a:xfrm>
              <a:off x="9876066" y="2917130"/>
              <a:ext cx="834986" cy="5667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8" name="link6_sensor_2: ray"/>
            <p:cNvCxnSpPr/>
            <p:nvPr/>
          </p:nvCxnSpPr>
          <p:spPr>
            <a:xfrm flipV="1">
              <a:off x="9863039" y="452289"/>
              <a:ext cx="1231724" cy="78142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09" name="link5_front_sensor_3: ray"/>
            <p:cNvCxnSpPr/>
            <p:nvPr/>
          </p:nvCxnSpPr>
          <p:spPr>
            <a:xfrm>
              <a:off x="9759654" y="1606915"/>
              <a:ext cx="1055365" cy="138252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0" name="link6_sensor_2: ray"/>
            <p:cNvCxnSpPr/>
            <p:nvPr/>
          </p:nvCxnSpPr>
          <p:spPr>
            <a:xfrm flipV="1">
              <a:off x="9863039" y="832084"/>
              <a:ext cx="1182153" cy="4016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1" name="link5_back_sensor_4: ray"/>
            <p:cNvCxnSpPr/>
            <p:nvPr/>
          </p:nvCxnSpPr>
          <p:spPr>
            <a:xfrm flipH="1">
              <a:off x="9075363" y="1364689"/>
              <a:ext cx="365371" cy="28719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2" name="link6_sensor_3: ray"/>
            <p:cNvCxnSpPr/>
            <p:nvPr/>
          </p:nvCxnSpPr>
          <p:spPr>
            <a:xfrm flipH="1" flipV="1">
              <a:off x="9450874" y="1135278"/>
              <a:ext cx="167837" cy="2221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3" name="link1_sensor_4: ray"/>
            <p:cNvCxnSpPr/>
            <p:nvPr/>
          </p:nvCxnSpPr>
          <p:spPr>
            <a:xfrm>
              <a:off x="9876066" y="2917130"/>
              <a:ext cx="701044" cy="4071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4" name="link3_sensor_1: ray"/>
            <p:cNvCxnSpPr/>
            <p:nvPr/>
          </p:nvCxnSpPr>
          <p:spPr>
            <a:xfrm flipH="1" flipV="1">
              <a:off x="8554981" y="1688556"/>
              <a:ext cx="647361" cy="3616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5" name="link5_back_sensor_4: ray"/>
            <p:cNvCxnSpPr/>
            <p:nvPr/>
          </p:nvCxnSpPr>
          <p:spPr>
            <a:xfrm flipH="1">
              <a:off x="9084525" y="1364689"/>
              <a:ext cx="356209" cy="1940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6" name="link6_sensor_3: ray"/>
            <p:cNvCxnSpPr/>
            <p:nvPr/>
          </p:nvCxnSpPr>
          <p:spPr>
            <a:xfrm flipH="1" flipV="1">
              <a:off x="9200656" y="689642"/>
              <a:ext cx="418055" cy="46785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7" name="link6_sensor_2: ray"/>
            <p:cNvCxnSpPr/>
            <p:nvPr/>
          </p:nvCxnSpPr>
          <p:spPr>
            <a:xfrm flipV="1">
              <a:off x="9863039" y="1140883"/>
              <a:ext cx="1141882" cy="9283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8" name="link5_back_sensor_4: ray"/>
            <p:cNvCxnSpPr/>
            <p:nvPr/>
          </p:nvCxnSpPr>
          <p:spPr>
            <a:xfrm flipH="1">
              <a:off x="9092694" y="1364689"/>
              <a:ext cx="348040" cy="11093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19" name="link6_sensor_3: ray"/>
            <p:cNvCxnSpPr/>
            <p:nvPr/>
          </p:nvCxnSpPr>
          <p:spPr>
            <a:xfrm flipH="1" flipV="1">
              <a:off x="9447142" y="1102923"/>
              <a:ext cx="171569" cy="545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0" name="link2_sensor_4: ray"/>
            <p:cNvCxnSpPr/>
            <p:nvPr/>
          </p:nvCxnSpPr>
          <p:spPr>
            <a:xfrm flipH="1" flipV="1">
              <a:off x="8391583" y="1635109"/>
              <a:ext cx="910552" cy="96231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1" name="link5_back_sensor_4: ray"/>
            <p:cNvCxnSpPr/>
            <p:nvPr/>
          </p:nvCxnSpPr>
          <p:spPr>
            <a:xfrm flipH="1">
              <a:off x="9100025" y="1364689"/>
              <a:ext cx="340709" cy="3639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2" name="link3_sensor_2: ray"/>
            <p:cNvCxnSpPr/>
            <p:nvPr/>
          </p:nvCxnSpPr>
          <p:spPr>
            <a:xfrm flipH="1" flipV="1">
              <a:off x="9065870" y="1561999"/>
              <a:ext cx="208645" cy="32291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3" name="link3_sensor_2: ray"/>
            <p:cNvCxnSpPr/>
            <p:nvPr/>
          </p:nvCxnSpPr>
          <p:spPr>
            <a:xfrm flipH="1" flipV="1">
              <a:off x="8523020" y="1620155"/>
              <a:ext cx="751495" cy="2647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4" name="link3_sensor_2: ray"/>
            <p:cNvCxnSpPr/>
            <p:nvPr/>
          </p:nvCxnSpPr>
          <p:spPr>
            <a:xfrm flipH="1" flipV="1">
              <a:off x="9113919" y="1183016"/>
              <a:ext cx="160596" cy="70189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5" name="link6_sensor_3: ray"/>
            <p:cNvCxnSpPr/>
            <p:nvPr/>
          </p:nvCxnSpPr>
          <p:spPr>
            <a:xfrm flipH="1" flipV="1">
              <a:off x="9443331" y="1069883"/>
              <a:ext cx="175380" cy="876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6" name="link5_back_sensor_4: ray"/>
            <p:cNvCxnSpPr/>
            <p:nvPr/>
          </p:nvCxnSpPr>
          <p:spPr>
            <a:xfrm flipH="1">
              <a:off x="9058335" y="1364689"/>
              <a:ext cx="382399" cy="2290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7" name="link3_sensor_2: ray"/>
            <p:cNvCxnSpPr/>
            <p:nvPr/>
          </p:nvCxnSpPr>
          <p:spPr>
            <a:xfrm flipH="1" flipV="1">
              <a:off x="8744122" y="1722256"/>
              <a:ext cx="530393" cy="16265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8" name="link5_back_sensor_4: ray"/>
            <p:cNvCxnSpPr/>
            <p:nvPr/>
          </p:nvCxnSpPr>
          <p:spPr>
            <a:xfrm flipH="1">
              <a:off x="9068128" y="1364689"/>
              <a:ext cx="372606" cy="1422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29" name="link6_sensor_3: ray"/>
            <p:cNvCxnSpPr/>
            <p:nvPr/>
          </p:nvCxnSpPr>
          <p:spPr>
            <a:xfrm flipH="1" flipV="1">
              <a:off x="9437475" y="1034808"/>
              <a:ext cx="181236" cy="1226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0" name="link5_back_sensor_4: ray"/>
            <p:cNvCxnSpPr/>
            <p:nvPr/>
          </p:nvCxnSpPr>
          <p:spPr>
            <a:xfrm flipH="1">
              <a:off x="9076894" y="1364689"/>
              <a:ext cx="363840" cy="6459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1" name="link1_sensor_4: ray"/>
            <p:cNvCxnSpPr/>
            <p:nvPr/>
          </p:nvCxnSpPr>
          <p:spPr>
            <a:xfrm>
              <a:off x="9876066" y="2917130"/>
              <a:ext cx="884421" cy="4590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2" name="link3_sensor_1: ray"/>
            <p:cNvCxnSpPr/>
            <p:nvPr/>
          </p:nvCxnSpPr>
          <p:spPr>
            <a:xfrm flipH="1" flipV="1">
              <a:off x="8512905" y="1561003"/>
              <a:ext cx="689437" cy="48916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3" name="link5_back_sensor_4: ray"/>
            <p:cNvCxnSpPr/>
            <p:nvPr/>
          </p:nvCxnSpPr>
          <p:spPr>
            <a:xfrm flipH="1">
              <a:off x="9068059" y="1364689"/>
              <a:ext cx="372675" cy="30943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4" name="link5_back_sensor_4: ray"/>
            <p:cNvCxnSpPr/>
            <p:nvPr/>
          </p:nvCxnSpPr>
          <p:spPr>
            <a:xfrm flipH="1" flipV="1">
              <a:off x="9084786" y="1359331"/>
              <a:ext cx="355948" cy="535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5" name="link6_sensor_2: ray"/>
            <p:cNvCxnSpPr/>
            <p:nvPr/>
          </p:nvCxnSpPr>
          <p:spPr>
            <a:xfrm flipV="1">
              <a:off x="9863039" y="689187"/>
              <a:ext cx="1197813" cy="5445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6" name="link6_sensor_3: ray"/>
            <p:cNvCxnSpPr/>
            <p:nvPr/>
          </p:nvCxnSpPr>
          <p:spPr>
            <a:xfrm flipH="1" flipV="1">
              <a:off x="9430929" y="997805"/>
              <a:ext cx="187782" cy="1596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7" name="link1_sensor_4: ray"/>
            <p:cNvCxnSpPr/>
            <p:nvPr/>
          </p:nvCxnSpPr>
          <p:spPr>
            <a:xfrm>
              <a:off x="9876066" y="2917130"/>
              <a:ext cx="746634" cy="3183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8" name="link6_sensor_2: ray"/>
            <p:cNvCxnSpPr/>
            <p:nvPr/>
          </p:nvCxnSpPr>
          <p:spPr>
            <a:xfrm flipV="1">
              <a:off x="9863039" y="1020447"/>
              <a:ext cx="1154859" cy="2132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39" name="link3_sensor_2: ray"/>
            <p:cNvCxnSpPr/>
            <p:nvPr/>
          </p:nvCxnSpPr>
          <p:spPr>
            <a:xfrm flipH="1" flipV="1">
              <a:off x="9052524" y="1466207"/>
              <a:ext cx="221991" cy="4187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0" name="link6_sensor_2: ray"/>
            <p:cNvCxnSpPr/>
            <p:nvPr/>
          </p:nvCxnSpPr>
          <p:spPr>
            <a:xfrm>
              <a:off x="9863039" y="1233717"/>
              <a:ext cx="1119496" cy="5990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1" name="link3_sensor_2: ray"/>
            <p:cNvCxnSpPr/>
            <p:nvPr/>
          </p:nvCxnSpPr>
          <p:spPr>
            <a:xfrm flipH="1" flipV="1">
              <a:off x="8486876" y="1496166"/>
              <a:ext cx="787639" cy="38874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2" name="link6_sensor_3: ray"/>
            <p:cNvCxnSpPr/>
            <p:nvPr/>
          </p:nvCxnSpPr>
          <p:spPr>
            <a:xfrm flipH="1" flipV="1">
              <a:off x="9423108" y="957972"/>
              <a:ext cx="195603" cy="1995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3" name="link3_sensor_2: ray"/>
            <p:cNvCxnSpPr/>
            <p:nvPr/>
          </p:nvCxnSpPr>
          <p:spPr>
            <a:xfrm flipH="1" flipV="1">
              <a:off x="9099725" y="1064743"/>
              <a:ext cx="174790" cy="8201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4" name="link3_sensor_1: ray"/>
            <p:cNvCxnSpPr/>
            <p:nvPr/>
          </p:nvCxnSpPr>
          <p:spPr>
            <a:xfrm flipH="1" flipV="1">
              <a:off x="8757108" y="2048573"/>
              <a:ext cx="445234" cy="15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5" name="link5_back_sensor_4: ray"/>
            <p:cNvCxnSpPr/>
            <p:nvPr/>
          </p:nvCxnSpPr>
          <p:spPr>
            <a:xfrm flipH="1">
              <a:off x="9042492" y="1364689"/>
              <a:ext cx="398242" cy="17498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6" name="link5_back_sensor_4: ray"/>
            <p:cNvCxnSpPr/>
            <p:nvPr/>
          </p:nvCxnSpPr>
          <p:spPr>
            <a:xfrm flipH="1">
              <a:off x="9031740" y="1364689"/>
              <a:ext cx="408994" cy="3560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7" name="link2_sensor_4: ray"/>
            <p:cNvCxnSpPr/>
            <p:nvPr/>
          </p:nvCxnSpPr>
          <p:spPr>
            <a:xfrm flipH="1" flipV="1">
              <a:off x="8352347" y="1485130"/>
              <a:ext cx="949788" cy="111229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8" name="link5_back_sensor_4: ray"/>
            <p:cNvCxnSpPr/>
            <p:nvPr/>
          </p:nvCxnSpPr>
          <p:spPr>
            <a:xfrm flipH="1">
              <a:off x="9052810" y="1364689"/>
              <a:ext cx="387924" cy="9395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49" name="link3_sensor_2: ray"/>
            <p:cNvCxnSpPr/>
            <p:nvPr/>
          </p:nvCxnSpPr>
          <p:spPr>
            <a:xfrm flipH="1" flipV="1">
              <a:off x="8719334" y="1619237"/>
              <a:ext cx="555181" cy="26567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0" name="link5_back_sensor_4: ray"/>
            <p:cNvCxnSpPr/>
            <p:nvPr/>
          </p:nvCxnSpPr>
          <p:spPr>
            <a:xfrm flipH="1">
              <a:off x="9062079" y="1364689"/>
              <a:ext cx="378655" cy="2114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1" name="link5_back_sensor_4: ray"/>
            <p:cNvCxnSpPr/>
            <p:nvPr/>
          </p:nvCxnSpPr>
          <p:spPr>
            <a:xfrm flipH="1" flipV="1">
              <a:off x="9070453" y="1320062"/>
              <a:ext cx="370281" cy="446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2" name="link6_sensor_3: ray"/>
            <p:cNvCxnSpPr/>
            <p:nvPr/>
          </p:nvCxnSpPr>
          <p:spPr>
            <a:xfrm flipH="1" flipV="1">
              <a:off x="9415443" y="916423"/>
              <a:ext cx="203268" cy="2410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3" name="link5_back_sensor_4: ray"/>
            <p:cNvCxnSpPr/>
            <p:nvPr/>
          </p:nvCxnSpPr>
          <p:spPr>
            <a:xfrm flipH="1">
              <a:off x="9052826" y="1364689"/>
              <a:ext cx="387908" cy="2515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4" name="link3_sensor_1: ray"/>
            <p:cNvCxnSpPr/>
            <p:nvPr/>
          </p:nvCxnSpPr>
          <p:spPr>
            <a:xfrm flipH="1" flipV="1">
              <a:off x="8469421" y="1429280"/>
              <a:ext cx="732921" cy="6208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5" name="link2_sensor_4: ray"/>
            <p:cNvCxnSpPr/>
            <p:nvPr/>
          </p:nvCxnSpPr>
          <p:spPr>
            <a:xfrm flipH="1" flipV="1">
              <a:off x="8610397" y="1587990"/>
              <a:ext cx="691738" cy="100943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6" name="link6_sensor_3: ray"/>
            <p:cNvCxnSpPr/>
            <p:nvPr/>
          </p:nvCxnSpPr>
          <p:spPr>
            <a:xfrm flipH="1" flipV="1">
              <a:off x="9407415" y="872593"/>
              <a:ext cx="211296" cy="2848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7" name="link3_sensor_2: ray"/>
            <p:cNvCxnSpPr/>
            <p:nvPr/>
          </p:nvCxnSpPr>
          <p:spPr>
            <a:xfrm flipH="1" flipV="1">
              <a:off x="9038638" y="1366547"/>
              <a:ext cx="235877" cy="51836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8" name="link5_back_sensor_4: ray"/>
            <p:cNvCxnSpPr/>
            <p:nvPr/>
          </p:nvCxnSpPr>
          <p:spPr>
            <a:xfrm flipH="1">
              <a:off x="9002247" y="1364689"/>
              <a:ext cx="438487" cy="30414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59" name="link1_sensor_4: ray"/>
            <p:cNvCxnSpPr/>
            <p:nvPr/>
          </p:nvCxnSpPr>
          <p:spPr>
            <a:xfrm>
              <a:off x="9876066" y="2917130"/>
              <a:ext cx="1126074" cy="5273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0" name="link1_sensor_4: ray"/>
            <p:cNvCxnSpPr/>
            <p:nvPr/>
          </p:nvCxnSpPr>
          <p:spPr>
            <a:xfrm>
              <a:off x="9876066" y="2917130"/>
              <a:ext cx="931250" cy="35696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1" name="link1_sensor_4: ray"/>
            <p:cNvCxnSpPr/>
            <p:nvPr/>
          </p:nvCxnSpPr>
          <p:spPr>
            <a:xfrm>
              <a:off x="9876066" y="2917130"/>
              <a:ext cx="790175" cy="23353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2" name="link5_back_sensor_4: ray"/>
            <p:cNvCxnSpPr/>
            <p:nvPr/>
          </p:nvCxnSpPr>
          <p:spPr>
            <a:xfrm flipH="1">
              <a:off x="9038467" y="1364689"/>
              <a:ext cx="402267" cy="486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3" name="link5_back_sensor_4: ray"/>
            <p:cNvCxnSpPr/>
            <p:nvPr/>
          </p:nvCxnSpPr>
          <p:spPr>
            <a:xfrm flipH="1" flipV="1">
              <a:off x="9048162" y="1345015"/>
              <a:ext cx="392572" cy="196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4" name="link5_back_sensor_4: ray"/>
            <p:cNvCxnSpPr/>
            <p:nvPr/>
          </p:nvCxnSpPr>
          <p:spPr>
            <a:xfrm flipH="1" flipV="1">
              <a:off x="9056947" y="1283060"/>
              <a:ext cx="383787" cy="8162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5" name="link2_sensor_4: ray"/>
            <p:cNvCxnSpPr/>
            <p:nvPr/>
          </p:nvCxnSpPr>
          <p:spPr>
            <a:xfrm flipH="1" flipV="1">
              <a:off x="8800954" y="1663803"/>
              <a:ext cx="501181" cy="9336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6" name="link6_sensor_2: ray"/>
            <p:cNvCxnSpPr/>
            <p:nvPr/>
          </p:nvCxnSpPr>
          <p:spPr>
            <a:xfrm flipV="1">
              <a:off x="9863039" y="537091"/>
              <a:ext cx="1214446" cy="6966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7" name="link6_sensor_2: ray"/>
            <p:cNvCxnSpPr/>
            <p:nvPr/>
          </p:nvCxnSpPr>
          <p:spPr>
            <a:xfrm flipV="1">
              <a:off x="9863039" y="893009"/>
              <a:ext cx="1168615" cy="3407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8" name="link6_sensor_2: ray"/>
            <p:cNvCxnSpPr/>
            <p:nvPr/>
          </p:nvCxnSpPr>
          <p:spPr>
            <a:xfrm flipV="1">
              <a:off x="9863039" y="1184869"/>
              <a:ext cx="1131052" cy="4884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69" name="link3_sensor_2: ray"/>
            <p:cNvCxnSpPr/>
            <p:nvPr/>
          </p:nvCxnSpPr>
          <p:spPr>
            <a:xfrm flipH="1" flipV="1">
              <a:off x="8905206" y="1716695"/>
              <a:ext cx="369309" cy="16821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0" name="link5_back_sensor_4: ray"/>
            <p:cNvCxnSpPr/>
            <p:nvPr/>
          </p:nvCxnSpPr>
          <p:spPr>
            <a:xfrm flipH="1">
              <a:off x="9041388" y="1364689"/>
              <a:ext cx="399346" cy="1204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1" name="link3_sensor_2: ray"/>
            <p:cNvCxnSpPr/>
            <p:nvPr/>
          </p:nvCxnSpPr>
          <p:spPr>
            <a:xfrm flipH="1" flipV="1">
              <a:off x="8448337" y="1363919"/>
              <a:ext cx="826178" cy="52099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2" name="link3_sensor_2: ray"/>
            <p:cNvCxnSpPr/>
            <p:nvPr/>
          </p:nvCxnSpPr>
          <p:spPr>
            <a:xfrm flipH="1" flipV="1">
              <a:off x="8693178" y="1510398"/>
              <a:ext cx="581337" cy="3745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3" name="link5_back_sensor_4: ray"/>
            <p:cNvCxnSpPr/>
            <p:nvPr/>
          </p:nvCxnSpPr>
          <p:spPr>
            <a:xfrm flipH="1">
              <a:off x="9038614" y="1364689"/>
              <a:ext cx="402120" cy="1978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4" name="link3_sensor_2: ray"/>
            <p:cNvCxnSpPr/>
            <p:nvPr/>
          </p:nvCxnSpPr>
          <p:spPr>
            <a:xfrm flipH="1" flipV="1">
              <a:off x="9084875" y="940991"/>
              <a:ext cx="189640" cy="9439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5" name="link3_sensor_2: ray"/>
            <p:cNvCxnSpPr/>
            <p:nvPr/>
          </p:nvCxnSpPr>
          <p:spPr>
            <a:xfrm flipH="1" flipV="1">
              <a:off x="9012095" y="1701124"/>
              <a:ext cx="262420" cy="1837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6" name="link3_sensor_2: ray"/>
            <p:cNvCxnSpPr/>
            <p:nvPr/>
          </p:nvCxnSpPr>
          <p:spPr>
            <a:xfrm flipH="1" flipV="1">
              <a:off x="8878434" y="1621532"/>
              <a:ext cx="396081" cy="2633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7" name="link5_back_sensor_4: ray"/>
            <p:cNvCxnSpPr/>
            <p:nvPr/>
          </p:nvCxnSpPr>
          <p:spPr>
            <a:xfrm flipH="1" flipV="1">
              <a:off x="9044200" y="1248135"/>
              <a:ext cx="396534" cy="1165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8" name="link5_back_sensor_4: ray"/>
            <p:cNvCxnSpPr/>
            <p:nvPr/>
          </p:nvCxnSpPr>
          <p:spPr>
            <a:xfrm flipH="1" flipV="1">
              <a:off x="9035064" y="1306599"/>
              <a:ext cx="405670" cy="580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79" name="link5_back_sensor_4: ray"/>
            <p:cNvCxnSpPr/>
            <p:nvPr/>
          </p:nvCxnSpPr>
          <p:spPr>
            <a:xfrm flipH="1">
              <a:off x="9025010" y="1364689"/>
              <a:ext cx="415724" cy="624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0" name="link3_sensor_1: ray"/>
            <p:cNvCxnSpPr/>
            <p:nvPr/>
          </p:nvCxnSpPr>
          <p:spPr>
            <a:xfrm flipH="1" flipV="1">
              <a:off x="8424505" y="1293206"/>
              <a:ext cx="777837" cy="7569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1" name="link2_sensor_6: ray"/>
            <p:cNvCxnSpPr/>
            <p:nvPr/>
          </p:nvCxnSpPr>
          <p:spPr>
            <a:xfrm flipH="1">
              <a:off x="8880818" y="2863513"/>
              <a:ext cx="395249" cy="1397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2" name="link3_sensor_2: ray"/>
            <p:cNvCxnSpPr/>
            <p:nvPr/>
          </p:nvCxnSpPr>
          <p:spPr>
            <a:xfrm flipH="1" flipV="1">
              <a:off x="9024186" y="1262793"/>
              <a:ext cx="250329" cy="62212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3" name="link2_sensor_4: ray"/>
            <p:cNvCxnSpPr/>
            <p:nvPr/>
          </p:nvCxnSpPr>
          <p:spPr>
            <a:xfrm flipH="1" flipV="1">
              <a:off x="8961889" y="1757533"/>
              <a:ext cx="340246" cy="83989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4" name="link2_sensor_4: ray"/>
            <p:cNvCxnSpPr/>
            <p:nvPr/>
          </p:nvCxnSpPr>
          <p:spPr>
            <a:xfrm flipH="1" flipV="1">
              <a:off x="8306232" y="1308782"/>
              <a:ext cx="995903" cy="12886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5" name="link5_back_sensor_4: ray"/>
            <p:cNvCxnSpPr/>
            <p:nvPr/>
          </p:nvCxnSpPr>
          <p:spPr>
            <a:xfrm flipH="1">
              <a:off x="9037113" y="1364689"/>
              <a:ext cx="403621" cy="731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6" name="link5_back_sensor_4: ray"/>
            <p:cNvCxnSpPr/>
            <p:nvPr/>
          </p:nvCxnSpPr>
          <p:spPr>
            <a:xfrm flipH="1">
              <a:off x="9025449" y="1364689"/>
              <a:ext cx="415285" cy="1479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7" name="link1_sensor_4: ray"/>
            <p:cNvCxnSpPr/>
            <p:nvPr/>
          </p:nvCxnSpPr>
          <p:spPr>
            <a:xfrm>
              <a:off x="9876066" y="2917130"/>
              <a:ext cx="831790" cy="15247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8" name="link3_sensor_2: ray"/>
            <p:cNvCxnSpPr/>
            <p:nvPr/>
          </p:nvCxnSpPr>
          <p:spPr>
            <a:xfrm flipH="1" flipV="1">
              <a:off x="8999247" y="1618417"/>
              <a:ext cx="275268" cy="2664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89" name="link2_sensor_4: ray"/>
            <p:cNvCxnSpPr/>
            <p:nvPr/>
          </p:nvCxnSpPr>
          <p:spPr>
            <a:xfrm flipH="1" flipV="1">
              <a:off x="8590777" y="1447695"/>
              <a:ext cx="711358" cy="11497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0" name="link3_sensor_2: ray"/>
            <p:cNvCxnSpPr/>
            <p:nvPr/>
          </p:nvCxnSpPr>
          <p:spPr>
            <a:xfrm flipH="1" flipV="1">
              <a:off x="8854530" y="1521559"/>
              <a:ext cx="419985" cy="36335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1" name="link6_sensor_2: ray"/>
            <p:cNvCxnSpPr/>
            <p:nvPr/>
          </p:nvCxnSpPr>
          <p:spPr>
            <a:xfrm>
              <a:off x="9863039" y="1233717"/>
              <a:ext cx="1110095" cy="9593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2" name="link3_sensor_2: ray"/>
            <p:cNvCxnSpPr/>
            <p:nvPr/>
          </p:nvCxnSpPr>
          <p:spPr>
            <a:xfrm flipH="1" flipV="1">
              <a:off x="8665528" y="1395243"/>
              <a:ext cx="608987" cy="4896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3" name="link1_sensor_4: ray"/>
            <p:cNvCxnSpPr/>
            <p:nvPr/>
          </p:nvCxnSpPr>
          <p:spPr>
            <a:xfrm>
              <a:off x="9876066" y="2917130"/>
              <a:ext cx="975744" cy="26015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4" name="link5_back_sensor_4: ray"/>
            <p:cNvCxnSpPr/>
            <p:nvPr/>
          </p:nvCxnSpPr>
          <p:spPr>
            <a:xfrm flipH="1" flipV="1">
              <a:off x="9022713" y="1270377"/>
              <a:ext cx="418021" cy="943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5" name="link6_sensor_2: ray"/>
            <p:cNvCxnSpPr/>
            <p:nvPr/>
          </p:nvCxnSpPr>
          <p:spPr>
            <a:xfrm flipV="1">
              <a:off x="9863039" y="1070216"/>
              <a:ext cx="1143245" cy="16350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6" name="link2_sensor_4: ray"/>
            <p:cNvCxnSpPr/>
            <p:nvPr/>
          </p:nvCxnSpPr>
          <p:spPr>
            <a:xfrm flipH="1" flipV="1">
              <a:off x="8796190" y="1547836"/>
              <a:ext cx="505945" cy="10495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7" name="link3_sensor_2: ray"/>
            <p:cNvCxnSpPr/>
            <p:nvPr/>
          </p:nvCxnSpPr>
          <p:spPr>
            <a:xfrm flipH="1" flipV="1">
              <a:off x="8407044" y="1222483"/>
              <a:ext cx="867471" cy="6624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8" name="link3_sensor_2: ray"/>
            <p:cNvCxnSpPr/>
            <p:nvPr/>
          </p:nvCxnSpPr>
          <p:spPr>
            <a:xfrm flipH="1" flipV="1">
              <a:off x="9069320" y="811369"/>
              <a:ext cx="205195" cy="10735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299" name="link6_sensor_2: ray"/>
            <p:cNvCxnSpPr/>
            <p:nvPr/>
          </p:nvCxnSpPr>
          <p:spPr>
            <a:xfrm flipV="1">
              <a:off x="9863039" y="757945"/>
              <a:ext cx="1183193" cy="47577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0" name="link5_back_sensor_4: ray"/>
            <p:cNvCxnSpPr/>
            <p:nvPr/>
          </p:nvCxnSpPr>
          <p:spPr>
            <a:xfrm flipH="1" flipV="1">
              <a:off x="9026814" y="1332156"/>
              <a:ext cx="413920" cy="325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1" name="link5_back_sensor_4: ray"/>
            <p:cNvCxnSpPr/>
            <p:nvPr/>
          </p:nvCxnSpPr>
          <p:spPr>
            <a:xfrm flipH="1">
              <a:off x="9003554" y="1364689"/>
              <a:ext cx="437180" cy="1036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2" name="link6_sensor_2: ray"/>
            <p:cNvCxnSpPr/>
            <p:nvPr/>
          </p:nvCxnSpPr>
          <p:spPr>
            <a:xfrm flipV="1">
              <a:off x="9863039" y="374895"/>
              <a:ext cx="1232143" cy="85882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3" name="link5_back_sensor_4: ray"/>
            <p:cNvCxnSpPr/>
            <p:nvPr/>
          </p:nvCxnSpPr>
          <p:spPr>
            <a:xfrm flipH="1">
              <a:off x="9025090" y="1364689"/>
              <a:ext cx="415644" cy="313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4" name="link4_sensor_3: ray"/>
            <p:cNvCxnSpPr/>
            <p:nvPr/>
          </p:nvCxnSpPr>
          <p:spPr>
            <a:xfrm>
              <a:off x="9841676" y="2088220"/>
              <a:ext cx="1133652" cy="6579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5" name="link3_sensor_2: ray"/>
            <p:cNvCxnSpPr/>
            <p:nvPr/>
          </p:nvCxnSpPr>
          <p:spPr>
            <a:xfrm flipH="1" flipV="1">
              <a:off x="9009127" y="1154678"/>
              <a:ext cx="265388" cy="73023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6" name="link5_front_sensor_3: ray"/>
            <p:cNvCxnSpPr/>
            <p:nvPr/>
          </p:nvCxnSpPr>
          <p:spPr>
            <a:xfrm>
              <a:off x="9759654" y="1606915"/>
              <a:ext cx="739011" cy="6524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7" name="link3_sensor_2: ray"/>
            <p:cNvCxnSpPr/>
            <p:nvPr/>
          </p:nvCxnSpPr>
          <p:spPr>
            <a:xfrm flipH="1" flipV="1">
              <a:off x="8985901" y="1532678"/>
              <a:ext cx="288614" cy="35223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8" name="link5_front_sensor_3: ray"/>
            <p:cNvCxnSpPr/>
            <p:nvPr/>
          </p:nvCxnSpPr>
          <p:spPr>
            <a:xfrm>
              <a:off x="9759654" y="1606915"/>
              <a:ext cx="614061" cy="65275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09" name="link3_sensor_2: ray"/>
            <p:cNvCxnSpPr/>
            <p:nvPr/>
          </p:nvCxnSpPr>
          <p:spPr>
            <a:xfrm flipH="1" flipV="1">
              <a:off x="8834124" y="1419563"/>
              <a:ext cx="440391" cy="46535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0" name="link5_back_sensor_4: ray"/>
            <p:cNvCxnSpPr/>
            <p:nvPr/>
          </p:nvCxnSpPr>
          <p:spPr>
            <a:xfrm flipH="1" flipV="1">
              <a:off x="9022436" y="1296988"/>
              <a:ext cx="418298" cy="6770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1" name="link5_front_sensor_3: ray"/>
            <p:cNvCxnSpPr/>
            <p:nvPr/>
          </p:nvCxnSpPr>
          <p:spPr>
            <a:xfrm>
              <a:off x="9759654" y="1606915"/>
              <a:ext cx="510115" cy="65302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2" name="link5_back_sensor_4: ray"/>
            <p:cNvCxnSpPr/>
            <p:nvPr/>
          </p:nvCxnSpPr>
          <p:spPr>
            <a:xfrm flipH="1">
              <a:off x="8979868" y="1364689"/>
              <a:ext cx="460866" cy="606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3" name="link1_sensor_4: ray"/>
            <p:cNvCxnSpPr/>
            <p:nvPr/>
          </p:nvCxnSpPr>
          <p:spPr>
            <a:xfrm>
              <a:off x="9876066" y="2917130"/>
              <a:ext cx="871612" cy="7492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4" name="link5_back_sensor_4: ray"/>
            <p:cNvCxnSpPr/>
            <p:nvPr/>
          </p:nvCxnSpPr>
          <p:spPr>
            <a:xfrm flipH="1" flipV="1">
              <a:off x="9013792" y="1356834"/>
              <a:ext cx="426942" cy="785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5" name="link2_sensor_4: ray"/>
            <p:cNvCxnSpPr/>
            <p:nvPr/>
          </p:nvCxnSpPr>
          <p:spPr>
            <a:xfrm flipH="1" flipV="1">
              <a:off x="8972979" y="1683100"/>
              <a:ext cx="329156" cy="9143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6" name="link3_sensor_2: ray"/>
            <p:cNvCxnSpPr/>
            <p:nvPr/>
          </p:nvCxnSpPr>
          <p:spPr>
            <a:xfrm flipH="1" flipV="1">
              <a:off x="8636172" y="1273144"/>
              <a:ext cx="638343" cy="6117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7" name="link6_sensor_2: ray"/>
            <p:cNvCxnSpPr/>
            <p:nvPr/>
          </p:nvCxnSpPr>
          <p:spPr>
            <a:xfrm flipV="1">
              <a:off x="9863039" y="1225708"/>
              <a:ext cx="1120998" cy="80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8" name="link1_sensor_4: ray"/>
            <p:cNvCxnSpPr/>
            <p:nvPr/>
          </p:nvCxnSpPr>
          <p:spPr>
            <a:xfrm>
              <a:off x="9876066" y="2917130"/>
              <a:ext cx="1018020" cy="1681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19" name="link6_sensor_2: ray"/>
            <p:cNvCxnSpPr/>
            <p:nvPr/>
          </p:nvCxnSpPr>
          <p:spPr>
            <a:xfrm flipV="1">
              <a:off x="9863039" y="949161"/>
              <a:ext cx="1156137" cy="28455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0" name="link5_front_sensor_3: ray"/>
            <p:cNvCxnSpPr/>
            <p:nvPr/>
          </p:nvCxnSpPr>
          <p:spPr>
            <a:xfrm>
              <a:off x="9759654" y="1606915"/>
              <a:ext cx="455866" cy="5247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1" name="link5_front_sensor_3: ray"/>
            <p:cNvCxnSpPr/>
            <p:nvPr/>
          </p:nvCxnSpPr>
          <p:spPr>
            <a:xfrm>
              <a:off x="9759654" y="1606915"/>
              <a:ext cx="932859" cy="10190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2" name="link2_sensor_4: ray"/>
            <p:cNvCxnSpPr/>
            <p:nvPr/>
          </p:nvCxnSpPr>
          <p:spPr>
            <a:xfrm flipH="1" flipV="1">
              <a:off x="8790779" y="1416140"/>
              <a:ext cx="511356" cy="118128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3" name="link5_back_sensor_4: ray"/>
            <p:cNvCxnSpPr/>
            <p:nvPr/>
          </p:nvCxnSpPr>
          <p:spPr>
            <a:xfrm flipH="1">
              <a:off x="8964299" y="1364689"/>
              <a:ext cx="476435" cy="180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4" name="link5_back_sensor_4: ray"/>
            <p:cNvCxnSpPr/>
            <p:nvPr/>
          </p:nvCxnSpPr>
          <p:spPr>
            <a:xfrm flipH="1" flipV="1">
              <a:off x="9003173" y="1319974"/>
              <a:ext cx="437561" cy="4471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5" name="link2_sensor_4: ray"/>
            <p:cNvCxnSpPr/>
            <p:nvPr/>
          </p:nvCxnSpPr>
          <p:spPr>
            <a:xfrm flipH="1" flipV="1">
              <a:off x="8568016" y="1285021"/>
              <a:ext cx="734119" cy="13124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6" name="link6_sensor_2: ray"/>
            <p:cNvCxnSpPr/>
            <p:nvPr/>
          </p:nvCxnSpPr>
          <p:spPr>
            <a:xfrm flipV="1">
              <a:off x="9863039" y="614547"/>
              <a:ext cx="1198671" cy="6191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7" name="link3_sensor_2: ray"/>
            <p:cNvCxnSpPr/>
            <p:nvPr/>
          </p:nvCxnSpPr>
          <p:spPr>
            <a:xfrm flipH="1" flipV="1">
              <a:off x="8972113" y="1443840"/>
              <a:ext cx="302402" cy="4410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8" name="link3_sensor_2: ray"/>
            <p:cNvCxnSpPr/>
            <p:nvPr/>
          </p:nvCxnSpPr>
          <p:spPr>
            <a:xfrm flipH="1" flipV="1">
              <a:off x="8993414" y="1041901"/>
              <a:ext cx="281101" cy="8430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29" name="link3_sensor_2: ray"/>
            <p:cNvCxnSpPr/>
            <p:nvPr/>
          </p:nvCxnSpPr>
          <p:spPr>
            <a:xfrm flipH="1" flipV="1">
              <a:off x="8812619" y="1312134"/>
              <a:ext cx="461896" cy="5727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0" name="link2_sensor_4: ray"/>
            <p:cNvCxnSpPr/>
            <p:nvPr/>
          </p:nvCxnSpPr>
          <p:spPr>
            <a:xfrm flipH="1" flipV="1">
              <a:off x="8968697" y="1553073"/>
              <a:ext cx="333438" cy="104435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1" name="link1_sensor_4: ray"/>
            <p:cNvCxnSpPr/>
            <p:nvPr/>
          </p:nvCxnSpPr>
          <p:spPr>
            <a:xfrm>
              <a:off x="9876066" y="2917130"/>
              <a:ext cx="909759" cy="6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2" name="link6_sensor_2: ray"/>
            <p:cNvCxnSpPr/>
            <p:nvPr/>
          </p:nvCxnSpPr>
          <p:spPr>
            <a:xfrm>
              <a:off x="9863039" y="1233717"/>
              <a:ext cx="1101328" cy="1295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3" name="link4_sensor_3: ray"/>
            <p:cNvCxnSpPr/>
            <p:nvPr/>
          </p:nvCxnSpPr>
          <p:spPr>
            <a:xfrm>
              <a:off x="9841676" y="2088220"/>
              <a:ext cx="1227738" cy="57969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4" name="link5_front_sensor_3: ray"/>
            <p:cNvCxnSpPr/>
            <p:nvPr/>
          </p:nvCxnSpPr>
          <p:spPr>
            <a:xfrm>
              <a:off x="9759654" y="1606915"/>
              <a:ext cx="505715" cy="4825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5" name="link4_sensor_3: ray"/>
            <p:cNvCxnSpPr/>
            <p:nvPr/>
          </p:nvCxnSpPr>
          <p:spPr>
            <a:xfrm>
              <a:off x="9841676" y="2088220"/>
              <a:ext cx="925740" cy="4561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6" name="link1_sensor_4: ray"/>
            <p:cNvCxnSpPr/>
            <p:nvPr/>
          </p:nvCxnSpPr>
          <p:spPr>
            <a:xfrm>
              <a:off x="9876066" y="2917130"/>
              <a:ext cx="1058246" cy="806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7" name="link5_front_sensor_3: ray"/>
            <p:cNvCxnSpPr/>
            <p:nvPr/>
          </p:nvCxnSpPr>
          <p:spPr>
            <a:xfrm>
              <a:off x="9759654" y="1606915"/>
              <a:ext cx="492400" cy="69987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8" name="link5_front_sensor_3: ray"/>
            <p:cNvCxnSpPr/>
            <p:nvPr/>
          </p:nvCxnSpPr>
          <p:spPr>
            <a:xfrm>
              <a:off x="9759654" y="1606915"/>
              <a:ext cx="595962" cy="7039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39" name="link5_back_sensor_5: ray"/>
            <p:cNvCxnSpPr/>
            <p:nvPr/>
          </p:nvCxnSpPr>
          <p:spPr>
            <a:xfrm flipH="1" flipV="1">
              <a:off x="9008881" y="967496"/>
              <a:ext cx="407618" cy="17203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0" name="link3_sensor_2: ray"/>
            <p:cNvCxnSpPr/>
            <p:nvPr/>
          </p:nvCxnSpPr>
          <p:spPr>
            <a:xfrm flipH="1" flipV="1">
              <a:off x="8956658" y="1349743"/>
              <a:ext cx="317857" cy="5351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1" name="link5_front_sensor_3: ray"/>
            <p:cNvCxnSpPr/>
            <p:nvPr/>
          </p:nvCxnSpPr>
          <p:spPr>
            <a:xfrm>
              <a:off x="9759654" y="1606915"/>
              <a:ext cx="720737" cy="70887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2" name="link6_sensor_2: ray"/>
            <p:cNvCxnSpPr/>
            <p:nvPr/>
          </p:nvCxnSpPr>
          <p:spPr>
            <a:xfrm flipV="1">
              <a:off x="9863039" y="821152"/>
              <a:ext cx="1169770" cy="4125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3" name="link2_sensor_3: ray"/>
            <p:cNvCxnSpPr/>
            <p:nvPr/>
          </p:nvCxnSpPr>
          <p:spPr>
            <a:xfrm flipH="1" flipV="1">
              <a:off x="9212674" y="2528395"/>
              <a:ext cx="130215" cy="13270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4" name="link5_front_sensor_3: ray"/>
            <p:cNvCxnSpPr/>
            <p:nvPr/>
          </p:nvCxnSpPr>
          <p:spPr>
            <a:xfrm>
              <a:off x="9759654" y="1606915"/>
              <a:ext cx="873968" cy="71489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5" name="link5_front_sensor_3: ray"/>
            <p:cNvCxnSpPr/>
            <p:nvPr/>
          </p:nvCxnSpPr>
          <p:spPr>
            <a:xfrm>
              <a:off x="9759654" y="1606915"/>
              <a:ext cx="752758" cy="5502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6" name="link3_sensor_2: ray"/>
            <p:cNvCxnSpPr/>
            <p:nvPr/>
          </p:nvCxnSpPr>
          <p:spPr>
            <a:xfrm flipH="1" flipV="1">
              <a:off x="8977011" y="924169"/>
              <a:ext cx="297504" cy="9607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7" name="link6_sensor_2: ray"/>
            <p:cNvCxnSpPr/>
            <p:nvPr/>
          </p:nvCxnSpPr>
          <p:spPr>
            <a:xfrm flipV="1">
              <a:off x="9863039" y="1134241"/>
              <a:ext cx="959702" cy="994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8" name="link5_front_sensor_3: ray"/>
            <p:cNvCxnSpPr/>
            <p:nvPr/>
          </p:nvCxnSpPr>
          <p:spPr>
            <a:xfrm>
              <a:off x="9759654" y="1606915"/>
              <a:ext cx="556322" cy="4391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49" name="link1_sensor_4: ray"/>
            <p:cNvCxnSpPr/>
            <p:nvPr/>
          </p:nvCxnSpPr>
          <p:spPr>
            <a:xfrm flipV="1">
              <a:off x="9876066" y="2846569"/>
              <a:ext cx="946333" cy="705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0" name="link5_back_sensor_5: ray"/>
            <p:cNvCxnSpPr/>
            <p:nvPr/>
          </p:nvCxnSpPr>
          <p:spPr>
            <a:xfrm flipH="1" flipV="1">
              <a:off x="9004517" y="916115"/>
              <a:ext cx="411982" cy="2234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1" name="link6_sensor_2: ray"/>
            <p:cNvCxnSpPr/>
            <p:nvPr/>
          </p:nvCxnSpPr>
          <p:spPr>
            <a:xfrm flipV="1">
              <a:off x="9863039" y="462063"/>
              <a:ext cx="1215067" cy="7716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2" name="link2_sensor_3: ray"/>
            <p:cNvCxnSpPr/>
            <p:nvPr/>
          </p:nvCxnSpPr>
          <p:spPr>
            <a:xfrm flipH="1" flipV="1">
              <a:off x="9207353" y="2494882"/>
              <a:ext cx="135536" cy="16621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3" name="link2_sensor_4: ray"/>
            <p:cNvCxnSpPr/>
            <p:nvPr/>
          </p:nvCxnSpPr>
          <p:spPr>
            <a:xfrm flipH="1" flipV="1">
              <a:off x="8784536" y="1265169"/>
              <a:ext cx="517599" cy="13322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4" name="link1_sensor_3: ray"/>
            <p:cNvCxnSpPr/>
            <p:nvPr/>
          </p:nvCxnSpPr>
          <p:spPr>
            <a:xfrm>
              <a:off x="9896883" y="2774295"/>
              <a:ext cx="973866" cy="3353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5" name="link2_sensor_4: ray"/>
            <p:cNvCxnSpPr/>
            <p:nvPr/>
          </p:nvCxnSpPr>
          <p:spPr>
            <a:xfrm flipH="1" flipV="1">
              <a:off x="8971100" y="1424929"/>
              <a:ext cx="331035" cy="11724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6" name="link5_front_sensor_3: ray"/>
            <p:cNvCxnSpPr/>
            <p:nvPr/>
          </p:nvCxnSpPr>
          <p:spPr>
            <a:xfrm>
              <a:off x="9759654" y="1606915"/>
              <a:ext cx="1034571" cy="7007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7" name="link6_sensor_2: ray"/>
            <p:cNvCxnSpPr/>
            <p:nvPr/>
          </p:nvCxnSpPr>
          <p:spPr>
            <a:xfrm>
              <a:off x="9863039" y="1233717"/>
              <a:ext cx="1111639" cy="300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8" name="link2_sensor_3: ray"/>
            <p:cNvCxnSpPr/>
            <p:nvPr/>
          </p:nvCxnSpPr>
          <p:spPr>
            <a:xfrm flipH="1" flipV="1">
              <a:off x="8833172" y="2644271"/>
              <a:ext cx="509717" cy="1682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59" name="link3_sensor_2: ray"/>
            <p:cNvCxnSpPr/>
            <p:nvPr/>
          </p:nvCxnSpPr>
          <p:spPr>
            <a:xfrm flipH="1" flipV="1">
              <a:off x="8938132" y="1246851"/>
              <a:ext cx="336383" cy="6380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0" name="link5_back_sensor_5: ray"/>
            <p:cNvCxnSpPr/>
            <p:nvPr/>
          </p:nvCxnSpPr>
          <p:spPr>
            <a:xfrm flipH="1" flipV="1">
              <a:off x="8999696" y="859362"/>
              <a:ext cx="416803" cy="2801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1" name="link5_back_sensor_5: ray"/>
            <p:cNvCxnSpPr/>
            <p:nvPr/>
          </p:nvCxnSpPr>
          <p:spPr>
            <a:xfrm flipH="1" flipV="1">
              <a:off x="8998591" y="988651"/>
              <a:ext cx="417908" cy="1508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2" name="link1_sensor_4: ray"/>
            <p:cNvCxnSpPr/>
            <p:nvPr/>
          </p:nvCxnSpPr>
          <p:spPr>
            <a:xfrm flipV="1">
              <a:off x="9876066" y="2914365"/>
              <a:ext cx="1096578" cy="27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3" name="link2_sensor_3: ray"/>
            <p:cNvCxnSpPr/>
            <p:nvPr/>
          </p:nvCxnSpPr>
          <p:spPr>
            <a:xfrm flipH="1" flipV="1">
              <a:off x="9202019" y="2461289"/>
              <a:ext cx="140870" cy="1998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4" name="link1_sensor_3: ray"/>
            <p:cNvCxnSpPr/>
            <p:nvPr/>
          </p:nvCxnSpPr>
          <p:spPr>
            <a:xfrm>
              <a:off x="9896883" y="2774295"/>
              <a:ext cx="1136473" cy="1143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5" name="link2_sensor_3: ray"/>
            <p:cNvCxnSpPr/>
            <p:nvPr/>
          </p:nvCxnSpPr>
          <p:spPr>
            <a:xfrm flipH="1" flipV="1">
              <a:off x="9186743" y="2554102"/>
              <a:ext cx="156146" cy="1069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6" name="link5_front_sensor_3: ray"/>
            <p:cNvCxnSpPr/>
            <p:nvPr/>
          </p:nvCxnSpPr>
          <p:spPr>
            <a:xfrm>
              <a:off x="9759654" y="1606915"/>
              <a:ext cx="608007" cy="3950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7" name="link2_sensor_0: ray"/>
            <p:cNvCxnSpPr/>
            <p:nvPr/>
          </p:nvCxnSpPr>
          <p:spPr>
            <a:xfrm flipH="1" flipV="1">
              <a:off x="8879025" y="2646938"/>
              <a:ext cx="348725" cy="839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8" name="link5_front_sensor_3: ray"/>
            <p:cNvCxnSpPr/>
            <p:nvPr/>
          </p:nvCxnSpPr>
          <p:spPr>
            <a:xfrm>
              <a:off x="9759654" y="1606915"/>
              <a:ext cx="822725" cy="4945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69" name="link4_sensor_3: ray"/>
            <p:cNvCxnSpPr/>
            <p:nvPr/>
          </p:nvCxnSpPr>
          <p:spPr>
            <a:xfrm>
              <a:off x="9841676" y="2088220"/>
              <a:ext cx="1310873" cy="26976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0" name="link2_sensor_3: ray"/>
            <p:cNvCxnSpPr/>
            <p:nvPr/>
          </p:nvCxnSpPr>
          <p:spPr>
            <a:xfrm flipH="1" flipV="1">
              <a:off x="8812841" y="2591690"/>
              <a:ext cx="530048" cy="694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1" name="link5_back_sensor_5: ray"/>
            <p:cNvCxnSpPr/>
            <p:nvPr/>
          </p:nvCxnSpPr>
          <p:spPr>
            <a:xfrm flipH="1" flipV="1">
              <a:off x="8993165" y="938843"/>
              <a:ext cx="423334" cy="2006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2" name="link5_back_sensor_5: ray"/>
            <p:cNvCxnSpPr/>
            <p:nvPr/>
          </p:nvCxnSpPr>
          <p:spPr>
            <a:xfrm flipH="1" flipV="1">
              <a:off x="8994344" y="796346"/>
              <a:ext cx="422155" cy="3431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3" name="link6_sensor_2: ray"/>
            <p:cNvCxnSpPr/>
            <p:nvPr/>
          </p:nvCxnSpPr>
          <p:spPr>
            <a:xfrm>
              <a:off x="9863039" y="1233717"/>
              <a:ext cx="1093107" cy="16093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4" name="link4_sensor_3: ray"/>
            <p:cNvCxnSpPr/>
            <p:nvPr/>
          </p:nvCxnSpPr>
          <p:spPr>
            <a:xfrm>
              <a:off x="9841676" y="2088220"/>
              <a:ext cx="977489" cy="2126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5" name="link2_sensor_3: ray"/>
            <p:cNvCxnSpPr/>
            <p:nvPr/>
          </p:nvCxnSpPr>
          <p:spPr>
            <a:xfrm flipH="1" flipV="1">
              <a:off x="9196672" y="2427616"/>
              <a:ext cx="146217" cy="2334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6" name="link4_sensor_3: ray"/>
            <p:cNvCxnSpPr/>
            <p:nvPr/>
          </p:nvCxnSpPr>
          <p:spPr>
            <a:xfrm>
              <a:off x="9841676" y="2088220"/>
              <a:ext cx="854942" cy="2638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7" name="link6_sensor_2: ray"/>
            <p:cNvCxnSpPr/>
            <p:nvPr/>
          </p:nvCxnSpPr>
          <p:spPr>
            <a:xfrm flipV="1">
              <a:off x="9863039" y="685571"/>
              <a:ext cx="1184213" cy="5481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8" name="link1_sensor_3: ray"/>
            <p:cNvCxnSpPr/>
            <p:nvPr/>
          </p:nvCxnSpPr>
          <p:spPr>
            <a:xfrm flipV="1">
              <a:off x="9896883" y="2726623"/>
              <a:ext cx="982267" cy="4767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79" name="link2_sensor_3: ray"/>
            <p:cNvCxnSpPr/>
            <p:nvPr/>
          </p:nvCxnSpPr>
          <p:spPr>
            <a:xfrm flipH="1" flipV="1">
              <a:off x="9181650" y="2522236"/>
              <a:ext cx="161239" cy="1388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0" name="link6_sensor_2: ray"/>
            <p:cNvCxnSpPr/>
            <p:nvPr/>
          </p:nvCxnSpPr>
          <p:spPr>
            <a:xfrm flipV="1">
              <a:off x="9863039" y="1049127"/>
              <a:ext cx="908200" cy="1845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1" name="link2_sensor_0: ray"/>
            <p:cNvCxnSpPr/>
            <p:nvPr/>
          </p:nvCxnSpPr>
          <p:spPr>
            <a:xfrm flipH="1" flipV="1">
              <a:off x="8863764" y="2600462"/>
              <a:ext cx="363986" cy="1304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2" name="link5_back_sensor_5: ray"/>
            <p:cNvCxnSpPr/>
            <p:nvPr/>
          </p:nvCxnSpPr>
          <p:spPr>
            <a:xfrm flipH="1" flipV="1">
              <a:off x="8974010" y="1004709"/>
              <a:ext cx="442489" cy="13482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3" name="link2_sensor_4: ray"/>
            <p:cNvCxnSpPr/>
            <p:nvPr/>
          </p:nvCxnSpPr>
          <p:spPr>
            <a:xfrm flipH="1" flipV="1">
              <a:off x="8965125" y="1242139"/>
              <a:ext cx="337010" cy="13552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4" name="link6_sensor_2: ray"/>
            <p:cNvCxnSpPr/>
            <p:nvPr/>
          </p:nvCxnSpPr>
          <p:spPr>
            <a:xfrm flipV="1">
              <a:off x="9863039" y="1159182"/>
              <a:ext cx="1122478" cy="7453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5" name="link5_back_sensor_5: ray"/>
            <p:cNvCxnSpPr/>
            <p:nvPr/>
          </p:nvCxnSpPr>
          <p:spPr>
            <a:xfrm flipH="1" flipV="1">
              <a:off x="8987163" y="883743"/>
              <a:ext cx="429336" cy="2557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6" name="link3_sensor_2: ray"/>
            <p:cNvCxnSpPr/>
            <p:nvPr/>
          </p:nvCxnSpPr>
          <p:spPr>
            <a:xfrm flipH="1" flipV="1">
              <a:off x="8922394" y="1145834"/>
              <a:ext cx="352121" cy="7390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7" name="link2_sensor_3: ray"/>
            <p:cNvCxnSpPr/>
            <p:nvPr/>
          </p:nvCxnSpPr>
          <p:spPr>
            <a:xfrm flipH="1" flipV="1">
              <a:off x="9176545" y="2490299"/>
              <a:ext cx="166344" cy="1708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8" name="link5_back_sensor_5: ray"/>
            <p:cNvCxnSpPr/>
            <p:nvPr/>
          </p:nvCxnSpPr>
          <p:spPr>
            <a:xfrm flipH="1" flipV="1">
              <a:off x="8988367" y="725974"/>
              <a:ext cx="428132" cy="4135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89" name="link5_front_sensor_3: ray"/>
            <p:cNvCxnSpPr/>
            <p:nvPr/>
          </p:nvCxnSpPr>
          <p:spPr>
            <a:xfrm>
              <a:off x="9759654" y="1606915"/>
              <a:ext cx="660677" cy="34992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0" name="link2_sensor_3: ray"/>
            <p:cNvCxnSpPr/>
            <p:nvPr/>
          </p:nvCxnSpPr>
          <p:spPr>
            <a:xfrm flipH="1" flipV="1">
              <a:off x="9163202" y="2577444"/>
              <a:ext cx="179687" cy="8365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1" name="link4_sensor_3: ray"/>
            <p:cNvCxnSpPr/>
            <p:nvPr/>
          </p:nvCxnSpPr>
          <p:spPr>
            <a:xfrm>
              <a:off x="9841676" y="2088220"/>
              <a:ext cx="924099" cy="3598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2" name="link1_sensor_3: ray"/>
            <p:cNvCxnSpPr/>
            <p:nvPr/>
          </p:nvCxnSpPr>
          <p:spPr>
            <a:xfrm>
              <a:off x="9896883" y="2774295"/>
              <a:ext cx="1148783" cy="2143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3" name="link2_sensor_0: ray"/>
            <p:cNvCxnSpPr/>
            <p:nvPr/>
          </p:nvCxnSpPr>
          <p:spPr>
            <a:xfrm flipH="1" flipV="1">
              <a:off x="8847970" y="2552372"/>
              <a:ext cx="379780" cy="1785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4" name="link5_back_sensor_5: ray"/>
            <p:cNvCxnSpPr/>
            <p:nvPr/>
          </p:nvCxnSpPr>
          <p:spPr>
            <a:xfrm flipH="1" flipV="1">
              <a:off x="8967218" y="954767"/>
              <a:ext cx="449281" cy="18476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5" name="link5_front_sensor_3: ray"/>
            <p:cNvCxnSpPr/>
            <p:nvPr/>
          </p:nvCxnSpPr>
          <p:spPr>
            <a:xfrm>
              <a:off x="9759654" y="1606915"/>
              <a:ext cx="894156" cy="43714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6" name="link5_front_sensor_3: ray"/>
            <p:cNvCxnSpPr/>
            <p:nvPr/>
          </p:nvCxnSpPr>
          <p:spPr>
            <a:xfrm>
              <a:off x="9759654" y="1606915"/>
              <a:ext cx="855344" cy="7796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7" name="link4_sensor_1: ray"/>
            <p:cNvCxnSpPr/>
            <p:nvPr/>
          </p:nvCxnSpPr>
          <p:spPr>
            <a:xfrm flipV="1">
              <a:off x="9864092" y="1688861"/>
              <a:ext cx="1034152" cy="21874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8" name="link2_sensor_3: ray"/>
            <p:cNvCxnSpPr/>
            <p:nvPr/>
          </p:nvCxnSpPr>
          <p:spPr>
            <a:xfrm flipH="1" flipV="1">
              <a:off x="9171430" y="2458290"/>
              <a:ext cx="171459" cy="2028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399" name="link2_sensor_3: ray"/>
            <p:cNvCxnSpPr/>
            <p:nvPr/>
          </p:nvCxnSpPr>
          <p:spPr>
            <a:xfrm flipH="1" flipV="1">
              <a:off x="9158319" y="2547072"/>
              <a:ext cx="184570" cy="1140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0" name="link4_sensor_3: ray"/>
            <p:cNvCxnSpPr/>
            <p:nvPr/>
          </p:nvCxnSpPr>
          <p:spPr>
            <a:xfrm>
              <a:off x="9841676" y="2088220"/>
              <a:ext cx="710302" cy="2893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1" name="link5_back_sensor_5: ray"/>
            <p:cNvCxnSpPr/>
            <p:nvPr/>
          </p:nvCxnSpPr>
          <p:spPr>
            <a:xfrm flipH="1" flipV="1">
              <a:off x="8980487" y="822460"/>
              <a:ext cx="436012" cy="31707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2" name="link4_sensor_3: ray"/>
            <p:cNvCxnSpPr/>
            <p:nvPr/>
          </p:nvCxnSpPr>
          <p:spPr>
            <a:xfrm>
              <a:off x="9841676" y="2088220"/>
              <a:ext cx="1057098" cy="1406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3" name="link5_back_sensor_5: ray"/>
            <p:cNvCxnSpPr/>
            <p:nvPr/>
          </p:nvCxnSpPr>
          <p:spPr>
            <a:xfrm flipH="1" flipV="1">
              <a:off x="8932049" y="1017210"/>
              <a:ext cx="484450" cy="1223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4" name="link1_sensor_3: ray"/>
            <p:cNvCxnSpPr/>
            <p:nvPr/>
          </p:nvCxnSpPr>
          <p:spPr>
            <a:xfrm flipV="1">
              <a:off x="9896883" y="2643175"/>
              <a:ext cx="990888" cy="1311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5" name="link2_sensor_3: ray"/>
            <p:cNvCxnSpPr/>
            <p:nvPr/>
          </p:nvCxnSpPr>
          <p:spPr>
            <a:xfrm flipH="1" flipV="1">
              <a:off x="9013800" y="2626715"/>
              <a:ext cx="329089" cy="343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6" name="link5_front_sensor_3: ray"/>
            <p:cNvCxnSpPr/>
            <p:nvPr/>
          </p:nvCxnSpPr>
          <p:spPr>
            <a:xfrm>
              <a:off x="9759654" y="1606915"/>
              <a:ext cx="1068350" cy="5943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7" name="link4_sensor_3: ray"/>
            <p:cNvCxnSpPr/>
            <p:nvPr/>
          </p:nvCxnSpPr>
          <p:spPr>
            <a:xfrm>
              <a:off x="9841676" y="2088220"/>
              <a:ext cx="1205686" cy="4490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8" name="link6_sensor_2: ray"/>
            <p:cNvCxnSpPr/>
            <p:nvPr/>
          </p:nvCxnSpPr>
          <p:spPr>
            <a:xfrm>
              <a:off x="9863039" y="1233717"/>
              <a:ext cx="1102897" cy="654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09" name="link5_back_sensor_5: ray"/>
            <p:cNvCxnSpPr/>
            <p:nvPr/>
          </p:nvCxnSpPr>
          <p:spPr>
            <a:xfrm flipH="1" flipV="1">
              <a:off x="8981650" y="646875"/>
              <a:ext cx="434849" cy="49265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0" name="link6_sensor_2: ray"/>
            <p:cNvCxnSpPr/>
            <p:nvPr/>
          </p:nvCxnSpPr>
          <p:spPr>
            <a:xfrm flipV="1">
              <a:off x="9863039" y="953584"/>
              <a:ext cx="915223" cy="2801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1" name="link4_sensor_3: ray"/>
            <p:cNvCxnSpPr/>
            <p:nvPr/>
          </p:nvCxnSpPr>
          <p:spPr>
            <a:xfrm>
              <a:off x="9841676" y="2088220"/>
              <a:ext cx="1030082" cy="3028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2" name="link2_sensor_0: ray"/>
            <p:cNvCxnSpPr/>
            <p:nvPr/>
          </p:nvCxnSpPr>
          <p:spPr>
            <a:xfrm flipH="1" flipV="1">
              <a:off x="8831619" y="2502585"/>
              <a:ext cx="396131" cy="2283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3" name="link5_front_sensor_3: ray"/>
            <p:cNvCxnSpPr/>
            <p:nvPr/>
          </p:nvCxnSpPr>
          <p:spPr>
            <a:xfrm>
              <a:off x="9759654" y="1606915"/>
              <a:ext cx="1048897" cy="79586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4" name="link5_back_sensor_5: ray"/>
            <p:cNvCxnSpPr/>
            <p:nvPr/>
          </p:nvCxnSpPr>
          <p:spPr>
            <a:xfrm flipH="1" flipV="1">
              <a:off x="8959691" y="899413"/>
              <a:ext cx="456808" cy="2401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5" name="link2_sensor_3: ray"/>
            <p:cNvCxnSpPr/>
            <p:nvPr/>
          </p:nvCxnSpPr>
          <p:spPr>
            <a:xfrm flipH="1" flipV="1">
              <a:off x="9153425" y="2516635"/>
              <a:ext cx="189464" cy="14446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6" name="link2_sensor_3: ray"/>
            <p:cNvCxnSpPr/>
            <p:nvPr/>
          </p:nvCxnSpPr>
          <p:spPr>
            <a:xfrm flipH="1" flipV="1">
              <a:off x="9141731" y="2598731"/>
              <a:ext cx="201158" cy="6236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7" name="link4_sensor_3: ray"/>
            <p:cNvCxnSpPr/>
            <p:nvPr/>
          </p:nvCxnSpPr>
          <p:spPr>
            <a:xfrm>
              <a:off x="9841676" y="2088220"/>
              <a:ext cx="1743552" cy="33938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8" name="link5_front_sensor_3: ray"/>
            <p:cNvCxnSpPr/>
            <p:nvPr/>
          </p:nvCxnSpPr>
          <p:spPr>
            <a:xfrm>
              <a:off x="9759654" y="1606915"/>
              <a:ext cx="714488" cy="30393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19" name="link2_sensor_3: ray"/>
            <p:cNvCxnSpPr/>
            <p:nvPr/>
          </p:nvCxnSpPr>
          <p:spPr>
            <a:xfrm flipH="1" flipV="1">
              <a:off x="9002360" y="2588876"/>
              <a:ext cx="340529" cy="722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0" name="link3_sensor_2: ray"/>
            <p:cNvCxnSpPr/>
            <p:nvPr/>
          </p:nvCxnSpPr>
          <p:spPr>
            <a:xfrm flipH="1" flipV="1">
              <a:off x="8906012" y="1040733"/>
              <a:ext cx="368503" cy="84418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1" name="link6_sensor_2: ray"/>
            <p:cNvCxnSpPr/>
            <p:nvPr/>
          </p:nvCxnSpPr>
          <p:spPr>
            <a:xfrm flipV="1">
              <a:off x="9863039" y="541765"/>
              <a:ext cx="1199470" cy="69195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2" name="link5_back_sensor_5: ray"/>
            <p:cNvCxnSpPr/>
            <p:nvPr/>
          </p:nvCxnSpPr>
          <p:spPr>
            <a:xfrm flipH="1" flipV="1">
              <a:off x="8973016" y="753893"/>
              <a:ext cx="443483" cy="38564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3" name="link6_sensor_2: ray"/>
            <p:cNvCxnSpPr/>
            <p:nvPr/>
          </p:nvCxnSpPr>
          <p:spPr>
            <a:xfrm flipV="1">
              <a:off x="9863039" y="1049226"/>
              <a:ext cx="1133894" cy="18449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4" name="link2_sensor_4: ray"/>
            <p:cNvCxnSpPr/>
            <p:nvPr/>
          </p:nvCxnSpPr>
          <p:spPr>
            <a:xfrm flipH="1" flipV="1">
              <a:off x="8949826" y="980224"/>
              <a:ext cx="352309" cy="161720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5" name="link2_sensor_3: ray"/>
            <p:cNvCxnSpPr/>
            <p:nvPr/>
          </p:nvCxnSpPr>
          <p:spPr>
            <a:xfrm flipH="1" flipV="1">
              <a:off x="9137041" y="2569719"/>
              <a:ext cx="205848" cy="913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6" name="link2_sensor_3: ray"/>
            <p:cNvCxnSpPr/>
            <p:nvPr/>
          </p:nvCxnSpPr>
          <p:spPr>
            <a:xfrm flipH="1" flipV="1">
              <a:off x="9148520" y="2486133"/>
              <a:ext cx="194369" cy="17496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7" name="link4_sensor_3: ray"/>
            <p:cNvCxnSpPr/>
            <p:nvPr/>
          </p:nvCxnSpPr>
          <p:spPr>
            <a:xfrm>
              <a:off x="9841676" y="2088220"/>
              <a:ext cx="1379501" cy="17088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8" name="link2_sensor_3: ray"/>
            <p:cNvCxnSpPr/>
            <p:nvPr/>
          </p:nvCxnSpPr>
          <p:spPr>
            <a:xfrm flipH="1" flipV="1">
              <a:off x="8990513" y="2549709"/>
              <a:ext cx="352376" cy="1113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29" name="link1_sensor_3: ray"/>
            <p:cNvCxnSpPr/>
            <p:nvPr/>
          </p:nvCxnSpPr>
          <p:spPr>
            <a:xfrm flipV="1">
              <a:off x="9896883" y="2699817"/>
              <a:ext cx="1161488" cy="744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0" name="link4_sensor_3: ray"/>
            <p:cNvCxnSpPr/>
            <p:nvPr/>
          </p:nvCxnSpPr>
          <p:spPr>
            <a:xfrm>
              <a:off x="9841676" y="2088220"/>
              <a:ext cx="1162001" cy="6351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1" name="link5_front_sensor_3: ray"/>
            <p:cNvCxnSpPr/>
            <p:nvPr/>
          </p:nvCxnSpPr>
          <p:spPr>
            <a:xfrm>
              <a:off x="9759654" y="1606915"/>
              <a:ext cx="1300765" cy="81691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2" name="link5_back_sensor_5: ray"/>
            <p:cNvCxnSpPr/>
            <p:nvPr/>
          </p:nvCxnSpPr>
          <p:spPr>
            <a:xfrm flipH="1" flipV="1">
              <a:off x="8974044" y="557317"/>
              <a:ext cx="442455" cy="5822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3" name="link5_front_sensor_3: ray"/>
            <p:cNvCxnSpPr/>
            <p:nvPr/>
          </p:nvCxnSpPr>
          <p:spPr>
            <a:xfrm>
              <a:off x="9759654" y="1606915"/>
              <a:ext cx="1254683" cy="5660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4" name="link1_sensor_5: ray"/>
            <p:cNvCxnSpPr/>
            <p:nvPr/>
          </p:nvCxnSpPr>
          <p:spPr>
            <a:xfrm>
              <a:off x="9739191" y="3107657"/>
              <a:ext cx="79375" cy="2629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5" name="link5_back_sensor_5: ray"/>
            <p:cNvCxnSpPr/>
            <p:nvPr/>
          </p:nvCxnSpPr>
          <p:spPr>
            <a:xfrm flipH="1" flipV="1">
              <a:off x="8951306" y="837720"/>
              <a:ext cx="465193" cy="3018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6" name="link2_sensor_3: ray"/>
            <p:cNvCxnSpPr/>
            <p:nvPr/>
          </p:nvCxnSpPr>
          <p:spPr>
            <a:xfrm flipH="1" flipV="1">
              <a:off x="9223556" y="2450709"/>
              <a:ext cx="119333" cy="2103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7" name="link1_sensor_5: ray"/>
            <p:cNvCxnSpPr/>
            <p:nvPr/>
          </p:nvCxnSpPr>
          <p:spPr>
            <a:xfrm>
              <a:off x="9739191" y="3107657"/>
              <a:ext cx="123235" cy="2652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8" name="link5_front_sensor_3: ray"/>
            <p:cNvCxnSpPr/>
            <p:nvPr/>
          </p:nvCxnSpPr>
          <p:spPr>
            <a:xfrm>
              <a:off x="9759654" y="1606915"/>
              <a:ext cx="967426" cy="37818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39" name="link1_sensor_5: ray"/>
            <p:cNvCxnSpPr/>
            <p:nvPr/>
          </p:nvCxnSpPr>
          <p:spPr>
            <a:xfrm>
              <a:off x="9739191" y="3107657"/>
              <a:ext cx="171375" cy="2678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0" name="link2_sensor_3: ray"/>
            <p:cNvCxnSpPr/>
            <p:nvPr/>
          </p:nvCxnSpPr>
          <p:spPr>
            <a:xfrm flipH="1" flipV="1">
              <a:off x="9116527" y="2617147"/>
              <a:ext cx="226362" cy="4395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1" name="link1_sensor_3: ray"/>
            <p:cNvCxnSpPr/>
            <p:nvPr/>
          </p:nvCxnSpPr>
          <p:spPr>
            <a:xfrm flipV="1">
              <a:off x="9896883" y="2557398"/>
              <a:ext cx="999746" cy="2168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2" name="link1_sensor_5: ray"/>
            <p:cNvCxnSpPr/>
            <p:nvPr/>
          </p:nvCxnSpPr>
          <p:spPr>
            <a:xfrm>
              <a:off x="9739191" y="3107657"/>
              <a:ext cx="224454" cy="27059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3" name="link1_sensor_5: ray"/>
            <p:cNvCxnSpPr/>
            <p:nvPr/>
          </p:nvCxnSpPr>
          <p:spPr>
            <a:xfrm>
              <a:off x="9739191" y="3107657"/>
              <a:ext cx="283272" cy="2736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4" name="link1_sensor_3: ray"/>
            <p:cNvCxnSpPr/>
            <p:nvPr/>
          </p:nvCxnSpPr>
          <p:spPr>
            <a:xfrm flipV="1">
              <a:off x="9896883" y="2436412"/>
              <a:ext cx="1117242" cy="3378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5" name="link1_sensor_5: ray"/>
            <p:cNvCxnSpPr/>
            <p:nvPr/>
          </p:nvCxnSpPr>
          <p:spPr>
            <a:xfrm>
              <a:off x="9739191" y="3107657"/>
              <a:ext cx="348813" cy="27712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6" name="link2_sensor_3: ray"/>
            <p:cNvCxnSpPr/>
            <p:nvPr/>
          </p:nvCxnSpPr>
          <p:spPr>
            <a:xfrm flipH="1" flipV="1">
              <a:off x="9132341" y="2540647"/>
              <a:ext cx="210548" cy="12045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7" name="link4_sensor_1: ray"/>
            <p:cNvCxnSpPr/>
            <p:nvPr/>
          </p:nvCxnSpPr>
          <p:spPr>
            <a:xfrm flipV="1">
              <a:off x="9864092" y="1590850"/>
              <a:ext cx="1043630" cy="31675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8" name="link2_sensor_3: ray"/>
            <p:cNvCxnSpPr/>
            <p:nvPr/>
          </p:nvCxnSpPr>
          <p:spPr>
            <a:xfrm flipH="1" flipV="1">
              <a:off x="8978244" y="2509143"/>
              <a:ext cx="364645" cy="15195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49" name="link5_front_sensor_3: ray"/>
            <p:cNvCxnSpPr/>
            <p:nvPr/>
          </p:nvCxnSpPr>
          <p:spPr>
            <a:xfrm>
              <a:off x="9759654" y="1606915"/>
              <a:ext cx="769415" cy="25700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0" name="link2_sensor_3: ray"/>
            <p:cNvCxnSpPr/>
            <p:nvPr/>
          </p:nvCxnSpPr>
          <p:spPr>
            <a:xfrm flipH="1" flipV="1">
              <a:off x="9107493" y="2587299"/>
              <a:ext cx="235396" cy="738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1" name="link5_back_sensor_5: ray"/>
            <p:cNvCxnSpPr/>
            <p:nvPr/>
          </p:nvCxnSpPr>
          <p:spPr>
            <a:xfrm flipH="1" flipV="1">
              <a:off x="8964600" y="676659"/>
              <a:ext cx="451899" cy="4628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2" name="link6_sensor_2: ray"/>
            <p:cNvCxnSpPr/>
            <p:nvPr/>
          </p:nvCxnSpPr>
          <p:spPr>
            <a:xfrm flipV="1">
              <a:off x="9863039" y="865570"/>
              <a:ext cx="892882" cy="3681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3" name="link2_sensor_3: ray"/>
            <p:cNvCxnSpPr/>
            <p:nvPr/>
          </p:nvCxnSpPr>
          <p:spPr>
            <a:xfrm flipH="1" flipV="1">
              <a:off x="9219465" y="2424337"/>
              <a:ext cx="123424" cy="2367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4" name="link6_sensor_2: ray"/>
            <p:cNvCxnSpPr/>
            <p:nvPr/>
          </p:nvCxnSpPr>
          <p:spPr>
            <a:xfrm flipV="1">
              <a:off x="9863039" y="1199101"/>
              <a:ext cx="1113161" cy="346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5" name="link2_sensor_3: ray"/>
            <p:cNvCxnSpPr/>
            <p:nvPr/>
          </p:nvCxnSpPr>
          <p:spPr>
            <a:xfrm flipH="1" flipV="1">
              <a:off x="9127631" y="2511516"/>
              <a:ext cx="215258" cy="1495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6" name="link2_sensor_3: ray"/>
            <p:cNvCxnSpPr/>
            <p:nvPr/>
          </p:nvCxnSpPr>
          <p:spPr>
            <a:xfrm flipH="1" flipV="1">
              <a:off x="9099746" y="2556937"/>
              <a:ext cx="243143" cy="1041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7" name="link5_back_sensor_5: ray"/>
            <p:cNvCxnSpPr/>
            <p:nvPr/>
          </p:nvCxnSpPr>
          <p:spPr>
            <a:xfrm flipH="1" flipV="1">
              <a:off x="8941870" y="768503"/>
              <a:ext cx="474629" cy="3710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8" name="link2_sensor_3: ray"/>
            <p:cNvCxnSpPr/>
            <p:nvPr/>
          </p:nvCxnSpPr>
          <p:spPr>
            <a:xfrm flipH="1" flipV="1">
              <a:off x="9215380" y="2397976"/>
              <a:ext cx="127509" cy="2631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59" name="link2_sensor_3: ray"/>
            <p:cNvCxnSpPr/>
            <p:nvPr/>
          </p:nvCxnSpPr>
          <p:spPr>
            <a:xfrm flipH="1" flipV="1">
              <a:off x="9204191" y="2476607"/>
              <a:ext cx="138698" cy="1844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0" name="link5_back_sensor_5: ray"/>
            <p:cNvCxnSpPr/>
            <p:nvPr/>
          </p:nvCxnSpPr>
          <p:spPr>
            <a:xfrm flipH="1" flipV="1">
              <a:off x="8965360" y="455080"/>
              <a:ext cx="451139" cy="68445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1" name="link1_sensor_5: ray"/>
            <p:cNvCxnSpPr/>
            <p:nvPr/>
          </p:nvCxnSpPr>
          <p:spPr>
            <a:xfrm>
              <a:off x="9739191" y="3107657"/>
              <a:ext cx="68654" cy="2978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2" name="link1_sensor_5: ray"/>
            <p:cNvCxnSpPr/>
            <p:nvPr/>
          </p:nvCxnSpPr>
          <p:spPr>
            <a:xfrm>
              <a:off x="9739191" y="3107657"/>
              <a:ext cx="112481" cy="30178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3" name="link2_sensor_3: ray"/>
            <p:cNvCxnSpPr/>
            <p:nvPr/>
          </p:nvCxnSpPr>
          <p:spPr>
            <a:xfrm flipH="1" flipV="1">
              <a:off x="8729382" y="2464940"/>
              <a:ext cx="613507" cy="1961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4" name="link1_sensor_5: ray"/>
            <p:cNvCxnSpPr/>
            <p:nvPr/>
          </p:nvCxnSpPr>
          <p:spPr>
            <a:xfrm>
              <a:off x="9739191" y="3107657"/>
              <a:ext cx="160632" cy="30614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5" name="link4_sensor_3: ray"/>
            <p:cNvCxnSpPr/>
            <p:nvPr/>
          </p:nvCxnSpPr>
          <p:spPr>
            <a:xfrm>
              <a:off x="9841676" y="2088220"/>
              <a:ext cx="1278435" cy="35820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6" name="link2_sensor_3: ray"/>
            <p:cNvCxnSpPr/>
            <p:nvPr/>
          </p:nvCxnSpPr>
          <p:spPr>
            <a:xfrm flipH="1" flipV="1">
              <a:off x="9091799" y="2525746"/>
              <a:ext cx="251090" cy="13535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7" name="link1_sensor_3: ray"/>
            <p:cNvCxnSpPr/>
            <p:nvPr/>
          </p:nvCxnSpPr>
          <p:spPr>
            <a:xfrm flipV="1">
              <a:off x="9896883" y="2600785"/>
              <a:ext cx="1174590" cy="1735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8" name="link1_sensor_5: ray"/>
            <p:cNvCxnSpPr/>
            <p:nvPr/>
          </p:nvCxnSpPr>
          <p:spPr>
            <a:xfrm>
              <a:off x="9739191" y="3107657"/>
              <a:ext cx="213782" cy="3109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69" name="link5_front_sensor_3: ray"/>
            <p:cNvCxnSpPr/>
            <p:nvPr/>
          </p:nvCxnSpPr>
          <p:spPr>
            <a:xfrm>
              <a:off x="9759654" y="1606915"/>
              <a:ext cx="1443905" cy="5180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0" name="link2_sensor_3: ray"/>
            <p:cNvCxnSpPr/>
            <p:nvPr/>
          </p:nvCxnSpPr>
          <p:spPr>
            <a:xfrm flipH="1" flipV="1">
              <a:off x="9200311" y="2451582"/>
              <a:ext cx="142578" cy="20951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1" name="link2_sensor_3: ray"/>
            <p:cNvCxnSpPr/>
            <p:nvPr/>
          </p:nvCxnSpPr>
          <p:spPr>
            <a:xfrm flipH="1" flipV="1">
              <a:off x="9211298" y="2371621"/>
              <a:ext cx="131591" cy="2894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2" name="link6_sensor_2: ray"/>
            <p:cNvCxnSpPr/>
            <p:nvPr/>
          </p:nvCxnSpPr>
          <p:spPr>
            <a:xfrm flipV="1">
              <a:off x="9863039" y="933426"/>
              <a:ext cx="1145917" cy="30029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3" name="link5_back_sensor_5: ray"/>
            <p:cNvCxnSpPr/>
            <p:nvPr/>
          </p:nvCxnSpPr>
          <p:spPr>
            <a:xfrm flipH="1" flipV="1">
              <a:off x="8955097" y="589063"/>
              <a:ext cx="461402" cy="5504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4" name="link5_front_sensor_3: ray"/>
            <p:cNvCxnSpPr/>
            <p:nvPr/>
          </p:nvCxnSpPr>
          <p:spPr>
            <a:xfrm>
              <a:off x="9759654" y="1606915"/>
              <a:ext cx="1042598" cy="3176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5" name="link1_sensor_5: ray"/>
            <p:cNvCxnSpPr/>
            <p:nvPr/>
          </p:nvCxnSpPr>
          <p:spPr>
            <a:xfrm>
              <a:off x="9739191" y="3107657"/>
              <a:ext cx="272750" cy="31629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6" name="link5_front_sensor_3: ray"/>
            <p:cNvCxnSpPr/>
            <p:nvPr/>
          </p:nvCxnSpPr>
          <p:spPr>
            <a:xfrm>
              <a:off x="9759654" y="1606915"/>
              <a:ext cx="825539" cy="20909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7" name="link4_sensor_3: ray"/>
            <p:cNvCxnSpPr/>
            <p:nvPr/>
          </p:nvCxnSpPr>
          <p:spPr>
            <a:xfrm>
              <a:off x="9841676" y="2088220"/>
              <a:ext cx="1517592" cy="7229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8" name="link6_sensor_2: ray"/>
            <p:cNvCxnSpPr/>
            <p:nvPr/>
          </p:nvCxnSpPr>
          <p:spPr>
            <a:xfrm flipV="1">
              <a:off x="9863039" y="388937"/>
              <a:ext cx="1215683" cy="8447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79" name="link1_sensor_5: ray"/>
            <p:cNvCxnSpPr/>
            <p:nvPr/>
          </p:nvCxnSpPr>
          <p:spPr>
            <a:xfrm>
              <a:off x="9739191" y="3107657"/>
              <a:ext cx="338549" cy="3222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0" name="link1_sensor_3: ray"/>
            <p:cNvCxnSpPr/>
            <p:nvPr/>
          </p:nvCxnSpPr>
          <p:spPr>
            <a:xfrm flipV="1">
              <a:off x="9896883" y="2335342"/>
              <a:ext cx="1129112" cy="43895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1" name="link4_sensor_3: ray"/>
            <p:cNvCxnSpPr/>
            <p:nvPr/>
          </p:nvCxnSpPr>
          <p:spPr>
            <a:xfrm flipV="1">
              <a:off x="9841676" y="2065389"/>
              <a:ext cx="1241480" cy="228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2" name="link2_sensor_3: ray"/>
            <p:cNvCxnSpPr/>
            <p:nvPr/>
          </p:nvCxnSpPr>
          <p:spPr>
            <a:xfrm flipH="1" flipV="1">
              <a:off x="9186696" y="2500007"/>
              <a:ext cx="156193" cy="1610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3" name="link2_sensor_3: ray"/>
            <p:cNvCxnSpPr/>
            <p:nvPr/>
          </p:nvCxnSpPr>
          <p:spPr>
            <a:xfrm flipH="1" flipV="1">
              <a:off x="9196430" y="2426554"/>
              <a:ext cx="146459" cy="23454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4" name="link1_sensor_3: ray"/>
            <p:cNvCxnSpPr/>
            <p:nvPr/>
          </p:nvCxnSpPr>
          <p:spPr>
            <a:xfrm flipV="1">
              <a:off x="9896883" y="2468394"/>
              <a:ext cx="1317710" cy="30590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5" name="link6_sensor_5: ray"/>
            <p:cNvCxnSpPr/>
            <p:nvPr/>
          </p:nvCxnSpPr>
          <p:spPr>
            <a:xfrm>
              <a:off x="9819574" y="1339597"/>
              <a:ext cx="669318" cy="33528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6" name="link5_back_sensor_5: ray"/>
            <p:cNvCxnSpPr/>
            <p:nvPr/>
          </p:nvCxnSpPr>
          <p:spPr>
            <a:xfrm flipH="1" flipV="1">
              <a:off x="8931234" y="690341"/>
              <a:ext cx="485265" cy="44919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7" name="link2_sensor_0: ray"/>
            <p:cNvCxnSpPr/>
            <p:nvPr/>
          </p:nvCxnSpPr>
          <p:spPr>
            <a:xfrm flipH="1" flipV="1">
              <a:off x="8760050" y="2284564"/>
              <a:ext cx="467700" cy="4463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8" name="link2_sensor_3: ray"/>
            <p:cNvCxnSpPr/>
            <p:nvPr/>
          </p:nvCxnSpPr>
          <p:spPr>
            <a:xfrm flipH="1" flipV="1">
              <a:off x="8695487" y="2401929"/>
              <a:ext cx="647402" cy="2591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89" name="link4_sensor_1: ray"/>
            <p:cNvCxnSpPr/>
            <p:nvPr/>
          </p:nvCxnSpPr>
          <p:spPr>
            <a:xfrm flipV="1">
              <a:off x="9864092" y="1487555"/>
              <a:ext cx="1053619" cy="4200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0" name="link2_sensor_0: ray"/>
            <p:cNvCxnSpPr/>
            <p:nvPr/>
          </p:nvCxnSpPr>
          <p:spPr>
            <a:xfrm flipH="1" flipV="1">
              <a:off x="8776893" y="2444909"/>
              <a:ext cx="450857" cy="28598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1" name="link1_sensor_5: ray"/>
            <p:cNvCxnSpPr/>
            <p:nvPr/>
          </p:nvCxnSpPr>
          <p:spPr>
            <a:xfrm>
              <a:off x="9739191" y="3107657"/>
              <a:ext cx="57711" cy="33338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2" name="link4_sensor_1: ray"/>
            <p:cNvCxnSpPr/>
            <p:nvPr/>
          </p:nvCxnSpPr>
          <p:spPr>
            <a:xfrm flipV="1">
              <a:off x="9864092" y="1756258"/>
              <a:ext cx="1019339" cy="15134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3" name="link2_sensor_3: ray"/>
            <p:cNvCxnSpPr/>
            <p:nvPr/>
          </p:nvCxnSpPr>
          <p:spPr>
            <a:xfrm flipH="1" flipV="1">
              <a:off x="9183003" y="2476191"/>
              <a:ext cx="159886" cy="1849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4" name="link6_sensor_2: ray"/>
            <p:cNvCxnSpPr/>
            <p:nvPr/>
          </p:nvCxnSpPr>
          <p:spPr>
            <a:xfrm flipV="1">
              <a:off x="9863039" y="1093997"/>
              <a:ext cx="1123945" cy="1397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5" name="link2_sensor_4: ray"/>
            <p:cNvCxnSpPr/>
            <p:nvPr/>
          </p:nvCxnSpPr>
          <p:spPr>
            <a:xfrm flipH="1" flipV="1">
              <a:off x="8940212" y="688021"/>
              <a:ext cx="361923" cy="19094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6" name="link2_sensor_3: ray"/>
            <p:cNvCxnSpPr/>
            <p:nvPr/>
          </p:nvCxnSpPr>
          <p:spPr>
            <a:xfrm flipH="1" flipV="1">
              <a:off x="9192558" y="2401541"/>
              <a:ext cx="150331" cy="25955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7" name="link4_sensor_1: ray"/>
            <p:cNvCxnSpPr/>
            <p:nvPr/>
          </p:nvCxnSpPr>
          <p:spPr>
            <a:xfrm flipV="1">
              <a:off x="9864092" y="1810621"/>
              <a:ext cx="791433" cy="969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8" name="link1_sensor_5: ray"/>
            <p:cNvCxnSpPr/>
            <p:nvPr/>
          </p:nvCxnSpPr>
          <p:spPr>
            <a:xfrm>
              <a:off x="9739191" y="3107657"/>
              <a:ext cx="101493" cy="3390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499" name="link6_sensor_2: ray"/>
            <p:cNvCxnSpPr/>
            <p:nvPr/>
          </p:nvCxnSpPr>
          <p:spPr>
            <a:xfrm flipV="1">
              <a:off x="9863039" y="650039"/>
              <a:ext cx="1117913" cy="5836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0" name="link1_sensor_5: ray"/>
            <p:cNvCxnSpPr/>
            <p:nvPr/>
          </p:nvCxnSpPr>
          <p:spPr>
            <a:xfrm>
              <a:off x="9739191" y="3107657"/>
              <a:ext cx="149645" cy="34535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1" name="link5_back_sensor_5: ray"/>
            <p:cNvCxnSpPr/>
            <p:nvPr/>
          </p:nvCxnSpPr>
          <p:spPr>
            <a:xfrm flipH="1" flipV="1">
              <a:off x="8987404" y="548315"/>
              <a:ext cx="429095" cy="5912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2" name="link4_sensor_1: ray"/>
            <p:cNvCxnSpPr/>
            <p:nvPr/>
          </p:nvCxnSpPr>
          <p:spPr>
            <a:xfrm flipV="1">
              <a:off x="9864092" y="1851293"/>
              <a:ext cx="907453" cy="5630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3" name="link2_sensor_3: ray"/>
            <p:cNvCxnSpPr/>
            <p:nvPr/>
          </p:nvCxnSpPr>
          <p:spPr>
            <a:xfrm flipH="1" flipV="1">
              <a:off x="9170811" y="2521252"/>
              <a:ext cx="172078" cy="1398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4" name="link2_sensor_3: ray"/>
            <p:cNvCxnSpPr/>
            <p:nvPr/>
          </p:nvCxnSpPr>
          <p:spPr>
            <a:xfrm flipH="1" flipV="1">
              <a:off x="9179311" y="2452374"/>
              <a:ext cx="163578" cy="20872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5" name="link1_sensor_5: ray"/>
            <p:cNvCxnSpPr/>
            <p:nvPr/>
          </p:nvCxnSpPr>
          <p:spPr>
            <a:xfrm>
              <a:off x="9739191" y="3107657"/>
              <a:ext cx="202854" cy="3522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6" name="link2_sensor_0: ray"/>
            <p:cNvCxnSpPr/>
            <p:nvPr/>
          </p:nvCxnSpPr>
          <p:spPr>
            <a:xfrm flipH="1" flipV="1">
              <a:off x="8909632" y="2484638"/>
              <a:ext cx="318118" cy="2462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7" name="link1_sensor_5: ray"/>
            <p:cNvCxnSpPr/>
            <p:nvPr/>
          </p:nvCxnSpPr>
          <p:spPr>
            <a:xfrm>
              <a:off x="9739191" y="3107657"/>
              <a:ext cx="261962" cy="35997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8" name="link2_sensor_3: ray"/>
            <p:cNvCxnSpPr/>
            <p:nvPr/>
          </p:nvCxnSpPr>
          <p:spPr>
            <a:xfrm flipH="1" flipV="1">
              <a:off x="9167294" y="2498538"/>
              <a:ext cx="175595" cy="1625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09" name="link6_sensor_5: ray"/>
            <p:cNvCxnSpPr/>
            <p:nvPr/>
          </p:nvCxnSpPr>
          <p:spPr>
            <a:xfrm>
              <a:off x="9819574" y="1339597"/>
              <a:ext cx="831596" cy="33821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0" name="link2_sensor_3: ray"/>
            <p:cNvCxnSpPr/>
            <p:nvPr/>
          </p:nvCxnSpPr>
          <p:spPr>
            <a:xfrm flipH="1" flipV="1">
              <a:off x="9175629" y="2428572"/>
              <a:ext cx="167260" cy="2325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1" name="link5_back_sensor_5: ray"/>
            <p:cNvCxnSpPr/>
            <p:nvPr/>
          </p:nvCxnSpPr>
          <p:spPr>
            <a:xfrm flipH="1" flipV="1">
              <a:off x="8919125" y="601360"/>
              <a:ext cx="497374" cy="53817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2" name="link1_sensor_5: ray"/>
            <p:cNvCxnSpPr/>
            <p:nvPr/>
          </p:nvCxnSpPr>
          <p:spPr>
            <a:xfrm>
              <a:off x="9739191" y="3107657"/>
              <a:ext cx="328009" cy="3685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3" name="link6_sensor_5: ray"/>
            <p:cNvCxnSpPr/>
            <p:nvPr/>
          </p:nvCxnSpPr>
          <p:spPr>
            <a:xfrm>
              <a:off x="9819574" y="1339597"/>
              <a:ext cx="637601" cy="3635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4" name="link2_sensor_3: ray"/>
            <p:cNvCxnSpPr/>
            <p:nvPr/>
          </p:nvCxnSpPr>
          <p:spPr>
            <a:xfrm flipH="1" flipV="1">
              <a:off x="9029841" y="2533495"/>
              <a:ext cx="313048" cy="12760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5" name="link2_sensor_3: ray"/>
            <p:cNvCxnSpPr/>
            <p:nvPr/>
          </p:nvCxnSpPr>
          <p:spPr>
            <a:xfrm flipH="1" flipV="1">
              <a:off x="9156327" y="2540628"/>
              <a:ext cx="186562" cy="1204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6" name="link6_sensor_2: ray"/>
            <p:cNvCxnSpPr/>
            <p:nvPr/>
          </p:nvCxnSpPr>
          <p:spPr>
            <a:xfrm flipV="1">
              <a:off x="9863039" y="811303"/>
              <a:ext cx="1158596" cy="42241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7" name="link1_sensor_5: ray"/>
            <p:cNvCxnSpPr/>
            <p:nvPr/>
          </p:nvCxnSpPr>
          <p:spPr>
            <a:xfrm>
              <a:off x="9739191" y="3107657"/>
              <a:ext cx="46540" cy="36970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8" name="link2_sensor_3: ray"/>
            <p:cNvCxnSpPr/>
            <p:nvPr/>
          </p:nvCxnSpPr>
          <p:spPr>
            <a:xfrm flipH="1" flipV="1">
              <a:off x="9139016" y="2428919"/>
              <a:ext cx="203873" cy="2321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19" name="link2_sensor_0: ray"/>
            <p:cNvCxnSpPr/>
            <p:nvPr/>
          </p:nvCxnSpPr>
          <p:spPr>
            <a:xfrm flipH="1" flipV="1">
              <a:off x="8896778" y="2444190"/>
              <a:ext cx="330972" cy="28670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0" name="link2_sensor_3: ray"/>
            <p:cNvCxnSpPr/>
            <p:nvPr/>
          </p:nvCxnSpPr>
          <p:spPr>
            <a:xfrm flipH="1" flipV="1">
              <a:off x="9163768" y="2475816"/>
              <a:ext cx="179121" cy="1852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1" name="link4_sensor_1: ray"/>
            <p:cNvCxnSpPr/>
            <p:nvPr/>
          </p:nvCxnSpPr>
          <p:spPr>
            <a:xfrm>
              <a:off x="9864092" y="1907601"/>
              <a:ext cx="1257650" cy="664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2" name="link1_sensor_3: ray"/>
            <p:cNvCxnSpPr/>
            <p:nvPr/>
          </p:nvCxnSpPr>
          <p:spPr>
            <a:xfrm flipV="1">
              <a:off x="9896883" y="2242274"/>
              <a:ext cx="1117774" cy="53202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3" name="link1_sensor_5: ray"/>
            <p:cNvCxnSpPr/>
            <p:nvPr/>
          </p:nvCxnSpPr>
          <p:spPr>
            <a:xfrm>
              <a:off x="9739191" y="3107657"/>
              <a:ext cx="90265" cy="37720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4" name="link4_sensor_3: ray"/>
            <p:cNvCxnSpPr/>
            <p:nvPr/>
          </p:nvCxnSpPr>
          <p:spPr>
            <a:xfrm flipV="1">
              <a:off x="9841676" y="1973382"/>
              <a:ext cx="1326038" cy="11483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5" name="link1_sensor_3: ray"/>
            <p:cNvCxnSpPr/>
            <p:nvPr/>
          </p:nvCxnSpPr>
          <p:spPr>
            <a:xfrm flipV="1">
              <a:off x="9896883" y="2350421"/>
              <a:ext cx="1335399" cy="4238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6" name="link4_sensor_1: ray"/>
            <p:cNvCxnSpPr/>
            <p:nvPr/>
          </p:nvCxnSpPr>
          <p:spPr>
            <a:xfrm>
              <a:off x="9864092" y="1907601"/>
              <a:ext cx="1578569" cy="1696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7" name="link2_sensor_3: ray"/>
            <p:cNvCxnSpPr/>
            <p:nvPr/>
          </p:nvCxnSpPr>
          <p:spPr>
            <a:xfrm flipH="1" flipV="1">
              <a:off x="9017948" y="2500402"/>
              <a:ext cx="324941" cy="1606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8" name="link2_sensor_3: ray"/>
            <p:cNvCxnSpPr/>
            <p:nvPr/>
          </p:nvCxnSpPr>
          <p:spPr>
            <a:xfrm flipH="1" flipV="1">
              <a:off x="9152964" y="2518914"/>
              <a:ext cx="189925" cy="1421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29" name="link1_sensor_5: ray"/>
            <p:cNvCxnSpPr/>
            <p:nvPr/>
          </p:nvCxnSpPr>
          <p:spPr>
            <a:xfrm>
              <a:off x="9739191" y="3107657"/>
              <a:ext cx="138404" cy="38547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0" name="link4_sensor_1: ray"/>
            <p:cNvCxnSpPr/>
            <p:nvPr/>
          </p:nvCxnSpPr>
          <p:spPr>
            <a:xfrm flipV="1">
              <a:off x="9864092" y="1903985"/>
              <a:ext cx="997643" cy="36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1" name="link4_sensor_1: ray"/>
            <p:cNvCxnSpPr/>
            <p:nvPr/>
          </p:nvCxnSpPr>
          <p:spPr>
            <a:xfrm flipV="1">
              <a:off x="9864092" y="1378536"/>
              <a:ext cx="1064162" cy="5290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2" name="link2_sensor_4: ray"/>
            <p:cNvCxnSpPr/>
            <p:nvPr/>
          </p:nvCxnSpPr>
          <p:spPr>
            <a:xfrm flipH="1" flipV="1">
              <a:off x="9187021" y="2344623"/>
              <a:ext cx="115114" cy="25280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3" name="link2_sensor_3: ray"/>
            <p:cNvCxnSpPr/>
            <p:nvPr/>
          </p:nvCxnSpPr>
          <p:spPr>
            <a:xfrm flipH="1" flipV="1">
              <a:off x="9143064" y="2558371"/>
              <a:ext cx="199825" cy="10272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4" name="link4_sensor_3: ray"/>
            <p:cNvCxnSpPr/>
            <p:nvPr/>
          </p:nvCxnSpPr>
          <p:spPr>
            <a:xfrm flipV="1">
              <a:off x="9841676" y="2049846"/>
              <a:ext cx="1633342" cy="383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5" name="link1_sensor_5: ray"/>
            <p:cNvCxnSpPr/>
            <p:nvPr/>
          </p:nvCxnSpPr>
          <p:spPr>
            <a:xfrm>
              <a:off x="9739191" y="3107657"/>
              <a:ext cx="191661" cy="39461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6" name="link6_sensor_2: ray"/>
            <p:cNvCxnSpPr/>
            <p:nvPr/>
          </p:nvCxnSpPr>
          <p:spPr>
            <a:xfrm flipV="1">
              <a:off x="9863039" y="983508"/>
              <a:ext cx="1135276" cy="2502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7" name="link4_sensor_1: ray"/>
            <p:cNvCxnSpPr/>
            <p:nvPr/>
          </p:nvCxnSpPr>
          <p:spPr>
            <a:xfrm flipV="1">
              <a:off x="9864092" y="1665581"/>
              <a:ext cx="1017883" cy="24202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8" name="link2_sensor_3: ray"/>
            <p:cNvCxnSpPr/>
            <p:nvPr/>
          </p:nvCxnSpPr>
          <p:spPr>
            <a:xfrm flipH="1" flipV="1">
              <a:off x="9149591" y="2497192"/>
              <a:ext cx="193298" cy="1639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39" name="link2_sensor_3: ray"/>
            <p:cNvCxnSpPr/>
            <p:nvPr/>
          </p:nvCxnSpPr>
          <p:spPr>
            <a:xfrm flipH="1" flipV="1">
              <a:off x="9005502" y="2465752"/>
              <a:ext cx="337387" cy="1953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0" name="link1_sensor_3: ray"/>
            <p:cNvCxnSpPr/>
            <p:nvPr/>
          </p:nvCxnSpPr>
          <p:spPr>
            <a:xfrm flipV="1">
              <a:off x="9896883" y="2513444"/>
              <a:ext cx="1600174" cy="26085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1" name="link2_sensor_3: ray"/>
            <p:cNvCxnSpPr/>
            <p:nvPr/>
          </p:nvCxnSpPr>
          <p:spPr>
            <a:xfrm flipH="1" flipV="1">
              <a:off x="9139843" y="2537572"/>
              <a:ext cx="203046" cy="1235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2" name="link5_back_sensor_5: ray"/>
            <p:cNvCxnSpPr/>
            <p:nvPr/>
          </p:nvCxnSpPr>
          <p:spPr>
            <a:xfrm flipH="1" flipV="1">
              <a:off x="8905167" y="499086"/>
              <a:ext cx="511332" cy="64044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3" name="link2_sensor_3: ray"/>
            <p:cNvCxnSpPr/>
            <p:nvPr/>
          </p:nvCxnSpPr>
          <p:spPr>
            <a:xfrm flipH="1" flipV="1">
              <a:off x="9146235" y="2475483"/>
              <a:ext cx="196654" cy="18561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4" name="link6_sensor_2: ray"/>
            <p:cNvCxnSpPr/>
            <p:nvPr/>
          </p:nvCxnSpPr>
          <p:spPr>
            <a:xfrm flipV="1">
              <a:off x="9863039" y="470752"/>
              <a:ext cx="1200256" cy="7629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5" name="link2_sensor_3: ray"/>
            <p:cNvCxnSpPr/>
            <p:nvPr/>
          </p:nvCxnSpPr>
          <p:spPr>
            <a:xfrm flipH="1" flipV="1">
              <a:off x="9136611" y="2516766"/>
              <a:ext cx="206278" cy="14433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6" name="link2_sensor_4: ray"/>
            <p:cNvCxnSpPr/>
            <p:nvPr/>
          </p:nvCxnSpPr>
          <p:spPr>
            <a:xfrm flipH="1" flipV="1">
              <a:off x="9119734" y="2357561"/>
              <a:ext cx="182401" cy="2398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7" name="link2_sensor_4: ray"/>
            <p:cNvCxnSpPr/>
            <p:nvPr/>
          </p:nvCxnSpPr>
          <p:spPr>
            <a:xfrm flipH="1" flipV="1">
              <a:off x="9167249" y="2371946"/>
              <a:ext cx="134886" cy="22548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8" name="link6_sensor_5: ray"/>
            <p:cNvCxnSpPr/>
            <p:nvPr/>
          </p:nvCxnSpPr>
          <p:spPr>
            <a:xfrm>
              <a:off x="9819574" y="1339597"/>
              <a:ext cx="1091896" cy="34306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49" name="link1_sensor_3: ray"/>
            <p:cNvCxnSpPr/>
            <p:nvPr/>
          </p:nvCxnSpPr>
          <p:spPr>
            <a:xfrm flipV="1">
              <a:off x="9896883" y="2137033"/>
              <a:ext cx="1129786" cy="6372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0" name="link2_sensor_3: ray"/>
            <p:cNvCxnSpPr/>
            <p:nvPr/>
          </p:nvCxnSpPr>
          <p:spPr>
            <a:xfrm flipH="1" flipV="1">
              <a:off x="9133398" y="2495973"/>
              <a:ext cx="209491" cy="1651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1" name="link4_sensor_1: ray"/>
            <p:cNvCxnSpPr/>
            <p:nvPr/>
          </p:nvCxnSpPr>
          <p:spPr>
            <a:xfrm flipV="1">
              <a:off x="9864092" y="1869963"/>
              <a:ext cx="1305936" cy="3763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2" name="link6_sensor_2: ray"/>
            <p:cNvCxnSpPr/>
            <p:nvPr/>
          </p:nvCxnSpPr>
          <p:spPr>
            <a:xfrm flipV="1">
              <a:off x="9863039" y="682335"/>
              <a:ext cx="1171965" cy="5513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3" name="link6_sensor_5: ray"/>
            <p:cNvCxnSpPr/>
            <p:nvPr/>
          </p:nvCxnSpPr>
          <p:spPr>
            <a:xfrm>
              <a:off x="9819574" y="1339597"/>
              <a:ext cx="1120634" cy="52560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4" name="link2_sensor_4: ray"/>
            <p:cNvCxnSpPr/>
            <p:nvPr/>
          </p:nvCxnSpPr>
          <p:spPr>
            <a:xfrm flipH="1" flipV="1">
              <a:off x="8783765" y="733119"/>
              <a:ext cx="518370" cy="18643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5" name="link4_sensor_1: ray"/>
            <p:cNvCxnSpPr/>
            <p:nvPr/>
          </p:nvCxnSpPr>
          <p:spPr>
            <a:xfrm flipV="1">
              <a:off x="9864092" y="1819514"/>
              <a:ext cx="1005437" cy="880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6" name="link1_sensor_3: ray"/>
            <p:cNvCxnSpPr/>
            <p:nvPr/>
          </p:nvCxnSpPr>
          <p:spPr>
            <a:xfrm flipV="1">
              <a:off x="9896883" y="2239538"/>
              <a:ext cx="1325179" cy="5347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7" name="link4_sensor_3: ray"/>
            <p:cNvCxnSpPr/>
            <p:nvPr/>
          </p:nvCxnSpPr>
          <p:spPr>
            <a:xfrm flipV="1">
              <a:off x="9841676" y="1875143"/>
              <a:ext cx="1416374" cy="21307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8" name="link4_sensor_1: ray"/>
            <p:cNvCxnSpPr/>
            <p:nvPr/>
          </p:nvCxnSpPr>
          <p:spPr>
            <a:xfrm>
              <a:off x="9864092" y="1907601"/>
              <a:ext cx="1658603" cy="4644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59" name="link4_sensor_1: ray"/>
            <p:cNvCxnSpPr/>
            <p:nvPr/>
          </p:nvCxnSpPr>
          <p:spPr>
            <a:xfrm flipV="1">
              <a:off x="9864092" y="1263303"/>
              <a:ext cx="1075307" cy="64429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0" name="link6_sensor_2: ray"/>
            <p:cNvCxnSpPr/>
            <p:nvPr/>
          </p:nvCxnSpPr>
          <p:spPr>
            <a:xfrm flipV="1">
              <a:off x="9863039" y="867210"/>
              <a:ext cx="1147204" cy="36650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1" name="link4_sensor_1: ray"/>
            <p:cNvCxnSpPr/>
            <p:nvPr/>
          </p:nvCxnSpPr>
          <p:spPr>
            <a:xfrm flipV="1">
              <a:off x="9864092" y="1576439"/>
              <a:ext cx="1003267" cy="3311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2" name="link1_sensor_3: ray"/>
            <p:cNvCxnSpPr/>
            <p:nvPr/>
          </p:nvCxnSpPr>
          <p:spPr>
            <a:xfrm flipV="1">
              <a:off x="9896883" y="2371819"/>
              <a:ext cx="1627879" cy="4024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3" name="link4_sensor_2: ray"/>
            <p:cNvCxnSpPr/>
            <p:nvPr/>
          </p:nvCxnSpPr>
          <p:spPr>
            <a:xfrm flipV="1">
              <a:off x="9687989" y="406603"/>
              <a:ext cx="1191374" cy="12281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4" name="link4_sensor_1: ray"/>
            <p:cNvCxnSpPr/>
            <p:nvPr/>
          </p:nvCxnSpPr>
          <p:spPr>
            <a:xfrm flipV="1">
              <a:off x="9864092" y="1721088"/>
              <a:ext cx="1069816" cy="1865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5" name="link4_sensor_3: ray"/>
            <p:cNvCxnSpPr/>
            <p:nvPr/>
          </p:nvCxnSpPr>
          <p:spPr>
            <a:xfrm flipV="1">
              <a:off x="9841676" y="1929897"/>
              <a:ext cx="1758796" cy="15832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6" name="link4_sensor_1: ray"/>
            <p:cNvCxnSpPr/>
            <p:nvPr/>
          </p:nvCxnSpPr>
          <p:spPr>
            <a:xfrm flipV="1">
              <a:off x="9864092" y="1749899"/>
              <a:ext cx="1394267" cy="15770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7" name="link6_sensor_5: ray"/>
            <p:cNvCxnSpPr/>
            <p:nvPr/>
          </p:nvCxnSpPr>
          <p:spPr>
            <a:xfrm>
              <a:off x="9819574" y="1339597"/>
              <a:ext cx="1120559" cy="25028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8" name="link6_sensor_2: ray"/>
            <p:cNvCxnSpPr/>
            <p:nvPr/>
          </p:nvCxnSpPr>
          <p:spPr>
            <a:xfrm flipV="1">
              <a:off x="9863039" y="545941"/>
              <a:ext cx="1186075" cy="6877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69" name="link1_sensor_3: ray"/>
            <p:cNvCxnSpPr/>
            <p:nvPr/>
          </p:nvCxnSpPr>
          <p:spPr>
            <a:xfrm flipV="1">
              <a:off x="9896883" y="2115394"/>
              <a:ext cx="1343257" cy="65890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0" name="link4_sensor_1: ray"/>
            <p:cNvCxnSpPr/>
            <p:nvPr/>
          </p:nvCxnSpPr>
          <p:spPr>
            <a:xfrm flipV="1">
              <a:off x="9864092" y="1471205"/>
              <a:ext cx="1025427" cy="43639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1" name="link6_sensor_2: ray"/>
            <p:cNvCxnSpPr/>
            <p:nvPr/>
          </p:nvCxnSpPr>
          <p:spPr>
            <a:xfrm flipV="1">
              <a:off x="9863039" y="744630"/>
              <a:ext cx="1159778" cy="4890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2" name="link6_sensor_1: ray"/>
            <p:cNvCxnSpPr/>
            <p:nvPr/>
          </p:nvCxnSpPr>
          <p:spPr>
            <a:xfrm flipV="1">
              <a:off x="9809466" y="773608"/>
              <a:ext cx="1184759" cy="41983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3" name="link4_sensor_1: ray"/>
            <p:cNvCxnSpPr/>
            <p:nvPr/>
          </p:nvCxnSpPr>
          <p:spPr>
            <a:xfrm flipV="1">
              <a:off x="9864092" y="1141308"/>
              <a:ext cx="1087108" cy="76629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4" name="link4_sensor_1: ray"/>
            <p:cNvCxnSpPr/>
            <p:nvPr/>
          </p:nvCxnSpPr>
          <p:spPr>
            <a:xfrm flipV="1">
              <a:off x="9864092" y="1610960"/>
              <a:ext cx="1123847" cy="29664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5" name="link4_sensor_1: ray"/>
            <p:cNvCxnSpPr/>
            <p:nvPr/>
          </p:nvCxnSpPr>
          <p:spPr>
            <a:xfrm flipV="1">
              <a:off x="9864092" y="1813152"/>
              <a:ext cx="1750476" cy="9444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6" name="link4_sensor_2: ray"/>
            <p:cNvCxnSpPr/>
            <p:nvPr/>
          </p:nvCxnSpPr>
          <p:spPr>
            <a:xfrm flipV="1">
              <a:off x="9687989" y="409140"/>
              <a:ext cx="991613" cy="122563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7" name="link6_sensor_5: ray"/>
            <p:cNvCxnSpPr/>
            <p:nvPr/>
          </p:nvCxnSpPr>
          <p:spPr>
            <a:xfrm>
              <a:off x="9819574" y="1339597"/>
              <a:ext cx="1130179" cy="1516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8" name="link1_sensor_3: ray"/>
            <p:cNvCxnSpPr/>
            <p:nvPr/>
          </p:nvCxnSpPr>
          <p:spPr>
            <a:xfrm flipV="1">
              <a:off x="9896883" y="2223657"/>
              <a:ext cx="1657039" cy="55063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79" name="link4_sensor_1: ray"/>
            <p:cNvCxnSpPr/>
            <p:nvPr/>
          </p:nvCxnSpPr>
          <p:spPr>
            <a:xfrm flipV="1">
              <a:off x="9864092" y="1616036"/>
              <a:ext cx="1456770" cy="2915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0" name="link6_sensor_1: ray"/>
            <p:cNvCxnSpPr/>
            <p:nvPr/>
          </p:nvCxnSpPr>
          <p:spPr>
            <a:xfrm flipV="1">
              <a:off x="9809466" y="640431"/>
              <a:ext cx="1196866" cy="55301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1" name="link4_sensor_1: ray"/>
            <p:cNvCxnSpPr/>
            <p:nvPr/>
          </p:nvCxnSpPr>
          <p:spPr>
            <a:xfrm flipV="1">
              <a:off x="9864092" y="1364742"/>
              <a:ext cx="1035182" cy="54285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2" name="link4_sensor_1: ray"/>
            <p:cNvCxnSpPr/>
            <p:nvPr/>
          </p:nvCxnSpPr>
          <p:spPr>
            <a:xfrm flipV="1">
              <a:off x="9864092" y="1492765"/>
              <a:ext cx="1163345" cy="41483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3" name="link6_sensor_2: ray"/>
            <p:cNvCxnSpPr/>
            <p:nvPr/>
          </p:nvCxnSpPr>
          <p:spPr>
            <a:xfrm flipV="1">
              <a:off x="9863039" y="615273"/>
              <a:ext cx="1173001" cy="61844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4" name="link4_sensor_1: ray"/>
            <p:cNvCxnSpPr/>
            <p:nvPr/>
          </p:nvCxnSpPr>
          <p:spPr>
            <a:xfrm flipV="1">
              <a:off x="9864092" y="1011933"/>
              <a:ext cx="1099630" cy="89566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5" name="link6_sensor_1: ray"/>
            <p:cNvCxnSpPr/>
            <p:nvPr/>
          </p:nvCxnSpPr>
          <p:spPr>
            <a:xfrm flipV="1">
              <a:off x="9809466" y="486460"/>
              <a:ext cx="1210844" cy="7069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6" name="link6_sensor_5: ray"/>
            <p:cNvCxnSpPr/>
            <p:nvPr/>
          </p:nvCxnSpPr>
          <p:spPr>
            <a:xfrm>
              <a:off x="9819574" y="1339597"/>
              <a:ext cx="1153475" cy="53663"/>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7" name="link6_sensor_1: ray"/>
            <p:cNvCxnSpPr/>
            <p:nvPr/>
          </p:nvCxnSpPr>
          <p:spPr>
            <a:xfrm flipV="1">
              <a:off x="9809466" y="802753"/>
              <a:ext cx="1173431" cy="39069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8" name="link4_sensor_1: ray"/>
            <p:cNvCxnSpPr/>
            <p:nvPr/>
          </p:nvCxnSpPr>
          <p:spPr>
            <a:xfrm flipV="1">
              <a:off x="9864092" y="1650402"/>
              <a:ext cx="1856474" cy="25719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89" name="link1_sensor_3: ray"/>
            <p:cNvCxnSpPr/>
            <p:nvPr/>
          </p:nvCxnSpPr>
          <p:spPr>
            <a:xfrm flipV="1">
              <a:off x="9896883" y="2068619"/>
              <a:ext cx="1687353" cy="7056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0" name="link4_sensor_2: ray"/>
            <p:cNvCxnSpPr/>
            <p:nvPr/>
          </p:nvCxnSpPr>
          <p:spPr>
            <a:xfrm flipV="1">
              <a:off x="9687989" y="423695"/>
              <a:ext cx="1201752" cy="121108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1" name="link4_sensor_1: ray"/>
            <p:cNvCxnSpPr/>
            <p:nvPr/>
          </p:nvCxnSpPr>
          <p:spPr>
            <a:xfrm flipV="1">
              <a:off x="9864092" y="1252379"/>
              <a:ext cx="1045406" cy="65522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2" name="link4_sensor_0: ray"/>
            <p:cNvCxnSpPr/>
            <p:nvPr/>
          </p:nvCxnSpPr>
          <p:spPr>
            <a:xfrm flipH="1" flipV="1">
              <a:off x="9352179" y="391280"/>
              <a:ext cx="158045" cy="111395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3" name="link6_sensor_1: ray"/>
            <p:cNvCxnSpPr/>
            <p:nvPr/>
          </p:nvCxnSpPr>
          <p:spPr>
            <a:xfrm flipV="1">
              <a:off x="9809466" y="667777"/>
              <a:ext cx="1185080" cy="52566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4" name="link4_sensor_0: ray"/>
            <p:cNvCxnSpPr/>
            <p:nvPr/>
          </p:nvCxnSpPr>
          <p:spPr>
            <a:xfrm flipH="1" flipV="1">
              <a:off x="9463694" y="392850"/>
              <a:ext cx="46530" cy="11123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5" name="link6_sensor_5: ray"/>
            <p:cNvCxnSpPr/>
            <p:nvPr/>
          </p:nvCxnSpPr>
          <p:spPr>
            <a:xfrm flipV="1">
              <a:off x="9819574" y="1293571"/>
              <a:ext cx="1163522" cy="4602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6" name="link4_sensor_2: ray"/>
            <p:cNvCxnSpPr/>
            <p:nvPr/>
          </p:nvCxnSpPr>
          <p:spPr>
            <a:xfrm flipV="1">
              <a:off x="9687989" y="684547"/>
              <a:ext cx="630294" cy="9502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7" name="link4_sensor_0: ray"/>
            <p:cNvCxnSpPr/>
            <p:nvPr/>
          </p:nvCxnSpPr>
          <p:spPr>
            <a:xfrm flipV="1">
              <a:off x="9510224" y="394419"/>
              <a:ext cx="64083" cy="111081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8" name="link6_sensor_1: ray"/>
            <p:cNvCxnSpPr/>
            <p:nvPr/>
          </p:nvCxnSpPr>
          <p:spPr>
            <a:xfrm flipV="1">
              <a:off x="9809466" y="581098"/>
              <a:ext cx="374010" cy="61234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599" name="link4_sensor_2: ray"/>
            <p:cNvCxnSpPr/>
            <p:nvPr/>
          </p:nvCxnSpPr>
          <p:spPr>
            <a:xfrm flipV="1">
              <a:off x="9687989" y="606593"/>
              <a:ext cx="545674" cy="10281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0" name="link4_sensor_0: ray"/>
            <p:cNvCxnSpPr/>
            <p:nvPr/>
          </p:nvCxnSpPr>
          <p:spPr>
            <a:xfrm flipV="1">
              <a:off x="9510224" y="395976"/>
              <a:ext cx="173804" cy="11092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1" name="link4_sensor_2: ray"/>
            <p:cNvCxnSpPr/>
            <p:nvPr/>
          </p:nvCxnSpPr>
          <p:spPr>
            <a:xfrm flipV="1">
              <a:off x="9687989" y="512268"/>
              <a:ext cx="459761" cy="11225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2" name="link6_sensor_1: ray"/>
            <p:cNvCxnSpPr/>
            <p:nvPr/>
          </p:nvCxnSpPr>
          <p:spPr>
            <a:xfrm flipV="1">
              <a:off x="9809466" y="833558"/>
              <a:ext cx="1161458" cy="35988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3" name="link6_sensor_1: ray"/>
            <p:cNvCxnSpPr/>
            <p:nvPr/>
          </p:nvCxnSpPr>
          <p:spPr>
            <a:xfrm flipV="1">
              <a:off x="9809466" y="511047"/>
              <a:ext cx="1198575" cy="68239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4" name="link4_sensor_0: ray"/>
            <p:cNvCxnSpPr/>
            <p:nvPr/>
          </p:nvCxnSpPr>
          <p:spPr>
            <a:xfrm flipV="1">
              <a:off x="9510224" y="397520"/>
              <a:ext cx="282642" cy="110771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5" name="link4_sensor_2: ray"/>
            <p:cNvCxnSpPr/>
            <p:nvPr/>
          </p:nvCxnSpPr>
          <p:spPr>
            <a:xfrm flipV="1">
              <a:off x="9687989" y="417092"/>
              <a:ext cx="363459" cy="12176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6" name="link4_sensor_1: ray"/>
            <p:cNvCxnSpPr/>
            <p:nvPr/>
          </p:nvCxnSpPr>
          <p:spPr>
            <a:xfrm flipV="1">
              <a:off x="9864092" y="1133539"/>
              <a:ext cx="1056263" cy="77406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7" name="link4_sensor_0: ray"/>
            <p:cNvCxnSpPr/>
            <p:nvPr/>
          </p:nvCxnSpPr>
          <p:spPr>
            <a:xfrm flipV="1">
              <a:off x="9510224" y="399052"/>
              <a:ext cx="390608" cy="11061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8" name="link6_sensor_5: ray"/>
            <p:cNvCxnSpPr/>
            <p:nvPr/>
          </p:nvCxnSpPr>
          <p:spPr>
            <a:xfrm flipV="1">
              <a:off x="9819574" y="1193912"/>
              <a:ext cx="1173600" cy="14568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09" name="link6_sensor_1: ray"/>
            <p:cNvCxnSpPr/>
            <p:nvPr/>
          </p:nvCxnSpPr>
          <p:spPr>
            <a:xfrm flipV="1">
              <a:off x="9809466" y="590284"/>
              <a:ext cx="356786" cy="60316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0" name="link4_sensor_0: ray"/>
            <p:cNvCxnSpPr/>
            <p:nvPr/>
          </p:nvCxnSpPr>
          <p:spPr>
            <a:xfrm flipV="1">
              <a:off x="9510224" y="400572"/>
              <a:ext cx="497713" cy="110466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1" name="link4_sensor_2: ray"/>
            <p:cNvCxnSpPr/>
            <p:nvPr/>
          </p:nvCxnSpPr>
          <p:spPr>
            <a:xfrm flipV="1">
              <a:off x="9687989" y="649017"/>
              <a:ext cx="815391" cy="98576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2" name="link4_sensor_2: ray"/>
            <p:cNvCxnSpPr/>
            <p:nvPr/>
          </p:nvCxnSpPr>
          <p:spPr>
            <a:xfrm flipV="1">
              <a:off x="9687989" y="418668"/>
              <a:ext cx="238625" cy="12161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3" name="link4_sensor_2: ray"/>
            <p:cNvCxnSpPr/>
            <p:nvPr/>
          </p:nvCxnSpPr>
          <p:spPr>
            <a:xfrm flipV="1">
              <a:off x="9687989" y="549819"/>
              <a:ext cx="735537" cy="108495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4" name="link6_sensor_1: ray"/>
            <p:cNvCxnSpPr/>
            <p:nvPr/>
          </p:nvCxnSpPr>
          <p:spPr>
            <a:xfrm flipV="1">
              <a:off x="9809466" y="696813"/>
              <a:ext cx="1172544" cy="49663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5" name="link6_sensor_1: ray"/>
            <p:cNvCxnSpPr/>
            <p:nvPr/>
          </p:nvCxnSpPr>
          <p:spPr>
            <a:xfrm flipV="1">
              <a:off x="9809466" y="587454"/>
              <a:ext cx="445255" cy="60599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6" name="link4_sensor_2: ray"/>
            <p:cNvCxnSpPr/>
            <p:nvPr/>
          </p:nvCxnSpPr>
          <p:spPr>
            <a:xfrm flipV="1">
              <a:off x="9687989" y="338203"/>
              <a:ext cx="131964" cy="129657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7" name="link4_sensor_2: ray"/>
            <p:cNvCxnSpPr/>
            <p:nvPr/>
          </p:nvCxnSpPr>
          <p:spPr>
            <a:xfrm flipV="1">
              <a:off x="9687989" y="428207"/>
              <a:ext cx="654466" cy="120657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8" name="link5_front_sensor_0: ray"/>
            <p:cNvCxnSpPr/>
            <p:nvPr/>
          </p:nvCxnSpPr>
          <p:spPr>
            <a:xfrm flipV="1">
              <a:off x="9749357" y="930130"/>
              <a:ext cx="1260347" cy="49597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19" name="link6_sensor_1: ray"/>
            <p:cNvCxnSpPr/>
            <p:nvPr/>
          </p:nvCxnSpPr>
          <p:spPr>
            <a:xfrm flipV="1">
              <a:off x="9809466" y="583890"/>
              <a:ext cx="556631" cy="60955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0" name="link6_sensor_1: ray"/>
            <p:cNvCxnSpPr/>
            <p:nvPr/>
          </p:nvCxnSpPr>
          <p:spPr>
            <a:xfrm flipV="1">
              <a:off x="9809466" y="872338"/>
              <a:ext cx="1127127" cy="321106"/>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1" name="link4_sensor_2: ray"/>
            <p:cNvCxnSpPr/>
            <p:nvPr/>
          </p:nvCxnSpPr>
          <p:spPr>
            <a:xfrm flipV="1">
              <a:off x="9687989" y="429435"/>
              <a:ext cx="504793" cy="120534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2" name="link6_sensor_1: ray"/>
            <p:cNvCxnSpPr/>
            <p:nvPr/>
          </p:nvCxnSpPr>
          <p:spPr>
            <a:xfrm flipV="1">
              <a:off x="9809466" y="537275"/>
              <a:ext cx="1185482" cy="65616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3" name="link4_sensor_2: ray"/>
            <p:cNvCxnSpPr/>
            <p:nvPr/>
          </p:nvCxnSpPr>
          <p:spPr>
            <a:xfrm flipV="1">
              <a:off x="9687989" y="592883"/>
              <a:ext cx="1057994" cy="104189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4" name="link6_sensor_1: ray"/>
            <p:cNvCxnSpPr/>
            <p:nvPr/>
          </p:nvCxnSpPr>
          <p:spPr>
            <a:xfrm flipV="1">
              <a:off x="9809466" y="579260"/>
              <a:ext cx="701139" cy="61418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5" name="link4_sensor_2: ray"/>
            <p:cNvCxnSpPr/>
            <p:nvPr/>
          </p:nvCxnSpPr>
          <p:spPr>
            <a:xfrm flipV="1">
              <a:off x="9687989" y="352490"/>
              <a:ext cx="391834" cy="128228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6" name="link5_front_sensor_0: ray"/>
            <p:cNvCxnSpPr/>
            <p:nvPr/>
          </p:nvCxnSpPr>
          <p:spPr>
            <a:xfrm flipV="1">
              <a:off x="9749357" y="797697"/>
              <a:ext cx="1276336" cy="62840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7" name="link4_sensor_2: ray"/>
            <p:cNvCxnSpPr/>
            <p:nvPr/>
          </p:nvCxnSpPr>
          <p:spPr>
            <a:xfrm flipV="1">
              <a:off x="9687989" y="441750"/>
              <a:ext cx="1009269" cy="1193027"/>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8" name="link6_sensor_1: ray"/>
            <p:cNvCxnSpPr/>
            <p:nvPr/>
          </p:nvCxnSpPr>
          <p:spPr>
            <a:xfrm flipV="1">
              <a:off x="9809466" y="736614"/>
              <a:ext cx="1136993" cy="45683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29" name="link6_sensor_1: ray"/>
            <p:cNvCxnSpPr/>
            <p:nvPr/>
          </p:nvCxnSpPr>
          <p:spPr>
            <a:xfrm flipV="1">
              <a:off x="9809466" y="573010"/>
              <a:ext cx="896144" cy="62043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0" name="link4_sensor_2: ray"/>
            <p:cNvCxnSpPr/>
            <p:nvPr/>
          </p:nvCxnSpPr>
          <p:spPr>
            <a:xfrm flipV="1">
              <a:off x="9687989" y="442448"/>
              <a:ext cx="826412" cy="1192329"/>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1" name="link6_sensor_1: ray"/>
            <p:cNvCxnSpPr/>
            <p:nvPr/>
          </p:nvCxnSpPr>
          <p:spPr>
            <a:xfrm flipV="1">
              <a:off x="9809466" y="348766"/>
              <a:ext cx="1200719" cy="844678"/>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2" name="link5_front_sensor_0: ray"/>
            <p:cNvCxnSpPr/>
            <p:nvPr/>
          </p:nvCxnSpPr>
          <p:spPr>
            <a:xfrm flipV="1">
              <a:off x="9749357" y="641131"/>
              <a:ext cx="1295394" cy="78497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3" name="link4_sensor_2: ray"/>
            <p:cNvCxnSpPr/>
            <p:nvPr/>
          </p:nvCxnSpPr>
          <p:spPr>
            <a:xfrm flipV="1">
              <a:off x="9687989" y="443067"/>
              <a:ext cx="660834" cy="1191710"/>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4" name="link6_sensor_1: ray"/>
            <p:cNvCxnSpPr/>
            <p:nvPr/>
          </p:nvCxnSpPr>
          <p:spPr>
            <a:xfrm flipV="1">
              <a:off x="9809466" y="577610"/>
              <a:ext cx="1148540" cy="615834"/>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5" name="link4_sensor_2: ray"/>
            <p:cNvCxnSpPr/>
            <p:nvPr/>
          </p:nvCxnSpPr>
          <p:spPr>
            <a:xfrm flipV="1">
              <a:off x="9687989" y="458482"/>
              <a:ext cx="1222832" cy="117629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6" name="link5_front_sensor_0: ray"/>
            <p:cNvCxnSpPr/>
            <p:nvPr/>
          </p:nvCxnSpPr>
          <p:spPr>
            <a:xfrm flipV="1">
              <a:off x="9749357" y="453345"/>
              <a:ext cx="1318155" cy="972761"/>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7" name="link4_sensor_2: ray"/>
            <p:cNvCxnSpPr/>
            <p:nvPr/>
          </p:nvCxnSpPr>
          <p:spPr>
            <a:xfrm flipV="1">
              <a:off x="9687989" y="458335"/>
              <a:ext cx="1018223" cy="1176442"/>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8" name="link5_front_sensor_0: ray"/>
            <p:cNvCxnSpPr/>
            <p:nvPr/>
          </p:nvCxnSpPr>
          <p:spPr>
            <a:xfrm flipV="1">
              <a:off x="9749357" y="410831"/>
              <a:ext cx="1136675" cy="1015275"/>
            </a:xfrm>
            <a:prstGeom prst="line">
              <a:avLst/>
            </a:prstGeom>
            <a:ln w="3657">
              <a:solidFill>
                <a:srgbClr val="00A6A6">
                  <a:alpha val="12000"/>
                </a:srgbClr>
              </a:solidFill>
            </a:ln>
          </p:spPr>
          <p:style>
            <a:lnRef idx="2">
              <a:schemeClr val="accent1"/>
            </a:lnRef>
            <a:fillRef idx="0">
              <a:schemeClr val="accent1"/>
            </a:fillRef>
            <a:effectRef idx="1">
              <a:schemeClr val="accent1"/>
            </a:effectRef>
            <a:fontRef idx="minor">
              <a:schemeClr val="tx1"/>
            </a:fontRef>
          </p:style>
        </p:cxnSp>
        <p:cxnSp>
          <p:nvCxnSpPr>
            <p:cNvPr id="639" name="link6_sensor_3: grid"/>
            <p:cNvCxnSpPr/>
            <p:nvPr/>
          </p:nvCxnSpPr>
          <p:spPr>
            <a:xfrm flipV="1">
              <a:off x="9616159" y="1011757"/>
              <a:ext cx="102562" cy="632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0" name="link6_sensor_4: grid"/>
            <p:cNvCxnSpPr/>
            <p:nvPr/>
          </p:nvCxnSpPr>
          <p:spPr>
            <a:xfrm>
              <a:off x="9718854" y="1025806"/>
              <a:ext cx="96649" cy="669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1" name="link6_sensor_4: grid"/>
            <p:cNvCxnSpPr/>
            <p:nvPr/>
          </p:nvCxnSpPr>
          <p:spPr>
            <a:xfrm>
              <a:off x="9815503" y="1032498"/>
              <a:ext cx="97161" cy="672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2" name="link6_sensor_4: grid"/>
            <p:cNvCxnSpPr/>
            <p:nvPr/>
          </p:nvCxnSpPr>
          <p:spPr>
            <a:xfrm>
              <a:off x="9710181" y="925109"/>
              <a:ext cx="99011" cy="658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3" name="link6_sensor_4: grid"/>
            <p:cNvCxnSpPr/>
            <p:nvPr/>
          </p:nvCxnSpPr>
          <p:spPr>
            <a:xfrm>
              <a:off x="9710181" y="925109"/>
              <a:ext cx="8673" cy="10069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4" name="link6_sensor_3: grid"/>
            <p:cNvCxnSpPr/>
            <p:nvPr/>
          </p:nvCxnSpPr>
          <p:spPr>
            <a:xfrm flipV="1">
              <a:off x="9609631" y="907960"/>
              <a:ext cx="105546" cy="117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5" name="link6_sensor_3: grid"/>
            <p:cNvCxnSpPr/>
            <p:nvPr/>
          </p:nvCxnSpPr>
          <p:spPr>
            <a:xfrm>
              <a:off x="9609631" y="909138"/>
              <a:ext cx="6528" cy="10893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6" name="link6_sensor_4: grid"/>
            <p:cNvCxnSpPr/>
            <p:nvPr/>
          </p:nvCxnSpPr>
          <p:spPr>
            <a:xfrm>
              <a:off x="9912664" y="1039224"/>
              <a:ext cx="97678" cy="676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7" name="link6_sensor_4: grid"/>
            <p:cNvCxnSpPr/>
            <p:nvPr/>
          </p:nvCxnSpPr>
          <p:spPr>
            <a:xfrm>
              <a:off x="9809192" y="931692"/>
              <a:ext cx="99550" cy="661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8" name="link6_sensor_4: grid"/>
            <p:cNvCxnSpPr/>
            <p:nvPr/>
          </p:nvCxnSpPr>
          <p:spPr>
            <a:xfrm>
              <a:off x="9809192" y="931692"/>
              <a:ext cx="6311" cy="10080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49" name="link6_sensor_3: grid"/>
            <p:cNvCxnSpPr/>
            <p:nvPr/>
          </p:nvCxnSpPr>
          <p:spPr>
            <a:xfrm>
              <a:off x="9715177" y="907960"/>
              <a:ext cx="3544" cy="10379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0" name="link6_sensor_4: grid"/>
            <p:cNvCxnSpPr/>
            <p:nvPr/>
          </p:nvCxnSpPr>
          <p:spPr>
            <a:xfrm>
              <a:off x="10010342" y="1045987"/>
              <a:ext cx="98199" cy="679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1" name="link6_sensor_4: grid"/>
            <p:cNvCxnSpPr/>
            <p:nvPr/>
          </p:nvCxnSpPr>
          <p:spPr>
            <a:xfrm>
              <a:off x="9701071" y="819329"/>
              <a:ext cx="101492" cy="64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2" name="link6_sensor_4: grid"/>
            <p:cNvCxnSpPr/>
            <p:nvPr/>
          </p:nvCxnSpPr>
          <p:spPr>
            <a:xfrm>
              <a:off x="9701071" y="819329"/>
              <a:ext cx="9110" cy="10578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3" name="link6_sensor_3: grid"/>
            <p:cNvCxnSpPr/>
            <p:nvPr/>
          </p:nvCxnSpPr>
          <p:spPr>
            <a:xfrm>
              <a:off x="9602735" y="794080"/>
              <a:ext cx="108708" cy="454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4" name="link6_sensor_3: grid"/>
            <p:cNvCxnSpPr/>
            <p:nvPr/>
          </p:nvCxnSpPr>
          <p:spPr>
            <a:xfrm>
              <a:off x="9602735" y="794080"/>
              <a:ext cx="6896" cy="11505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5" name="link6_sensor_4: grid"/>
            <p:cNvCxnSpPr/>
            <p:nvPr/>
          </p:nvCxnSpPr>
          <p:spPr>
            <a:xfrm>
              <a:off x="9908742" y="938311"/>
              <a:ext cx="100092" cy="66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6" name="link6_sensor_4: grid"/>
            <p:cNvCxnSpPr/>
            <p:nvPr/>
          </p:nvCxnSpPr>
          <p:spPr>
            <a:xfrm>
              <a:off x="9908742" y="938311"/>
              <a:ext cx="3922" cy="10091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7" name="link6_sensor_4: grid"/>
            <p:cNvCxnSpPr/>
            <p:nvPr/>
          </p:nvCxnSpPr>
          <p:spPr>
            <a:xfrm>
              <a:off x="10108541" y="1052785"/>
              <a:ext cx="98724" cy="683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8" name="link6_sensor_4: grid"/>
            <p:cNvCxnSpPr/>
            <p:nvPr/>
          </p:nvCxnSpPr>
          <p:spPr>
            <a:xfrm>
              <a:off x="9802563" y="825785"/>
              <a:ext cx="102058" cy="649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59" name="link6_sensor_4: grid"/>
            <p:cNvCxnSpPr/>
            <p:nvPr/>
          </p:nvCxnSpPr>
          <p:spPr>
            <a:xfrm>
              <a:off x="9802563" y="825785"/>
              <a:ext cx="6629" cy="10590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0" name="link6_sensor_3: grid"/>
            <p:cNvCxnSpPr/>
            <p:nvPr/>
          </p:nvCxnSpPr>
          <p:spPr>
            <a:xfrm>
              <a:off x="9711443" y="798624"/>
              <a:ext cx="3734" cy="10933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1" name="link6_sensor_4: grid"/>
            <p:cNvCxnSpPr/>
            <p:nvPr/>
          </p:nvCxnSpPr>
          <p:spPr>
            <a:xfrm>
              <a:off x="10008834" y="944967"/>
              <a:ext cx="100638" cy="669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2" name="link6_sensor_4: grid"/>
            <p:cNvCxnSpPr/>
            <p:nvPr/>
          </p:nvCxnSpPr>
          <p:spPr>
            <a:xfrm>
              <a:off x="10008834" y="944967"/>
              <a:ext cx="1508" cy="10102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3" name="link6_sensor_0: grid"/>
            <p:cNvCxnSpPr/>
            <p:nvPr/>
          </p:nvCxnSpPr>
          <p:spPr>
            <a:xfrm>
              <a:off x="10177287" y="1023822"/>
              <a:ext cx="95078" cy="1480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4" name="link6_sensor_4: grid"/>
            <p:cNvCxnSpPr/>
            <p:nvPr/>
          </p:nvCxnSpPr>
          <p:spPr>
            <a:xfrm>
              <a:off x="9691489" y="708073"/>
              <a:ext cx="104100" cy="630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5" name="link6_sensor_4: grid"/>
            <p:cNvCxnSpPr/>
            <p:nvPr/>
          </p:nvCxnSpPr>
          <p:spPr>
            <a:xfrm>
              <a:off x="9691489" y="708073"/>
              <a:ext cx="9582" cy="1112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6" name="link6_sensor_4: grid"/>
            <p:cNvCxnSpPr/>
            <p:nvPr/>
          </p:nvCxnSpPr>
          <p:spPr>
            <a:xfrm>
              <a:off x="10207265" y="1059620"/>
              <a:ext cx="99254" cy="687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7" name="link6_sensor_4: grid"/>
            <p:cNvCxnSpPr/>
            <p:nvPr/>
          </p:nvCxnSpPr>
          <p:spPr>
            <a:xfrm>
              <a:off x="9904621" y="832276"/>
              <a:ext cx="102627" cy="652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8" name="link6_sensor_4: grid"/>
            <p:cNvCxnSpPr/>
            <p:nvPr/>
          </p:nvCxnSpPr>
          <p:spPr>
            <a:xfrm>
              <a:off x="9904621" y="832276"/>
              <a:ext cx="4121" cy="10603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69" name="link6_sensor_3: grid"/>
            <p:cNvCxnSpPr/>
            <p:nvPr/>
          </p:nvCxnSpPr>
          <p:spPr>
            <a:xfrm>
              <a:off x="9595441" y="672370"/>
              <a:ext cx="112063" cy="1092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0" name="link6_sensor_3: grid"/>
            <p:cNvCxnSpPr/>
            <p:nvPr/>
          </p:nvCxnSpPr>
          <p:spPr>
            <a:xfrm>
              <a:off x="9595441" y="672370"/>
              <a:ext cx="7294" cy="12171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1" name="link6_sensor_0: grid"/>
            <p:cNvCxnSpPr/>
            <p:nvPr/>
          </p:nvCxnSpPr>
          <p:spPr>
            <a:xfrm>
              <a:off x="10272365" y="1038631"/>
              <a:ext cx="102556" cy="1597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2" name="link6_sensor_4: grid"/>
            <p:cNvCxnSpPr/>
            <p:nvPr/>
          </p:nvCxnSpPr>
          <p:spPr>
            <a:xfrm>
              <a:off x="10109472" y="951659"/>
              <a:ext cx="101190" cy="672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3" name="link6_sensor_4: grid"/>
            <p:cNvCxnSpPr/>
            <p:nvPr/>
          </p:nvCxnSpPr>
          <p:spPr>
            <a:xfrm flipH="1">
              <a:off x="10108541" y="951659"/>
              <a:ext cx="931" cy="10112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4" name="link6_sensor_4: grid"/>
            <p:cNvCxnSpPr/>
            <p:nvPr/>
          </p:nvCxnSpPr>
          <p:spPr>
            <a:xfrm>
              <a:off x="9795589" y="714378"/>
              <a:ext cx="104695" cy="634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5" name="link6_sensor_4: grid"/>
            <p:cNvCxnSpPr/>
            <p:nvPr/>
          </p:nvCxnSpPr>
          <p:spPr>
            <a:xfrm>
              <a:off x="9795589" y="714378"/>
              <a:ext cx="6974" cy="11140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6" name="link6_sensor_4: grid"/>
            <p:cNvCxnSpPr/>
            <p:nvPr/>
          </p:nvCxnSpPr>
          <p:spPr>
            <a:xfrm>
              <a:off x="10306519" y="1066491"/>
              <a:ext cx="99787" cy="690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7" name="link6_sensor_4: grid"/>
            <p:cNvCxnSpPr/>
            <p:nvPr/>
          </p:nvCxnSpPr>
          <p:spPr>
            <a:xfrm>
              <a:off x="10007248" y="838805"/>
              <a:ext cx="103203" cy="656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8" name="link6_sensor_4: grid"/>
            <p:cNvCxnSpPr/>
            <p:nvPr/>
          </p:nvCxnSpPr>
          <p:spPr>
            <a:xfrm>
              <a:off x="10007248" y="838805"/>
              <a:ext cx="1586" cy="10616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79" name="link6_sensor_3: grid"/>
            <p:cNvCxnSpPr/>
            <p:nvPr/>
          </p:nvCxnSpPr>
          <p:spPr>
            <a:xfrm>
              <a:off x="9707504" y="683298"/>
              <a:ext cx="3939" cy="11532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0" name="link6_sensor_0: grid"/>
            <p:cNvCxnSpPr/>
            <p:nvPr/>
          </p:nvCxnSpPr>
          <p:spPr>
            <a:xfrm>
              <a:off x="10176071" y="922005"/>
              <a:ext cx="97593" cy="1125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1" name="link6_sensor_0: grid"/>
            <p:cNvCxnSpPr/>
            <p:nvPr/>
          </p:nvCxnSpPr>
          <p:spPr>
            <a:xfrm>
              <a:off x="10176071" y="922005"/>
              <a:ext cx="1216" cy="10181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2" name="link6_sensor_0: grid"/>
            <p:cNvCxnSpPr/>
            <p:nvPr/>
          </p:nvCxnSpPr>
          <p:spPr>
            <a:xfrm>
              <a:off x="10374921" y="1054606"/>
              <a:ext cx="110956" cy="1728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3" name="link6_sensor_4: grid"/>
            <p:cNvCxnSpPr/>
            <p:nvPr/>
          </p:nvCxnSpPr>
          <p:spPr>
            <a:xfrm>
              <a:off x="9681397" y="590899"/>
              <a:ext cx="106846" cy="613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4" name="link6_sensor_4: grid"/>
            <p:cNvCxnSpPr/>
            <p:nvPr/>
          </p:nvCxnSpPr>
          <p:spPr>
            <a:xfrm>
              <a:off x="9681397" y="590899"/>
              <a:ext cx="10092" cy="11717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5" name="link6_sensor_4: grid"/>
            <p:cNvCxnSpPr/>
            <p:nvPr/>
          </p:nvCxnSpPr>
          <p:spPr>
            <a:xfrm>
              <a:off x="10210662" y="958387"/>
              <a:ext cx="101747" cy="676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6" name="link6_sensor_4: grid"/>
            <p:cNvCxnSpPr/>
            <p:nvPr/>
          </p:nvCxnSpPr>
          <p:spPr>
            <a:xfrm flipH="1">
              <a:off x="10207265" y="958387"/>
              <a:ext cx="3397" cy="10123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7" name="link6_sensor_4: grid"/>
            <p:cNvCxnSpPr/>
            <p:nvPr/>
          </p:nvCxnSpPr>
          <p:spPr>
            <a:xfrm>
              <a:off x="9900284" y="720720"/>
              <a:ext cx="105295" cy="638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8" name="link6_sensor_4: grid"/>
            <p:cNvCxnSpPr/>
            <p:nvPr/>
          </p:nvCxnSpPr>
          <p:spPr>
            <a:xfrm>
              <a:off x="9900284" y="720720"/>
              <a:ext cx="4337" cy="1115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89" name="link6_sensor_0: grid"/>
            <p:cNvCxnSpPr/>
            <p:nvPr/>
          </p:nvCxnSpPr>
          <p:spPr>
            <a:xfrm>
              <a:off x="10273664" y="933255"/>
              <a:ext cx="105483" cy="1216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0" name="link6_sensor_0: grid"/>
            <p:cNvCxnSpPr/>
            <p:nvPr/>
          </p:nvCxnSpPr>
          <p:spPr>
            <a:xfrm flipH="1">
              <a:off x="10272365" y="933255"/>
              <a:ext cx="1299" cy="10537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1" name="link6_sensor_3: grid"/>
            <p:cNvCxnSpPr/>
            <p:nvPr/>
          </p:nvCxnSpPr>
          <p:spPr>
            <a:xfrm>
              <a:off x="9587713" y="543414"/>
              <a:ext cx="115630" cy="1805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2" name="link6_sensor_3: grid"/>
            <p:cNvCxnSpPr/>
            <p:nvPr/>
          </p:nvCxnSpPr>
          <p:spPr>
            <a:xfrm>
              <a:off x="9587713" y="543414"/>
              <a:ext cx="7728" cy="1289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3" name="link6_sensor_4: grid"/>
            <p:cNvCxnSpPr/>
            <p:nvPr/>
          </p:nvCxnSpPr>
          <p:spPr>
            <a:xfrm>
              <a:off x="10110451" y="845370"/>
              <a:ext cx="103783" cy="660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4" name="link6_sensor_4: grid"/>
            <p:cNvCxnSpPr/>
            <p:nvPr/>
          </p:nvCxnSpPr>
          <p:spPr>
            <a:xfrm flipH="1">
              <a:off x="10109472" y="845370"/>
              <a:ext cx="979" cy="1062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5" name="link6_sensor_0: grid"/>
            <p:cNvCxnSpPr/>
            <p:nvPr/>
          </p:nvCxnSpPr>
          <p:spPr>
            <a:xfrm>
              <a:off x="10485877" y="1071888"/>
              <a:ext cx="120439" cy="1875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6" name="link6_sensor_4: grid"/>
            <p:cNvCxnSpPr/>
            <p:nvPr/>
          </p:nvCxnSpPr>
          <p:spPr>
            <a:xfrm>
              <a:off x="10312409" y="965152"/>
              <a:ext cx="102307" cy="68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7" name="link6_sensor_4: grid"/>
            <p:cNvCxnSpPr/>
            <p:nvPr/>
          </p:nvCxnSpPr>
          <p:spPr>
            <a:xfrm flipH="1">
              <a:off x="10306519" y="965152"/>
              <a:ext cx="5890" cy="10133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8" name="link6_sensor_4: grid"/>
            <p:cNvCxnSpPr/>
            <p:nvPr/>
          </p:nvCxnSpPr>
          <p:spPr>
            <a:xfrm>
              <a:off x="9788243" y="597033"/>
              <a:ext cx="107472" cy="616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699" name="link6_sensor_4: grid"/>
            <p:cNvCxnSpPr/>
            <p:nvPr/>
          </p:nvCxnSpPr>
          <p:spPr>
            <a:xfrm>
              <a:off x="9788243" y="597033"/>
              <a:ext cx="7346" cy="11734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0" name="link6_sensor_3: grid"/>
            <p:cNvCxnSpPr/>
            <p:nvPr/>
          </p:nvCxnSpPr>
          <p:spPr>
            <a:xfrm>
              <a:off x="9511561" y="947431"/>
              <a:ext cx="8048" cy="9679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1" name="link6_sensor_0: grid"/>
            <p:cNvCxnSpPr/>
            <p:nvPr/>
          </p:nvCxnSpPr>
          <p:spPr>
            <a:xfrm>
              <a:off x="10174789" y="814770"/>
              <a:ext cx="100245" cy="727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2" name="link6_sensor_0: grid"/>
            <p:cNvCxnSpPr/>
            <p:nvPr/>
          </p:nvCxnSpPr>
          <p:spPr>
            <a:xfrm>
              <a:off x="10174789" y="814770"/>
              <a:ext cx="1282" cy="10723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3" name="link6_sensor_4: grid"/>
            <p:cNvCxnSpPr/>
            <p:nvPr/>
          </p:nvCxnSpPr>
          <p:spPr>
            <a:xfrm>
              <a:off x="10005579" y="727100"/>
              <a:ext cx="105900" cy="641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4" name="link6_sensor_4: grid"/>
            <p:cNvCxnSpPr/>
            <p:nvPr/>
          </p:nvCxnSpPr>
          <p:spPr>
            <a:xfrm>
              <a:off x="10005579" y="727100"/>
              <a:ext cx="1669" cy="11170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5" name="link6_sensor_3: grid"/>
            <p:cNvCxnSpPr/>
            <p:nvPr/>
          </p:nvCxnSpPr>
          <p:spPr>
            <a:xfrm>
              <a:off x="9703343" y="561464"/>
              <a:ext cx="4161" cy="12183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6" name="link6_sensor_0: grid"/>
            <p:cNvCxnSpPr/>
            <p:nvPr/>
          </p:nvCxnSpPr>
          <p:spPr>
            <a:xfrm>
              <a:off x="10379147" y="945417"/>
              <a:ext cx="114371" cy="1318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7" name="link6_sensor_0: grid"/>
            <p:cNvCxnSpPr/>
            <p:nvPr/>
          </p:nvCxnSpPr>
          <p:spPr>
            <a:xfrm flipH="1">
              <a:off x="10374921" y="945417"/>
              <a:ext cx="4226" cy="1091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8" name="link6_sensor_4: grid"/>
            <p:cNvCxnSpPr/>
            <p:nvPr/>
          </p:nvCxnSpPr>
          <p:spPr>
            <a:xfrm>
              <a:off x="10214234" y="851972"/>
              <a:ext cx="104367" cy="663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09" name="link6_sensor_4: grid"/>
            <p:cNvCxnSpPr/>
            <p:nvPr/>
          </p:nvCxnSpPr>
          <p:spPr>
            <a:xfrm flipH="1">
              <a:off x="10210662" y="851972"/>
              <a:ext cx="3572" cy="10641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0" name="link6_sensor_0: grid"/>
            <p:cNvCxnSpPr/>
            <p:nvPr/>
          </p:nvCxnSpPr>
          <p:spPr>
            <a:xfrm>
              <a:off x="10606316" y="1090645"/>
              <a:ext cx="131184" cy="2043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1" name="link6_sensor_4: grid"/>
            <p:cNvCxnSpPr/>
            <p:nvPr/>
          </p:nvCxnSpPr>
          <p:spPr>
            <a:xfrm>
              <a:off x="9670754" y="467325"/>
              <a:ext cx="109740" cy="593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2" name="link6_sensor_4: grid"/>
            <p:cNvCxnSpPr/>
            <p:nvPr/>
          </p:nvCxnSpPr>
          <p:spPr>
            <a:xfrm>
              <a:off x="9670754" y="467325"/>
              <a:ext cx="10643" cy="12357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3" name="link6_sensor_4: grid"/>
            <p:cNvCxnSpPr/>
            <p:nvPr/>
          </p:nvCxnSpPr>
          <p:spPr>
            <a:xfrm flipH="1">
              <a:off x="10406306" y="971955"/>
              <a:ext cx="8410" cy="10144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4" name="link6_sensor_4: grid"/>
            <p:cNvCxnSpPr/>
            <p:nvPr/>
          </p:nvCxnSpPr>
          <p:spPr>
            <a:xfrm>
              <a:off x="9895715" y="603200"/>
              <a:ext cx="108105" cy="620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5" name="link6_sensor_4: grid"/>
            <p:cNvCxnSpPr/>
            <p:nvPr/>
          </p:nvCxnSpPr>
          <p:spPr>
            <a:xfrm>
              <a:off x="9895715" y="603200"/>
              <a:ext cx="4569" cy="11752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6" name="link6_sensor_0: grid"/>
            <p:cNvCxnSpPr/>
            <p:nvPr/>
          </p:nvCxnSpPr>
          <p:spPr>
            <a:xfrm>
              <a:off x="10275034" y="822045"/>
              <a:ext cx="108581" cy="788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7" name="link6_sensor_0: grid"/>
            <p:cNvCxnSpPr/>
            <p:nvPr/>
          </p:nvCxnSpPr>
          <p:spPr>
            <a:xfrm flipH="1">
              <a:off x="10273664" y="822045"/>
              <a:ext cx="1370" cy="11121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8" name="link6_sensor_4: grid"/>
            <p:cNvCxnSpPr/>
            <p:nvPr/>
          </p:nvCxnSpPr>
          <p:spPr>
            <a:xfrm>
              <a:off x="10111479" y="733516"/>
              <a:ext cx="106511" cy="645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19" name="link6_sensor_4: grid"/>
            <p:cNvCxnSpPr/>
            <p:nvPr/>
          </p:nvCxnSpPr>
          <p:spPr>
            <a:xfrm flipH="1">
              <a:off x="10110451" y="733516"/>
              <a:ext cx="1028" cy="11185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0" name="link6_sensor_0: grid"/>
            <p:cNvCxnSpPr/>
            <p:nvPr/>
          </p:nvCxnSpPr>
          <p:spPr>
            <a:xfrm>
              <a:off x="10493518" y="958604"/>
              <a:ext cx="124439" cy="1434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1" name="link6_sensor_0: grid"/>
            <p:cNvCxnSpPr/>
            <p:nvPr/>
          </p:nvCxnSpPr>
          <p:spPr>
            <a:xfrm flipH="1">
              <a:off x="10485877" y="958604"/>
              <a:ext cx="7641" cy="11328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2" name="link6_sensor_4: grid"/>
            <p:cNvCxnSpPr/>
            <p:nvPr/>
          </p:nvCxnSpPr>
          <p:spPr>
            <a:xfrm>
              <a:off x="10318601" y="858611"/>
              <a:ext cx="104957" cy="667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3" name="link6_sensor_4: grid"/>
            <p:cNvCxnSpPr/>
            <p:nvPr/>
          </p:nvCxnSpPr>
          <p:spPr>
            <a:xfrm flipH="1">
              <a:off x="10312409" y="858611"/>
              <a:ext cx="6192" cy="10654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4" name="link6_sensor_3: grid"/>
            <p:cNvCxnSpPr/>
            <p:nvPr/>
          </p:nvCxnSpPr>
          <p:spPr>
            <a:xfrm>
              <a:off x="9579510" y="406549"/>
              <a:ext cx="119431" cy="2601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5" name="link6_sensor_3: grid"/>
            <p:cNvCxnSpPr/>
            <p:nvPr/>
          </p:nvCxnSpPr>
          <p:spPr>
            <a:xfrm>
              <a:off x="9579510" y="406549"/>
              <a:ext cx="8203" cy="13686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6" name="link6_sensor_0: grid"/>
            <p:cNvCxnSpPr/>
            <p:nvPr/>
          </p:nvCxnSpPr>
          <p:spPr>
            <a:xfrm>
              <a:off x="10737500" y="1111076"/>
              <a:ext cx="143422" cy="2233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7" name="link6_sensor_4: grid"/>
            <p:cNvCxnSpPr/>
            <p:nvPr/>
          </p:nvCxnSpPr>
          <p:spPr>
            <a:xfrm>
              <a:off x="9780494" y="473256"/>
              <a:ext cx="110401" cy="596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8" name="link6_sensor_4: grid"/>
            <p:cNvCxnSpPr/>
            <p:nvPr/>
          </p:nvCxnSpPr>
          <p:spPr>
            <a:xfrm>
              <a:off x="9780494" y="473256"/>
              <a:ext cx="7749" cy="12377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29" name="link6_sensor_3: grid"/>
            <p:cNvCxnSpPr/>
            <p:nvPr/>
          </p:nvCxnSpPr>
          <p:spPr>
            <a:xfrm>
              <a:off x="9503140" y="846126"/>
              <a:ext cx="8421" cy="10130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0" name="link6_sensor_0: grid"/>
            <p:cNvCxnSpPr/>
            <p:nvPr/>
          </p:nvCxnSpPr>
          <p:spPr>
            <a:xfrm>
              <a:off x="10173438" y="701669"/>
              <a:ext cx="103044" cy="283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1" name="link6_sensor_0: grid"/>
            <p:cNvCxnSpPr/>
            <p:nvPr/>
          </p:nvCxnSpPr>
          <p:spPr>
            <a:xfrm>
              <a:off x="10173438" y="701669"/>
              <a:ext cx="1351" cy="11310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2" name="link6_sensor_4: grid"/>
            <p:cNvCxnSpPr/>
            <p:nvPr/>
          </p:nvCxnSpPr>
          <p:spPr>
            <a:xfrm>
              <a:off x="10003820" y="609405"/>
              <a:ext cx="108742" cy="624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3" name="link6_sensor_4: grid"/>
            <p:cNvCxnSpPr/>
            <p:nvPr/>
          </p:nvCxnSpPr>
          <p:spPr>
            <a:xfrm>
              <a:off x="10003820" y="609405"/>
              <a:ext cx="1759" cy="11769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4" name="link6_sensor_0: grid"/>
            <p:cNvCxnSpPr/>
            <p:nvPr/>
          </p:nvCxnSpPr>
          <p:spPr>
            <a:xfrm>
              <a:off x="10383615" y="829932"/>
              <a:ext cx="118006" cy="857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5" name="link6_sensor_0: grid"/>
            <p:cNvCxnSpPr/>
            <p:nvPr/>
          </p:nvCxnSpPr>
          <p:spPr>
            <a:xfrm flipH="1">
              <a:off x="10379147" y="829932"/>
              <a:ext cx="4468" cy="11548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6" name="link6_sensor_4: grid"/>
            <p:cNvCxnSpPr/>
            <p:nvPr/>
          </p:nvCxnSpPr>
          <p:spPr>
            <a:xfrm>
              <a:off x="10217990" y="739969"/>
              <a:ext cx="107127" cy="649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7" name="link6_sensor_4: grid"/>
            <p:cNvCxnSpPr/>
            <p:nvPr/>
          </p:nvCxnSpPr>
          <p:spPr>
            <a:xfrm flipH="1">
              <a:off x="10214234" y="739969"/>
              <a:ext cx="3756" cy="1120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8" name="link6_sensor_3: grid"/>
            <p:cNvCxnSpPr/>
            <p:nvPr/>
          </p:nvCxnSpPr>
          <p:spPr>
            <a:xfrm>
              <a:off x="9698941" y="432560"/>
              <a:ext cx="4402" cy="12890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39" name="link6_sensor_4: grid"/>
            <p:cNvCxnSpPr/>
            <p:nvPr/>
          </p:nvCxnSpPr>
          <p:spPr>
            <a:xfrm>
              <a:off x="9659514" y="336813"/>
              <a:ext cx="112796" cy="569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0" name="link6_sensor_4: grid"/>
            <p:cNvCxnSpPr/>
            <p:nvPr/>
          </p:nvCxnSpPr>
          <p:spPr>
            <a:xfrm>
              <a:off x="9659514" y="336813"/>
              <a:ext cx="11240" cy="13051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1" name="link6_sensor_0: grid"/>
            <p:cNvCxnSpPr/>
            <p:nvPr/>
          </p:nvCxnSpPr>
          <p:spPr>
            <a:xfrm>
              <a:off x="10617957" y="972950"/>
              <a:ext cx="135901" cy="1566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2" name="link6_sensor_0: grid"/>
            <p:cNvCxnSpPr/>
            <p:nvPr/>
          </p:nvCxnSpPr>
          <p:spPr>
            <a:xfrm flipH="1">
              <a:off x="10606316" y="972950"/>
              <a:ext cx="11641" cy="11769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3" name="link6_sensor_4: grid"/>
            <p:cNvCxnSpPr/>
            <p:nvPr/>
          </p:nvCxnSpPr>
          <p:spPr>
            <a:xfrm flipH="1">
              <a:off x="10414716" y="865288"/>
              <a:ext cx="8842" cy="10666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4" name="link6_sensor_4: grid"/>
            <p:cNvCxnSpPr/>
            <p:nvPr/>
          </p:nvCxnSpPr>
          <p:spPr>
            <a:xfrm>
              <a:off x="9890895" y="479223"/>
              <a:ext cx="111069" cy="600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5" name="link6_sensor_4: grid"/>
            <p:cNvCxnSpPr/>
            <p:nvPr/>
          </p:nvCxnSpPr>
          <p:spPr>
            <a:xfrm>
              <a:off x="9890895" y="479223"/>
              <a:ext cx="4820" cy="12397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6" name="link6_sensor_0: grid"/>
            <p:cNvCxnSpPr/>
            <p:nvPr/>
          </p:nvCxnSpPr>
          <p:spPr>
            <a:xfrm>
              <a:off x="10880922" y="1133415"/>
              <a:ext cx="132502" cy="2501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7" name="link6_sensor_0: grid"/>
            <p:cNvCxnSpPr/>
            <p:nvPr/>
          </p:nvCxnSpPr>
          <p:spPr>
            <a:xfrm>
              <a:off x="10276482" y="704505"/>
              <a:ext cx="111865" cy="308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8" name="link6_sensor_0: grid"/>
            <p:cNvCxnSpPr/>
            <p:nvPr/>
          </p:nvCxnSpPr>
          <p:spPr>
            <a:xfrm flipH="1">
              <a:off x="10275034" y="704505"/>
              <a:ext cx="1448" cy="11754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49" name="link6_sensor_4: grid"/>
            <p:cNvCxnSpPr/>
            <p:nvPr/>
          </p:nvCxnSpPr>
          <p:spPr>
            <a:xfrm>
              <a:off x="10112562" y="615647"/>
              <a:ext cx="109387" cy="627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0" name="link6_sensor_4: grid"/>
            <p:cNvCxnSpPr/>
            <p:nvPr/>
          </p:nvCxnSpPr>
          <p:spPr>
            <a:xfrm flipH="1">
              <a:off x="10111479" y="615647"/>
              <a:ext cx="1083" cy="11786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1" name="link6_sensor_4: grid"/>
            <p:cNvCxnSpPr/>
            <p:nvPr/>
          </p:nvCxnSpPr>
          <p:spPr>
            <a:xfrm>
              <a:off x="10325117" y="746459"/>
              <a:ext cx="107749" cy="652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2" name="link6_sensor_4: grid"/>
            <p:cNvCxnSpPr/>
            <p:nvPr/>
          </p:nvCxnSpPr>
          <p:spPr>
            <a:xfrm flipH="1">
              <a:off x="10318601" y="746459"/>
              <a:ext cx="6516" cy="11215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3" name="link6_sensor_0: grid"/>
            <p:cNvCxnSpPr/>
            <p:nvPr/>
          </p:nvCxnSpPr>
          <p:spPr>
            <a:xfrm>
              <a:off x="10501621" y="838503"/>
              <a:ext cx="128715" cy="934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4" name="link6_sensor_0: grid"/>
            <p:cNvCxnSpPr/>
            <p:nvPr/>
          </p:nvCxnSpPr>
          <p:spPr>
            <a:xfrm flipH="1">
              <a:off x="10493518" y="838503"/>
              <a:ext cx="8103" cy="12010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5" name="link6_sensor_4: grid"/>
            <p:cNvCxnSpPr/>
            <p:nvPr/>
          </p:nvCxnSpPr>
          <p:spPr>
            <a:xfrm>
              <a:off x="9772310" y="342508"/>
              <a:ext cx="113494" cy="573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6" name="link6_sensor_4: grid"/>
            <p:cNvCxnSpPr/>
            <p:nvPr/>
          </p:nvCxnSpPr>
          <p:spPr>
            <a:xfrm>
              <a:off x="9772310" y="342508"/>
              <a:ext cx="8184" cy="13074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7" name="link6_sensor_0: grid"/>
            <p:cNvCxnSpPr/>
            <p:nvPr/>
          </p:nvCxnSpPr>
          <p:spPr>
            <a:xfrm flipV="1">
              <a:off x="10172011" y="580076"/>
              <a:ext cx="106003" cy="213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8" name="link6_sensor_0: grid"/>
            <p:cNvCxnSpPr/>
            <p:nvPr/>
          </p:nvCxnSpPr>
          <p:spPr>
            <a:xfrm>
              <a:off x="10172011" y="582211"/>
              <a:ext cx="1427" cy="11945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59" name="link6_sensor_3: grid"/>
            <p:cNvCxnSpPr/>
            <p:nvPr/>
          </p:nvCxnSpPr>
          <p:spPr>
            <a:xfrm>
              <a:off x="9494318" y="739989"/>
              <a:ext cx="8822" cy="10613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0" name="link6_sensor_0: grid"/>
            <p:cNvCxnSpPr/>
            <p:nvPr/>
          </p:nvCxnSpPr>
          <p:spPr>
            <a:xfrm>
              <a:off x="10753858" y="988614"/>
              <a:ext cx="149016" cy="1717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1" name="link6_sensor_0: grid"/>
            <p:cNvCxnSpPr/>
            <p:nvPr/>
          </p:nvCxnSpPr>
          <p:spPr>
            <a:xfrm flipH="1">
              <a:off x="10737500" y="988614"/>
              <a:ext cx="16358" cy="12246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2" name="link6_sensor_4: grid"/>
            <p:cNvCxnSpPr/>
            <p:nvPr/>
          </p:nvCxnSpPr>
          <p:spPr>
            <a:xfrm>
              <a:off x="10001964" y="485224"/>
              <a:ext cx="111742" cy="603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3" name="link6_sensor_4: grid"/>
            <p:cNvCxnSpPr/>
            <p:nvPr/>
          </p:nvCxnSpPr>
          <p:spPr>
            <a:xfrm>
              <a:off x="10001964" y="485224"/>
              <a:ext cx="1856" cy="12418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4" name="link6_sensor_0: grid"/>
            <p:cNvCxnSpPr/>
            <p:nvPr/>
          </p:nvCxnSpPr>
          <p:spPr>
            <a:xfrm>
              <a:off x="10388347" y="707591"/>
              <a:ext cx="121877" cy="336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5" name="link6_sensor_0: grid"/>
            <p:cNvCxnSpPr/>
            <p:nvPr/>
          </p:nvCxnSpPr>
          <p:spPr>
            <a:xfrm flipH="1">
              <a:off x="10383615" y="707591"/>
              <a:ext cx="4732" cy="12234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6" name="link6_sensor_4: grid"/>
            <p:cNvCxnSpPr/>
            <p:nvPr/>
          </p:nvCxnSpPr>
          <p:spPr>
            <a:xfrm>
              <a:off x="10221949" y="621925"/>
              <a:ext cx="110036" cy="631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7" name="link6_sensor_4: grid"/>
            <p:cNvCxnSpPr/>
            <p:nvPr/>
          </p:nvCxnSpPr>
          <p:spPr>
            <a:xfrm flipH="1">
              <a:off x="10217990" y="621925"/>
              <a:ext cx="3959" cy="11804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8" name="link6_sensor_4: grid"/>
            <p:cNvCxnSpPr/>
            <p:nvPr/>
          </p:nvCxnSpPr>
          <p:spPr>
            <a:xfrm flipH="1">
              <a:off x="10423558" y="752987"/>
              <a:ext cx="9308" cy="11230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69" name="link6_sensor_0: grid"/>
            <p:cNvCxnSpPr/>
            <p:nvPr/>
          </p:nvCxnSpPr>
          <p:spPr>
            <a:xfrm>
              <a:off x="10630336" y="847852"/>
              <a:ext cx="140962" cy="1023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0" name="link6_sensor_0: grid"/>
            <p:cNvCxnSpPr/>
            <p:nvPr/>
          </p:nvCxnSpPr>
          <p:spPr>
            <a:xfrm flipH="1">
              <a:off x="10617957" y="847852"/>
              <a:ext cx="12379" cy="12509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1" name="link6_sensor_4: grid"/>
            <p:cNvCxnSpPr/>
            <p:nvPr/>
          </p:nvCxnSpPr>
          <p:spPr>
            <a:xfrm>
              <a:off x="9885804" y="348238"/>
              <a:ext cx="114200" cy="576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2" name="link6_sensor_4: grid"/>
            <p:cNvCxnSpPr/>
            <p:nvPr/>
          </p:nvCxnSpPr>
          <p:spPr>
            <a:xfrm>
              <a:off x="9885804" y="348238"/>
              <a:ext cx="5091" cy="13098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3" name="link6_sensor_0: grid"/>
            <p:cNvCxnSpPr/>
            <p:nvPr/>
          </p:nvCxnSpPr>
          <p:spPr>
            <a:xfrm flipV="1">
              <a:off x="10278014" y="577765"/>
              <a:ext cx="115355" cy="231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4" name="link6_sensor_0: grid"/>
            <p:cNvCxnSpPr/>
            <p:nvPr/>
          </p:nvCxnSpPr>
          <p:spPr>
            <a:xfrm flipH="1">
              <a:off x="10276482" y="580076"/>
              <a:ext cx="1532" cy="12442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5" name="link6_sensor_4: grid"/>
            <p:cNvCxnSpPr/>
            <p:nvPr/>
          </p:nvCxnSpPr>
          <p:spPr>
            <a:xfrm>
              <a:off x="10113706" y="491262"/>
              <a:ext cx="112422" cy="607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6" name="link6_sensor_4: grid"/>
            <p:cNvCxnSpPr/>
            <p:nvPr/>
          </p:nvCxnSpPr>
          <p:spPr>
            <a:xfrm flipH="1">
              <a:off x="10112562" y="491262"/>
              <a:ext cx="1144" cy="12438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7" name="link6_sensor_0: grid"/>
            <p:cNvCxnSpPr/>
            <p:nvPr/>
          </p:nvCxnSpPr>
          <p:spPr>
            <a:xfrm>
              <a:off x="10902874" y="1005790"/>
              <a:ext cx="124552" cy="2400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8" name="link6_sensor_0: grid"/>
            <p:cNvCxnSpPr/>
            <p:nvPr/>
          </p:nvCxnSpPr>
          <p:spPr>
            <a:xfrm flipH="1">
              <a:off x="10880922" y="1005790"/>
              <a:ext cx="21952" cy="12762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79" name="link6_sensor_4: grid"/>
            <p:cNvCxnSpPr/>
            <p:nvPr/>
          </p:nvCxnSpPr>
          <p:spPr>
            <a:xfrm>
              <a:off x="10331985" y="628240"/>
              <a:ext cx="110693" cy="635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0" name="link6_sensor_4: grid"/>
            <p:cNvCxnSpPr/>
            <p:nvPr/>
          </p:nvCxnSpPr>
          <p:spPr>
            <a:xfrm flipH="1">
              <a:off x="10325117" y="628240"/>
              <a:ext cx="6868" cy="11821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1" name="link6_sensor_0: grid"/>
            <p:cNvCxnSpPr/>
            <p:nvPr/>
          </p:nvCxnSpPr>
          <p:spPr>
            <a:xfrm>
              <a:off x="10510224" y="710954"/>
              <a:ext cx="133296" cy="367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2" name="link6_sensor_0: grid"/>
            <p:cNvCxnSpPr/>
            <p:nvPr/>
          </p:nvCxnSpPr>
          <p:spPr>
            <a:xfrm flipH="1">
              <a:off x="10501621" y="710954"/>
              <a:ext cx="8603" cy="12754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3" name="link6_sensor_0: grid"/>
            <p:cNvCxnSpPr/>
            <p:nvPr/>
          </p:nvCxnSpPr>
          <p:spPr>
            <a:xfrm flipV="1">
              <a:off x="10170499" y="448140"/>
              <a:ext cx="109137" cy="770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4" name="link6_sensor_0: grid"/>
            <p:cNvCxnSpPr/>
            <p:nvPr/>
          </p:nvCxnSpPr>
          <p:spPr>
            <a:xfrm>
              <a:off x="10170499" y="455847"/>
              <a:ext cx="1512" cy="12636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5" name="link6_sensor_3: grid"/>
            <p:cNvCxnSpPr/>
            <p:nvPr/>
          </p:nvCxnSpPr>
          <p:spPr>
            <a:xfrm>
              <a:off x="9485061" y="628650"/>
              <a:ext cx="9257" cy="11133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6" name="link6_sensor_4: grid"/>
            <p:cNvCxnSpPr/>
            <p:nvPr/>
          </p:nvCxnSpPr>
          <p:spPr>
            <a:xfrm>
              <a:off x="10000004" y="354003"/>
              <a:ext cx="114912" cy="580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7" name="link6_sensor_4: grid"/>
            <p:cNvCxnSpPr/>
            <p:nvPr/>
          </p:nvCxnSpPr>
          <p:spPr>
            <a:xfrm>
              <a:off x="10000004" y="354003"/>
              <a:ext cx="1960" cy="13122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8" name="link6_sensor_0: grid"/>
            <p:cNvCxnSpPr/>
            <p:nvPr/>
          </p:nvCxnSpPr>
          <p:spPr>
            <a:xfrm>
              <a:off x="10771298" y="858085"/>
              <a:ext cx="155038" cy="1125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89" name="link6_sensor_0: grid"/>
            <p:cNvCxnSpPr/>
            <p:nvPr/>
          </p:nvCxnSpPr>
          <p:spPr>
            <a:xfrm flipH="1">
              <a:off x="10753858" y="858085"/>
              <a:ext cx="17440" cy="13052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0" name="link6_sensor_3: grid"/>
            <p:cNvCxnSpPr/>
            <p:nvPr/>
          </p:nvCxnSpPr>
          <p:spPr>
            <a:xfrm>
              <a:off x="9436605" y="982987"/>
              <a:ext cx="8607" cy="8502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1" name="link6_sensor_4: grid"/>
            <p:cNvCxnSpPr/>
            <p:nvPr/>
          </p:nvCxnSpPr>
          <p:spPr>
            <a:xfrm>
              <a:off x="10226128" y="497337"/>
              <a:ext cx="113108" cy="611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2" name="link6_sensor_4: grid"/>
            <p:cNvCxnSpPr/>
            <p:nvPr/>
          </p:nvCxnSpPr>
          <p:spPr>
            <a:xfrm flipH="1">
              <a:off x="10221949" y="497337"/>
              <a:ext cx="4179" cy="12458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3" name="link6_sensor_0: grid"/>
            <p:cNvCxnSpPr/>
            <p:nvPr/>
          </p:nvCxnSpPr>
          <p:spPr>
            <a:xfrm flipV="1">
              <a:off x="10393369" y="575240"/>
              <a:ext cx="126009" cy="252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4" name="link6_sensor_0: grid"/>
            <p:cNvCxnSpPr/>
            <p:nvPr/>
          </p:nvCxnSpPr>
          <p:spPr>
            <a:xfrm flipH="1">
              <a:off x="10388347" y="577765"/>
              <a:ext cx="5022" cy="12982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5" name="link6_sensor_4: grid"/>
            <p:cNvCxnSpPr/>
            <p:nvPr/>
          </p:nvCxnSpPr>
          <p:spPr>
            <a:xfrm flipH="1">
              <a:off x="10432866" y="634593"/>
              <a:ext cx="9812" cy="11839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6" name="link6_sensor_0: grid"/>
            <p:cNvCxnSpPr/>
            <p:nvPr/>
          </p:nvCxnSpPr>
          <p:spPr>
            <a:xfrm>
              <a:off x="10643520" y="714631"/>
              <a:ext cx="146419" cy="403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7" name="link6_sensor_0: grid"/>
            <p:cNvCxnSpPr/>
            <p:nvPr/>
          </p:nvCxnSpPr>
          <p:spPr>
            <a:xfrm flipH="1">
              <a:off x="10630336" y="714631"/>
              <a:ext cx="13184" cy="13322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8" name="link6_sensor_0: grid"/>
            <p:cNvCxnSpPr/>
            <p:nvPr/>
          </p:nvCxnSpPr>
          <p:spPr>
            <a:xfrm flipV="1">
              <a:off x="10279636" y="439741"/>
              <a:ext cx="119074" cy="839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799" name="link6_sensor_0: grid"/>
            <p:cNvCxnSpPr/>
            <p:nvPr/>
          </p:nvCxnSpPr>
          <p:spPr>
            <a:xfrm flipH="1">
              <a:off x="10278014" y="448140"/>
              <a:ext cx="1622" cy="13193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0" name="link6_sensor_2: grid"/>
            <p:cNvCxnSpPr/>
            <p:nvPr/>
          </p:nvCxnSpPr>
          <p:spPr>
            <a:xfrm flipH="1">
              <a:off x="11015308" y="1119043"/>
              <a:ext cx="12782" cy="4895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1" name="link6_sensor_4: grid"/>
            <p:cNvCxnSpPr/>
            <p:nvPr/>
          </p:nvCxnSpPr>
          <p:spPr>
            <a:xfrm>
              <a:off x="10114916" y="359803"/>
              <a:ext cx="115632" cy="583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2" name="link6_sensor_4: grid"/>
            <p:cNvCxnSpPr/>
            <p:nvPr/>
          </p:nvCxnSpPr>
          <p:spPr>
            <a:xfrm flipH="1">
              <a:off x="10113706" y="359803"/>
              <a:ext cx="1210" cy="13145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3" name="link6_sensor_4: grid"/>
            <p:cNvCxnSpPr/>
            <p:nvPr/>
          </p:nvCxnSpPr>
          <p:spPr>
            <a:xfrm>
              <a:off x="10339236" y="503448"/>
              <a:ext cx="113802" cy="614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4" name="link6_sensor_4: grid"/>
            <p:cNvCxnSpPr/>
            <p:nvPr/>
          </p:nvCxnSpPr>
          <p:spPr>
            <a:xfrm flipH="1">
              <a:off x="10331985" y="503448"/>
              <a:ext cx="7251" cy="12479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5" name="link6_sensor_0: grid"/>
            <p:cNvCxnSpPr/>
            <p:nvPr/>
          </p:nvCxnSpPr>
          <p:spPr>
            <a:xfrm>
              <a:off x="10926336" y="869340"/>
              <a:ext cx="115744" cy="2577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6" name="link6_sensor_0: grid"/>
            <p:cNvCxnSpPr/>
            <p:nvPr/>
          </p:nvCxnSpPr>
          <p:spPr>
            <a:xfrm flipH="1">
              <a:off x="10902874" y="869340"/>
              <a:ext cx="23462" cy="13645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7" name="link6_sensor_0: grid"/>
            <p:cNvCxnSpPr/>
            <p:nvPr/>
          </p:nvCxnSpPr>
          <p:spPr>
            <a:xfrm flipV="1">
              <a:off x="10519378" y="572471"/>
              <a:ext cx="138211" cy="276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8" name="link6_sensor_0: grid"/>
            <p:cNvCxnSpPr/>
            <p:nvPr/>
          </p:nvCxnSpPr>
          <p:spPr>
            <a:xfrm flipH="1">
              <a:off x="10510224" y="575240"/>
              <a:ext cx="9154" cy="13571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09" name="link6_sensor_3: grid"/>
            <p:cNvCxnSpPr/>
            <p:nvPr/>
          </p:nvCxnSpPr>
          <p:spPr>
            <a:xfrm>
              <a:off x="9427645" y="894474"/>
              <a:ext cx="8960" cy="8851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0" name="link6_sensor_3: grid"/>
            <p:cNvCxnSpPr/>
            <p:nvPr/>
          </p:nvCxnSpPr>
          <p:spPr>
            <a:xfrm>
              <a:off x="9475341" y="511729"/>
              <a:ext cx="9720" cy="11692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1" name="link6_sensor_0: grid"/>
            <p:cNvCxnSpPr/>
            <p:nvPr/>
          </p:nvCxnSpPr>
          <p:spPr>
            <a:xfrm flipH="1">
              <a:off x="11013424" y="1029798"/>
              <a:ext cx="14002" cy="12863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2" name="link6_sensor_4: grid"/>
            <p:cNvCxnSpPr/>
            <p:nvPr/>
          </p:nvCxnSpPr>
          <p:spPr>
            <a:xfrm>
              <a:off x="10230548" y="365640"/>
              <a:ext cx="116357" cy="587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3" name="link6_sensor_4: grid"/>
            <p:cNvCxnSpPr/>
            <p:nvPr/>
          </p:nvCxnSpPr>
          <p:spPr>
            <a:xfrm flipH="1">
              <a:off x="10226128" y="365640"/>
              <a:ext cx="4420" cy="13169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4" name="link6_sensor_0: grid"/>
            <p:cNvCxnSpPr/>
            <p:nvPr/>
          </p:nvCxnSpPr>
          <p:spPr>
            <a:xfrm>
              <a:off x="10789939" y="718661"/>
              <a:ext cx="161563" cy="444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5" name="link6_sensor_0: grid"/>
            <p:cNvCxnSpPr/>
            <p:nvPr/>
          </p:nvCxnSpPr>
          <p:spPr>
            <a:xfrm flipH="1">
              <a:off x="10771298" y="718661"/>
              <a:ext cx="18641" cy="13942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6" name="link6_sensor_0: grid"/>
            <p:cNvCxnSpPr/>
            <p:nvPr/>
          </p:nvCxnSpPr>
          <p:spPr>
            <a:xfrm flipV="1">
              <a:off x="10398710" y="430551"/>
              <a:ext cx="130429" cy="919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7" name="link6_sensor_0: grid"/>
            <p:cNvCxnSpPr/>
            <p:nvPr/>
          </p:nvCxnSpPr>
          <p:spPr>
            <a:xfrm flipH="1">
              <a:off x="10393369" y="439741"/>
              <a:ext cx="5341" cy="13802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8" name="link6_sensor_4: grid"/>
            <p:cNvCxnSpPr/>
            <p:nvPr/>
          </p:nvCxnSpPr>
          <p:spPr>
            <a:xfrm flipH="1">
              <a:off x="10442678" y="509595"/>
              <a:ext cx="10360" cy="12499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19" name="link6_sensor_3: grid"/>
            <p:cNvCxnSpPr/>
            <p:nvPr/>
          </p:nvCxnSpPr>
          <p:spPr>
            <a:xfrm flipV="1">
              <a:off x="9386070" y="1068007"/>
              <a:ext cx="59142" cy="1889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0" name="link6_sensor_0: grid"/>
            <p:cNvCxnSpPr/>
            <p:nvPr/>
          </p:nvCxnSpPr>
          <p:spPr>
            <a:xfrm flipV="1">
              <a:off x="10657589" y="569405"/>
              <a:ext cx="152299" cy="306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1" name="link6_sensor_0: grid"/>
            <p:cNvCxnSpPr/>
            <p:nvPr/>
          </p:nvCxnSpPr>
          <p:spPr>
            <a:xfrm flipH="1">
              <a:off x="10643520" y="572471"/>
              <a:ext cx="14069" cy="14216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2" name="link6_sensor_2: grid"/>
            <p:cNvCxnSpPr/>
            <p:nvPr/>
          </p:nvCxnSpPr>
          <p:spPr>
            <a:xfrm flipH="1">
              <a:off x="11029268" y="985915"/>
              <a:ext cx="13844" cy="5597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3" name="link6_sensor_2: grid"/>
            <p:cNvCxnSpPr/>
            <p:nvPr/>
          </p:nvCxnSpPr>
          <p:spPr>
            <a:xfrm flipH="1">
              <a:off x="11028090" y="985915"/>
              <a:ext cx="15022" cy="13312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4" name="link6_sensor_4: grid"/>
            <p:cNvCxnSpPr/>
            <p:nvPr/>
          </p:nvCxnSpPr>
          <p:spPr>
            <a:xfrm>
              <a:off x="10346905" y="371512"/>
              <a:ext cx="117092" cy="590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5" name="link6_sensor_4: grid"/>
            <p:cNvCxnSpPr/>
            <p:nvPr/>
          </p:nvCxnSpPr>
          <p:spPr>
            <a:xfrm flipH="1">
              <a:off x="10339236" y="371512"/>
              <a:ext cx="7669" cy="13193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6" name="link6_sensor_3: grid"/>
            <p:cNvCxnSpPr/>
            <p:nvPr/>
          </p:nvCxnSpPr>
          <p:spPr>
            <a:xfrm>
              <a:off x="9418309" y="802244"/>
              <a:ext cx="9336" cy="9223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7" name="link6_sensor_3: grid"/>
            <p:cNvCxnSpPr/>
            <p:nvPr/>
          </p:nvCxnSpPr>
          <p:spPr>
            <a:xfrm>
              <a:off x="9465125" y="388812"/>
              <a:ext cx="10216" cy="12291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8" name="link6_sensor_0: grid"/>
            <p:cNvCxnSpPr/>
            <p:nvPr/>
          </p:nvCxnSpPr>
          <p:spPr>
            <a:xfrm flipV="1">
              <a:off x="10529139" y="420437"/>
              <a:ext cx="143498" cy="1011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29" name="link6_sensor_0: grid"/>
            <p:cNvCxnSpPr/>
            <p:nvPr/>
          </p:nvCxnSpPr>
          <p:spPr>
            <a:xfrm flipH="1">
              <a:off x="10519378" y="430551"/>
              <a:ext cx="9761" cy="1446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0" name="link6_sensor_0: grid"/>
            <p:cNvCxnSpPr/>
            <p:nvPr/>
          </p:nvCxnSpPr>
          <p:spPr>
            <a:xfrm>
              <a:off x="10951502" y="723106"/>
              <a:ext cx="105858" cy="3087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1" name="link6_sensor_0: grid"/>
            <p:cNvCxnSpPr/>
            <p:nvPr/>
          </p:nvCxnSpPr>
          <p:spPr>
            <a:xfrm flipH="1">
              <a:off x="10926336" y="723106"/>
              <a:ext cx="25166" cy="14623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2" name="link6_sensor_4: grid"/>
            <p:cNvCxnSpPr/>
            <p:nvPr/>
          </p:nvCxnSpPr>
          <p:spPr>
            <a:xfrm flipH="1">
              <a:off x="10453038" y="377420"/>
              <a:ext cx="10959" cy="13217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3" name="link6_sensor_3: grid"/>
            <p:cNvCxnSpPr/>
            <p:nvPr/>
          </p:nvCxnSpPr>
          <p:spPr>
            <a:xfrm flipV="1">
              <a:off x="9377297" y="982987"/>
              <a:ext cx="59308" cy="2811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4" name="link6_sensor_3: grid"/>
            <p:cNvCxnSpPr/>
            <p:nvPr/>
          </p:nvCxnSpPr>
          <p:spPr>
            <a:xfrm>
              <a:off x="9377297" y="1011102"/>
              <a:ext cx="8773" cy="7580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5" name="link6_sensor_0: grid"/>
            <p:cNvCxnSpPr/>
            <p:nvPr/>
          </p:nvCxnSpPr>
          <p:spPr>
            <a:xfrm flipH="1">
              <a:off x="11027426" y="895117"/>
              <a:ext cx="14654" cy="13468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6" name="link6_sensor_0: grid"/>
            <p:cNvCxnSpPr/>
            <p:nvPr/>
          </p:nvCxnSpPr>
          <p:spPr>
            <a:xfrm flipV="1">
              <a:off x="10809888" y="566003"/>
              <a:ext cx="168648" cy="340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7" name="link6_sensor_0: grid"/>
            <p:cNvCxnSpPr/>
            <p:nvPr/>
          </p:nvCxnSpPr>
          <p:spPr>
            <a:xfrm flipH="1">
              <a:off x="10789939" y="569405"/>
              <a:ext cx="19949" cy="1492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8" name="link6_sensor_3: grid"/>
            <p:cNvCxnSpPr/>
            <p:nvPr/>
          </p:nvCxnSpPr>
          <p:spPr>
            <a:xfrm>
              <a:off x="9408572" y="706062"/>
              <a:ext cx="9737" cy="9618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39" name="link6_sensor_0: grid"/>
            <p:cNvCxnSpPr/>
            <p:nvPr/>
          </p:nvCxnSpPr>
          <p:spPr>
            <a:xfrm flipV="1">
              <a:off x="10672637" y="409243"/>
              <a:ext cx="158653" cy="1119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0" name="link6_sensor_0: grid"/>
            <p:cNvCxnSpPr/>
            <p:nvPr/>
          </p:nvCxnSpPr>
          <p:spPr>
            <a:xfrm flipH="1">
              <a:off x="10657589" y="420437"/>
              <a:ext cx="15048" cy="15203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1" name="link6_sensor_2: grid"/>
            <p:cNvCxnSpPr/>
            <p:nvPr/>
          </p:nvCxnSpPr>
          <p:spPr>
            <a:xfrm flipH="1">
              <a:off x="11044145" y="844250"/>
              <a:ext cx="14959" cy="6380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2" name="link6_sensor_2: grid"/>
            <p:cNvCxnSpPr/>
            <p:nvPr/>
          </p:nvCxnSpPr>
          <p:spPr>
            <a:xfrm flipH="1">
              <a:off x="11043112" y="844250"/>
              <a:ext cx="15992" cy="14166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3" name="link6_sensor_3: grid"/>
            <p:cNvCxnSpPr/>
            <p:nvPr/>
          </p:nvCxnSpPr>
          <p:spPr>
            <a:xfrm flipV="1">
              <a:off x="9368200" y="894474"/>
              <a:ext cx="59445" cy="3804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4" name="link6_sensor_3: grid"/>
            <p:cNvCxnSpPr/>
            <p:nvPr/>
          </p:nvCxnSpPr>
          <p:spPr>
            <a:xfrm>
              <a:off x="9368200" y="932518"/>
              <a:ext cx="9097" cy="7858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5" name="link6_sensor_0: grid"/>
            <p:cNvCxnSpPr/>
            <p:nvPr/>
          </p:nvCxnSpPr>
          <p:spPr>
            <a:xfrm>
              <a:off x="10978536" y="566003"/>
              <a:ext cx="94829" cy="3990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6" name="link6_sensor_0: grid"/>
            <p:cNvCxnSpPr/>
            <p:nvPr/>
          </p:nvCxnSpPr>
          <p:spPr>
            <a:xfrm flipH="1">
              <a:off x="10951502" y="566003"/>
              <a:ext cx="27034" cy="1571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7" name="link6_sensor_3: grid"/>
            <p:cNvCxnSpPr/>
            <p:nvPr/>
          </p:nvCxnSpPr>
          <p:spPr>
            <a:xfrm flipV="1">
              <a:off x="9337934" y="1086902"/>
              <a:ext cx="48136" cy="1538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8" name="link6_sensor_3: grid"/>
            <p:cNvCxnSpPr/>
            <p:nvPr/>
          </p:nvCxnSpPr>
          <p:spPr>
            <a:xfrm>
              <a:off x="9398412" y="605674"/>
              <a:ext cx="10160" cy="10038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49" name="link6_sensor_0: grid"/>
            <p:cNvCxnSpPr/>
            <p:nvPr/>
          </p:nvCxnSpPr>
          <p:spPr>
            <a:xfrm flipV="1">
              <a:off x="10831290" y="396788"/>
              <a:ext cx="176345" cy="1245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0" name="link6_sensor_0: grid"/>
            <p:cNvCxnSpPr/>
            <p:nvPr/>
          </p:nvCxnSpPr>
          <p:spPr>
            <a:xfrm flipH="1">
              <a:off x="10809888" y="409243"/>
              <a:ext cx="21402" cy="16016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1" name="link6_sensor_0: grid"/>
            <p:cNvCxnSpPr/>
            <p:nvPr/>
          </p:nvCxnSpPr>
          <p:spPr>
            <a:xfrm flipH="1">
              <a:off x="11042080" y="753979"/>
              <a:ext cx="15280" cy="14113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2" name="link6_sensor_3: grid"/>
            <p:cNvCxnSpPr/>
            <p:nvPr/>
          </p:nvCxnSpPr>
          <p:spPr>
            <a:xfrm flipV="1">
              <a:off x="9358763" y="802244"/>
              <a:ext cx="59546" cy="4874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3" name="link6_sensor_3: grid"/>
            <p:cNvCxnSpPr/>
            <p:nvPr/>
          </p:nvCxnSpPr>
          <p:spPr>
            <a:xfrm>
              <a:off x="9358763" y="850991"/>
              <a:ext cx="9437" cy="8152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4" name="link6_sensor_2: grid"/>
            <p:cNvCxnSpPr/>
            <p:nvPr/>
          </p:nvCxnSpPr>
          <p:spPr>
            <a:xfrm flipH="1">
              <a:off x="11003542" y="1167997"/>
              <a:ext cx="11766" cy="4513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5" name="link6_sensor_2: grid"/>
            <p:cNvCxnSpPr/>
            <p:nvPr/>
          </p:nvCxnSpPr>
          <p:spPr>
            <a:xfrm flipH="1">
              <a:off x="11059972" y="693230"/>
              <a:ext cx="16120" cy="7250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6" name="link6_sensor_2: grid"/>
            <p:cNvCxnSpPr/>
            <p:nvPr/>
          </p:nvCxnSpPr>
          <p:spPr>
            <a:xfrm flipH="1">
              <a:off x="11059104" y="693230"/>
              <a:ext cx="16988" cy="15102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7" name="link6_sensor_3: grid"/>
            <p:cNvCxnSpPr/>
            <p:nvPr/>
          </p:nvCxnSpPr>
          <p:spPr>
            <a:xfrm flipV="1">
              <a:off x="9329205" y="1011102"/>
              <a:ext cx="48092" cy="2279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8" name="link6_sensor_3: grid"/>
            <p:cNvCxnSpPr/>
            <p:nvPr/>
          </p:nvCxnSpPr>
          <p:spPr>
            <a:xfrm>
              <a:off x="9329205" y="1033900"/>
              <a:ext cx="8729" cy="6838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59" name="link6_sensor_3: grid"/>
            <p:cNvCxnSpPr/>
            <p:nvPr/>
          </p:nvCxnSpPr>
          <p:spPr>
            <a:xfrm>
              <a:off x="9387798" y="500796"/>
              <a:ext cx="10614" cy="10487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0" name="link6_sensor_3: grid"/>
            <p:cNvCxnSpPr/>
            <p:nvPr/>
          </p:nvCxnSpPr>
          <p:spPr>
            <a:xfrm flipV="1">
              <a:off x="9348971" y="706062"/>
              <a:ext cx="59601" cy="603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1" name="link6_sensor_3: grid"/>
            <p:cNvCxnSpPr/>
            <p:nvPr/>
          </p:nvCxnSpPr>
          <p:spPr>
            <a:xfrm>
              <a:off x="9348971" y="766365"/>
              <a:ext cx="9792" cy="8462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2" name="link6_sensor_0: grid"/>
            <p:cNvCxnSpPr/>
            <p:nvPr/>
          </p:nvCxnSpPr>
          <p:spPr>
            <a:xfrm>
              <a:off x="11007635" y="396788"/>
              <a:ext cx="82563" cy="5358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3" name="link6_sensor_0: grid"/>
            <p:cNvCxnSpPr/>
            <p:nvPr/>
          </p:nvCxnSpPr>
          <p:spPr>
            <a:xfrm flipH="1">
              <a:off x="10978536" y="396788"/>
              <a:ext cx="29099" cy="16921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4" name="link6_sensor_3: grid"/>
            <p:cNvCxnSpPr/>
            <p:nvPr/>
          </p:nvCxnSpPr>
          <p:spPr>
            <a:xfrm flipV="1">
              <a:off x="9320185" y="932518"/>
              <a:ext cx="48015" cy="3073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5" name="link6_sensor_3: grid"/>
            <p:cNvCxnSpPr/>
            <p:nvPr/>
          </p:nvCxnSpPr>
          <p:spPr>
            <a:xfrm>
              <a:off x="9320185" y="963249"/>
              <a:ext cx="9020" cy="7065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6" name="link6_sensor_2: grid"/>
            <p:cNvCxnSpPr/>
            <p:nvPr/>
          </p:nvCxnSpPr>
          <p:spPr>
            <a:xfrm flipH="1">
              <a:off x="11016610" y="1041894"/>
              <a:ext cx="12658" cy="5147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7" name="link6_sensor_2: grid"/>
            <p:cNvCxnSpPr/>
            <p:nvPr/>
          </p:nvCxnSpPr>
          <p:spPr>
            <a:xfrm flipH="1">
              <a:off x="11015308" y="1041894"/>
              <a:ext cx="13960" cy="1261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8" name="link6_sensor_0: grid"/>
            <p:cNvCxnSpPr/>
            <p:nvPr/>
          </p:nvCxnSpPr>
          <p:spPr>
            <a:xfrm flipH="1">
              <a:off x="11057360" y="605911"/>
              <a:ext cx="16005" cy="14806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69" name="link6_sensor_2: grid"/>
            <p:cNvCxnSpPr/>
            <p:nvPr/>
          </p:nvCxnSpPr>
          <p:spPr>
            <a:xfrm flipH="1">
              <a:off x="11076822" y="531895"/>
              <a:ext cx="17395" cy="8222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0" name="link6_sensor_2: grid"/>
            <p:cNvCxnSpPr/>
            <p:nvPr/>
          </p:nvCxnSpPr>
          <p:spPr>
            <a:xfrm flipH="1">
              <a:off x="11076092" y="531895"/>
              <a:ext cx="18125" cy="16133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1" name="link6_sensor_3: grid"/>
            <p:cNvCxnSpPr/>
            <p:nvPr/>
          </p:nvCxnSpPr>
          <p:spPr>
            <a:xfrm>
              <a:off x="9376698" y="391117"/>
              <a:ext cx="11100" cy="10967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2" name="link6_sensor_3: grid"/>
            <p:cNvCxnSpPr/>
            <p:nvPr/>
          </p:nvCxnSpPr>
          <p:spPr>
            <a:xfrm flipV="1">
              <a:off x="9338800" y="605674"/>
              <a:ext cx="59612" cy="7277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3" name="link6_sensor_3: grid"/>
            <p:cNvCxnSpPr/>
            <p:nvPr/>
          </p:nvCxnSpPr>
          <p:spPr>
            <a:xfrm>
              <a:off x="9338800" y="678453"/>
              <a:ext cx="10171" cy="8791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4" name="link6_sensor_3: grid"/>
            <p:cNvCxnSpPr/>
            <p:nvPr/>
          </p:nvCxnSpPr>
          <p:spPr>
            <a:xfrm flipV="1">
              <a:off x="9310866" y="850991"/>
              <a:ext cx="47897" cy="3922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5" name="link6_sensor_3: grid"/>
            <p:cNvCxnSpPr/>
            <p:nvPr/>
          </p:nvCxnSpPr>
          <p:spPr>
            <a:xfrm>
              <a:off x="9310866" y="890216"/>
              <a:ext cx="9319" cy="7303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6" name="link6_sensor_2: grid"/>
            <p:cNvCxnSpPr/>
            <p:nvPr/>
          </p:nvCxnSpPr>
          <p:spPr>
            <a:xfrm flipH="1">
              <a:off x="11030465" y="908051"/>
              <a:ext cx="13680" cy="5852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7" name="link6_sensor_2: grid"/>
            <p:cNvCxnSpPr/>
            <p:nvPr/>
          </p:nvCxnSpPr>
          <p:spPr>
            <a:xfrm flipH="1">
              <a:off x="11029268" y="908051"/>
              <a:ext cx="14877" cy="13384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8" name="link6_sensor_3: grid"/>
            <p:cNvCxnSpPr/>
            <p:nvPr/>
          </p:nvCxnSpPr>
          <p:spPr>
            <a:xfrm flipV="1">
              <a:off x="9301226" y="766365"/>
              <a:ext cx="47745" cy="4831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79" name="link6_sensor_3: grid"/>
            <p:cNvCxnSpPr/>
            <p:nvPr/>
          </p:nvCxnSpPr>
          <p:spPr>
            <a:xfrm>
              <a:off x="9301226" y="814679"/>
              <a:ext cx="9640" cy="7553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0" name="link6_sensor_3: grid"/>
            <p:cNvCxnSpPr/>
            <p:nvPr/>
          </p:nvCxnSpPr>
          <p:spPr>
            <a:xfrm>
              <a:off x="9328225" y="587059"/>
              <a:ext cx="10575" cy="9139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1" name="link6_sensor_2: grid"/>
            <p:cNvCxnSpPr/>
            <p:nvPr/>
          </p:nvCxnSpPr>
          <p:spPr>
            <a:xfrm flipH="1">
              <a:off x="11094217" y="359106"/>
              <a:ext cx="19459" cy="1727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2" name="link6_sensor_3: grid"/>
            <p:cNvCxnSpPr/>
            <p:nvPr/>
          </p:nvCxnSpPr>
          <p:spPr>
            <a:xfrm>
              <a:off x="9255980" y="1068623"/>
              <a:ext cx="8351" cy="5718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3" name="link6_sensor_0: grid"/>
            <p:cNvCxnSpPr/>
            <p:nvPr/>
          </p:nvCxnSpPr>
          <p:spPr>
            <a:xfrm flipH="1">
              <a:off x="11073365" y="450371"/>
              <a:ext cx="16833" cy="15554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4" name="link6_sensor_2: grid"/>
            <p:cNvCxnSpPr/>
            <p:nvPr/>
          </p:nvCxnSpPr>
          <p:spPr>
            <a:xfrm flipH="1">
              <a:off x="10992648" y="1213134"/>
              <a:ext cx="10894" cy="4175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5" name="link6_sensor_3: grid"/>
            <p:cNvCxnSpPr/>
            <p:nvPr/>
          </p:nvCxnSpPr>
          <p:spPr>
            <a:xfrm flipV="1">
              <a:off x="9291251" y="678453"/>
              <a:ext cx="47549" cy="5805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6" name="link6_sensor_3: grid"/>
            <p:cNvCxnSpPr/>
            <p:nvPr/>
          </p:nvCxnSpPr>
          <p:spPr>
            <a:xfrm>
              <a:off x="9291251" y="736505"/>
              <a:ext cx="9975" cy="7817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7" name="link6_sensor_3: grid"/>
            <p:cNvCxnSpPr/>
            <p:nvPr/>
          </p:nvCxnSpPr>
          <p:spPr>
            <a:xfrm>
              <a:off x="9317222" y="491970"/>
              <a:ext cx="11003" cy="950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8" name="link6_sensor_3: grid"/>
            <p:cNvCxnSpPr/>
            <p:nvPr/>
          </p:nvCxnSpPr>
          <p:spPr>
            <a:xfrm>
              <a:off x="9247401" y="1009852"/>
              <a:ext cx="8579" cy="5877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89" name="link6_sensor_2: grid"/>
            <p:cNvCxnSpPr/>
            <p:nvPr/>
          </p:nvCxnSpPr>
          <p:spPr>
            <a:xfrm flipH="1">
              <a:off x="11045192" y="765734"/>
              <a:ext cx="14780" cy="6635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0" name="link6_sensor_2: grid"/>
            <p:cNvCxnSpPr/>
            <p:nvPr/>
          </p:nvCxnSpPr>
          <p:spPr>
            <a:xfrm flipH="1">
              <a:off x="11044145" y="765734"/>
              <a:ext cx="15827" cy="14231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1" name="link6_sensor_3: grid"/>
            <p:cNvCxnSpPr/>
            <p:nvPr/>
          </p:nvCxnSpPr>
          <p:spPr>
            <a:xfrm flipV="1">
              <a:off x="9280922" y="587059"/>
              <a:ext cx="47303" cy="6849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2" name="link6_sensor_3: grid"/>
            <p:cNvCxnSpPr/>
            <p:nvPr/>
          </p:nvCxnSpPr>
          <p:spPr>
            <a:xfrm>
              <a:off x="9280922" y="655555"/>
              <a:ext cx="10329" cy="8095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3" name="link6_sensor_2: grid"/>
            <p:cNvCxnSpPr/>
            <p:nvPr/>
          </p:nvCxnSpPr>
          <p:spPr>
            <a:xfrm flipH="1">
              <a:off x="11004921" y="1093371"/>
              <a:ext cx="11689" cy="4751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4" name="link6_sensor_2: grid"/>
            <p:cNvCxnSpPr/>
            <p:nvPr/>
          </p:nvCxnSpPr>
          <p:spPr>
            <a:xfrm flipH="1">
              <a:off x="11003542" y="1093371"/>
              <a:ext cx="13068" cy="11976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5" name="link6_sensor_3: grid"/>
            <p:cNvCxnSpPr/>
            <p:nvPr/>
          </p:nvCxnSpPr>
          <p:spPr>
            <a:xfrm>
              <a:off x="9238580" y="949423"/>
              <a:ext cx="8821" cy="6042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6" name="link6_sensor_3: grid"/>
            <p:cNvCxnSpPr/>
            <p:nvPr/>
          </p:nvCxnSpPr>
          <p:spPr>
            <a:xfrm flipV="1">
              <a:off x="9270218" y="491970"/>
              <a:ext cx="47004" cy="7970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7" name="link6_sensor_3: grid"/>
            <p:cNvCxnSpPr/>
            <p:nvPr/>
          </p:nvCxnSpPr>
          <p:spPr>
            <a:xfrm>
              <a:off x="9270218" y="571677"/>
              <a:ext cx="10704" cy="8387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8" name="link6_sensor_3: grid"/>
            <p:cNvCxnSpPr/>
            <p:nvPr/>
          </p:nvCxnSpPr>
          <p:spPr>
            <a:xfrm>
              <a:off x="9229506" y="887265"/>
              <a:ext cx="9074" cy="6215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899" name="link6_sensor_2: grid"/>
            <p:cNvCxnSpPr/>
            <p:nvPr/>
          </p:nvCxnSpPr>
          <p:spPr>
            <a:xfrm flipH="1">
              <a:off x="11060852" y="614118"/>
              <a:ext cx="15970" cy="7506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0" name="link6_sensor_2: grid"/>
            <p:cNvCxnSpPr/>
            <p:nvPr/>
          </p:nvCxnSpPr>
          <p:spPr>
            <a:xfrm flipH="1">
              <a:off x="11059972" y="614118"/>
              <a:ext cx="16850" cy="15161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1" name="link6_sensor_2: grid"/>
            <p:cNvCxnSpPr/>
            <p:nvPr/>
          </p:nvCxnSpPr>
          <p:spPr>
            <a:xfrm flipH="1">
              <a:off x="11017898" y="966571"/>
              <a:ext cx="12567" cy="5387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2" name="link6_sensor_2: grid"/>
            <p:cNvCxnSpPr/>
            <p:nvPr/>
          </p:nvCxnSpPr>
          <p:spPr>
            <a:xfrm flipH="1">
              <a:off x="11016610" y="966571"/>
              <a:ext cx="13855" cy="12680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3" name="link6_sensor_3: grid"/>
            <p:cNvCxnSpPr/>
            <p:nvPr/>
          </p:nvCxnSpPr>
          <p:spPr>
            <a:xfrm>
              <a:off x="9220169" y="823303"/>
              <a:ext cx="9337" cy="6396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4" name="link6_sensor_2: grid"/>
            <p:cNvCxnSpPr/>
            <p:nvPr/>
          </p:nvCxnSpPr>
          <p:spPr>
            <a:xfrm flipH="1">
              <a:off x="10982535" y="1254886"/>
              <a:ext cx="10113" cy="3873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5" name="link6_sensor_3: grid"/>
            <p:cNvCxnSpPr/>
            <p:nvPr/>
          </p:nvCxnSpPr>
          <p:spPr>
            <a:xfrm>
              <a:off x="9210556" y="757457"/>
              <a:ext cx="9613" cy="6584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6" name="link6_sensor_2: grid"/>
            <p:cNvCxnSpPr/>
            <p:nvPr/>
          </p:nvCxnSpPr>
          <p:spPr>
            <a:xfrm flipH="1">
              <a:off x="11077485" y="452289"/>
              <a:ext cx="17278" cy="8480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7" name="link6_sensor_2: grid"/>
            <p:cNvCxnSpPr/>
            <p:nvPr/>
          </p:nvCxnSpPr>
          <p:spPr>
            <a:xfrm flipH="1">
              <a:off x="11076822" y="452289"/>
              <a:ext cx="17941" cy="16182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8" name="link6_sensor_2: grid"/>
            <p:cNvCxnSpPr/>
            <p:nvPr/>
          </p:nvCxnSpPr>
          <p:spPr>
            <a:xfrm flipH="1">
              <a:off x="11031654" y="832084"/>
              <a:ext cx="13538" cy="6092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09" name="link6_sensor_2: grid"/>
            <p:cNvCxnSpPr/>
            <p:nvPr/>
          </p:nvCxnSpPr>
          <p:spPr>
            <a:xfrm flipH="1">
              <a:off x="11030465" y="832084"/>
              <a:ext cx="14727" cy="13448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0" name="link6_sensor_3: grid"/>
            <p:cNvCxnSpPr/>
            <p:nvPr/>
          </p:nvCxnSpPr>
          <p:spPr>
            <a:xfrm>
              <a:off x="9200656" y="689642"/>
              <a:ext cx="9900" cy="6781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1" name="link6_sensor_2: grid"/>
            <p:cNvCxnSpPr/>
            <p:nvPr/>
          </p:nvCxnSpPr>
          <p:spPr>
            <a:xfrm flipH="1">
              <a:off x="10994091" y="1140883"/>
              <a:ext cx="10830" cy="4398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2" name="link6_sensor_2: grid"/>
            <p:cNvCxnSpPr/>
            <p:nvPr/>
          </p:nvCxnSpPr>
          <p:spPr>
            <a:xfrm flipH="1">
              <a:off x="10992648" y="1140883"/>
              <a:ext cx="12273" cy="1140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3" name="link6_sensor_3: grid"/>
            <p:cNvCxnSpPr/>
            <p:nvPr/>
          </p:nvCxnSpPr>
          <p:spPr>
            <a:xfrm>
              <a:off x="9447142" y="1102923"/>
              <a:ext cx="3732" cy="3235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4" name="link6_sensor_3: grid"/>
            <p:cNvCxnSpPr/>
            <p:nvPr/>
          </p:nvCxnSpPr>
          <p:spPr>
            <a:xfrm>
              <a:off x="9443331" y="1069883"/>
              <a:ext cx="3811" cy="3304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5" name="link6_sensor_3: grid"/>
            <p:cNvCxnSpPr/>
            <p:nvPr/>
          </p:nvCxnSpPr>
          <p:spPr>
            <a:xfrm>
              <a:off x="9437475" y="1034808"/>
              <a:ext cx="5856" cy="3507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6" name="link6_sensor_2: grid"/>
            <p:cNvCxnSpPr/>
            <p:nvPr/>
          </p:nvCxnSpPr>
          <p:spPr>
            <a:xfrm flipH="1">
              <a:off x="11046232" y="689187"/>
              <a:ext cx="14620" cy="6875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7" name="link6_sensor_2: grid"/>
            <p:cNvCxnSpPr/>
            <p:nvPr/>
          </p:nvCxnSpPr>
          <p:spPr>
            <a:xfrm flipH="1">
              <a:off x="11045192" y="689187"/>
              <a:ext cx="15660" cy="14289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8" name="link6_sensor_3: grid"/>
            <p:cNvCxnSpPr/>
            <p:nvPr/>
          </p:nvCxnSpPr>
          <p:spPr>
            <a:xfrm>
              <a:off x="9430929" y="997805"/>
              <a:ext cx="6546" cy="370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19" name="link6_sensor_2: grid"/>
            <p:cNvCxnSpPr/>
            <p:nvPr/>
          </p:nvCxnSpPr>
          <p:spPr>
            <a:xfrm flipH="1">
              <a:off x="11006284" y="1020447"/>
              <a:ext cx="11614" cy="4976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0" name="link6_sensor_2: grid"/>
            <p:cNvCxnSpPr/>
            <p:nvPr/>
          </p:nvCxnSpPr>
          <p:spPr>
            <a:xfrm flipH="1">
              <a:off x="11004921" y="1020447"/>
              <a:ext cx="12977" cy="12043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1" name="link6_sensor_2: grid"/>
            <p:cNvCxnSpPr/>
            <p:nvPr/>
          </p:nvCxnSpPr>
          <p:spPr>
            <a:xfrm flipH="1">
              <a:off x="10973134" y="1293619"/>
              <a:ext cx="9401" cy="3603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2" name="link6_sensor_3: grid"/>
            <p:cNvCxnSpPr/>
            <p:nvPr/>
          </p:nvCxnSpPr>
          <p:spPr>
            <a:xfrm>
              <a:off x="9423108" y="957972"/>
              <a:ext cx="7821" cy="3983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3" name="link6_sensor_3: grid"/>
            <p:cNvCxnSpPr/>
            <p:nvPr/>
          </p:nvCxnSpPr>
          <p:spPr>
            <a:xfrm>
              <a:off x="9415443" y="916423"/>
              <a:ext cx="7665" cy="4154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4" name="link6_sensor_3: grid"/>
            <p:cNvCxnSpPr/>
            <p:nvPr/>
          </p:nvCxnSpPr>
          <p:spPr>
            <a:xfrm>
              <a:off x="9407415" y="872593"/>
              <a:ext cx="8028" cy="4383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5" name="link6_sensor_2: grid"/>
            <p:cNvCxnSpPr/>
            <p:nvPr/>
          </p:nvCxnSpPr>
          <p:spPr>
            <a:xfrm flipH="1">
              <a:off x="11061710" y="537091"/>
              <a:ext cx="15775" cy="774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6" name="link6_sensor_2: grid"/>
            <p:cNvCxnSpPr/>
            <p:nvPr/>
          </p:nvCxnSpPr>
          <p:spPr>
            <a:xfrm flipH="1">
              <a:off x="11060852" y="537091"/>
              <a:ext cx="16633" cy="15209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7" name="link6_sensor_2: grid"/>
            <p:cNvCxnSpPr/>
            <p:nvPr/>
          </p:nvCxnSpPr>
          <p:spPr>
            <a:xfrm flipH="1">
              <a:off x="11019176" y="893009"/>
              <a:ext cx="12478" cy="5615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8" name="link6_sensor_2: grid"/>
            <p:cNvCxnSpPr/>
            <p:nvPr/>
          </p:nvCxnSpPr>
          <p:spPr>
            <a:xfrm flipH="1">
              <a:off x="11017898" y="893009"/>
              <a:ext cx="13756" cy="12743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29" name="link6_sensor_2: grid"/>
            <p:cNvCxnSpPr/>
            <p:nvPr/>
          </p:nvCxnSpPr>
          <p:spPr>
            <a:xfrm flipH="1">
              <a:off x="10984037" y="1184869"/>
              <a:ext cx="10054" cy="4083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0" name="link6_sensor_2: grid"/>
            <p:cNvCxnSpPr/>
            <p:nvPr/>
          </p:nvCxnSpPr>
          <p:spPr>
            <a:xfrm flipH="1">
              <a:off x="10982535" y="1184869"/>
              <a:ext cx="11556" cy="10875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1" name="link6_sensor_2: grid"/>
            <p:cNvCxnSpPr/>
            <p:nvPr/>
          </p:nvCxnSpPr>
          <p:spPr>
            <a:xfrm flipH="1">
              <a:off x="10964367" y="1329649"/>
              <a:ext cx="8767" cy="3360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2" name="link6_sensor_2: grid"/>
            <p:cNvCxnSpPr/>
            <p:nvPr/>
          </p:nvCxnSpPr>
          <p:spPr>
            <a:xfrm flipH="1">
              <a:off x="10994091" y="1070216"/>
              <a:ext cx="12193" cy="11465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3" name="link6_sensor_2: grid"/>
            <p:cNvCxnSpPr/>
            <p:nvPr/>
          </p:nvCxnSpPr>
          <p:spPr>
            <a:xfrm flipH="1">
              <a:off x="11032809" y="757945"/>
              <a:ext cx="13423" cy="6320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4" name="link6_sensor_2: grid"/>
            <p:cNvCxnSpPr/>
            <p:nvPr/>
          </p:nvCxnSpPr>
          <p:spPr>
            <a:xfrm flipH="1">
              <a:off x="11031654" y="757945"/>
              <a:ext cx="14578" cy="13506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5" name="link6_sensor_2: grid"/>
            <p:cNvCxnSpPr/>
            <p:nvPr/>
          </p:nvCxnSpPr>
          <p:spPr>
            <a:xfrm flipH="1">
              <a:off x="11078106" y="374895"/>
              <a:ext cx="17076" cy="8716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6" name="link6_sensor_2: grid"/>
            <p:cNvCxnSpPr/>
            <p:nvPr/>
          </p:nvCxnSpPr>
          <p:spPr>
            <a:xfrm flipH="1">
              <a:off x="11077485" y="374895"/>
              <a:ext cx="17697" cy="16219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7" name="link6_sensor_2: grid"/>
            <p:cNvCxnSpPr/>
            <p:nvPr/>
          </p:nvCxnSpPr>
          <p:spPr>
            <a:xfrm flipH="1">
              <a:off x="10974678" y="1225708"/>
              <a:ext cx="9359" cy="3801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8" name="link6_sensor_2: grid"/>
            <p:cNvCxnSpPr/>
            <p:nvPr/>
          </p:nvCxnSpPr>
          <p:spPr>
            <a:xfrm flipH="1">
              <a:off x="10973134" y="1225708"/>
              <a:ext cx="10903" cy="10394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39" name="link6_sensor_2: grid"/>
            <p:cNvCxnSpPr/>
            <p:nvPr/>
          </p:nvCxnSpPr>
          <p:spPr>
            <a:xfrm flipH="1">
              <a:off x="11006284" y="949161"/>
              <a:ext cx="12892" cy="12105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0" name="link6_sensor_2: grid"/>
            <p:cNvCxnSpPr/>
            <p:nvPr/>
          </p:nvCxnSpPr>
          <p:spPr>
            <a:xfrm flipH="1">
              <a:off x="11047252" y="614547"/>
              <a:ext cx="14458" cy="7102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1" name="link6_sensor_2: grid"/>
            <p:cNvCxnSpPr/>
            <p:nvPr/>
          </p:nvCxnSpPr>
          <p:spPr>
            <a:xfrm flipH="1">
              <a:off x="11046232" y="614547"/>
              <a:ext cx="15478" cy="14339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2" name="link6_sensor_2: grid"/>
            <p:cNvCxnSpPr/>
            <p:nvPr/>
          </p:nvCxnSpPr>
          <p:spPr>
            <a:xfrm flipH="1">
              <a:off x="10956146" y="1363250"/>
              <a:ext cx="8221" cy="3140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3" name="link6_sensor_2: grid"/>
            <p:cNvCxnSpPr/>
            <p:nvPr/>
          </p:nvCxnSpPr>
          <p:spPr>
            <a:xfrm flipH="1">
              <a:off x="11019176" y="821152"/>
              <a:ext cx="13633" cy="12800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4" name="link6_sensor_2: grid"/>
            <p:cNvCxnSpPr/>
            <p:nvPr/>
          </p:nvCxnSpPr>
          <p:spPr>
            <a:xfrm>
              <a:off x="10822741" y="1134241"/>
              <a:ext cx="162776" cy="2494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5" name="link6_sensor_2: grid"/>
            <p:cNvCxnSpPr/>
            <p:nvPr/>
          </p:nvCxnSpPr>
          <p:spPr>
            <a:xfrm flipH="1">
              <a:off x="11062509" y="462063"/>
              <a:ext cx="15597" cy="7970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6" name="link6_sensor_2: grid"/>
            <p:cNvCxnSpPr/>
            <p:nvPr/>
          </p:nvCxnSpPr>
          <p:spPr>
            <a:xfrm flipH="1">
              <a:off x="11061710" y="462063"/>
              <a:ext cx="16396" cy="15248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7" name="link6_sensor_2: grid"/>
            <p:cNvCxnSpPr/>
            <p:nvPr/>
          </p:nvCxnSpPr>
          <p:spPr>
            <a:xfrm flipH="1">
              <a:off x="10965936" y="1263725"/>
              <a:ext cx="8742" cy="3547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8" name="link6_sensor_2: grid"/>
            <p:cNvCxnSpPr/>
            <p:nvPr/>
          </p:nvCxnSpPr>
          <p:spPr>
            <a:xfrm flipH="1">
              <a:off x="10964367" y="1263725"/>
              <a:ext cx="10311" cy="9952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49" name="link6_sensor_2: grid"/>
            <p:cNvCxnSpPr/>
            <p:nvPr/>
          </p:nvCxnSpPr>
          <p:spPr>
            <a:xfrm flipH="1">
              <a:off x="11032809" y="685571"/>
              <a:ext cx="14443" cy="13558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0" name="link6_sensor_2: grid"/>
            <p:cNvCxnSpPr/>
            <p:nvPr/>
          </p:nvCxnSpPr>
          <p:spPr>
            <a:xfrm>
              <a:off x="10771239" y="1049127"/>
              <a:ext cx="51502" cy="8511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1" name="link6_sensor_2: grid"/>
            <p:cNvCxnSpPr/>
            <p:nvPr/>
          </p:nvCxnSpPr>
          <p:spPr>
            <a:xfrm flipH="1">
              <a:off x="10976200" y="1159182"/>
              <a:ext cx="9317" cy="3991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2" name="link6_sensor_2: grid"/>
            <p:cNvCxnSpPr/>
            <p:nvPr/>
          </p:nvCxnSpPr>
          <p:spPr>
            <a:xfrm flipH="1">
              <a:off x="10974678" y="1159182"/>
              <a:ext cx="10839" cy="10454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3" name="link6_sensor_2: grid"/>
            <p:cNvCxnSpPr/>
            <p:nvPr/>
          </p:nvCxnSpPr>
          <p:spPr>
            <a:xfrm flipH="1">
              <a:off x="10956146" y="1299204"/>
              <a:ext cx="9790" cy="9545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4" name="link6_sensor_2: grid"/>
            <p:cNvCxnSpPr/>
            <p:nvPr/>
          </p:nvCxnSpPr>
          <p:spPr>
            <a:xfrm flipH="1">
              <a:off x="10771239" y="953584"/>
              <a:ext cx="7023" cy="9554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5" name="link6_sensor_2: grid"/>
            <p:cNvCxnSpPr/>
            <p:nvPr/>
          </p:nvCxnSpPr>
          <p:spPr>
            <a:xfrm flipH="1">
              <a:off x="10980952" y="541765"/>
              <a:ext cx="81557" cy="10827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6" name="link6_sensor_2: grid"/>
            <p:cNvCxnSpPr/>
            <p:nvPr/>
          </p:nvCxnSpPr>
          <p:spPr>
            <a:xfrm flipH="1">
              <a:off x="11047252" y="541765"/>
              <a:ext cx="15257" cy="14380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7" name="link6_sensor_2: grid"/>
            <p:cNvCxnSpPr/>
            <p:nvPr/>
          </p:nvCxnSpPr>
          <p:spPr>
            <a:xfrm flipH="1">
              <a:off x="10986984" y="1049226"/>
              <a:ext cx="9949" cy="44771"/>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8" name="link6_sensor_2: grid"/>
            <p:cNvCxnSpPr/>
            <p:nvPr/>
          </p:nvCxnSpPr>
          <p:spPr>
            <a:xfrm flipH="1">
              <a:off x="10985517" y="1049226"/>
              <a:ext cx="11416" cy="10995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59" name="link6_sensor_2: grid"/>
            <p:cNvCxnSpPr/>
            <p:nvPr/>
          </p:nvCxnSpPr>
          <p:spPr>
            <a:xfrm>
              <a:off x="10755921" y="865570"/>
              <a:ext cx="22341" cy="8801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0" name="link6_sensor_2: grid"/>
            <p:cNvCxnSpPr/>
            <p:nvPr/>
          </p:nvCxnSpPr>
          <p:spPr>
            <a:xfrm flipH="1">
              <a:off x="10965936" y="1199101"/>
              <a:ext cx="10264" cy="10010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1" name="link6_sensor_2: grid"/>
            <p:cNvCxnSpPr/>
            <p:nvPr/>
          </p:nvCxnSpPr>
          <p:spPr>
            <a:xfrm flipH="1">
              <a:off x="10998315" y="933426"/>
              <a:ext cx="10641" cy="5008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2" name="link6_sensor_2: grid"/>
            <p:cNvCxnSpPr/>
            <p:nvPr/>
          </p:nvCxnSpPr>
          <p:spPr>
            <a:xfrm flipH="1">
              <a:off x="10996933" y="933426"/>
              <a:ext cx="12023" cy="11580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3" name="link6_sensor_2: grid"/>
            <p:cNvCxnSpPr/>
            <p:nvPr/>
          </p:nvCxnSpPr>
          <p:spPr>
            <a:xfrm flipH="1">
              <a:off x="11063295" y="388937"/>
              <a:ext cx="15427" cy="8181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4" name="link6_sensor_2: grid"/>
            <p:cNvCxnSpPr/>
            <p:nvPr/>
          </p:nvCxnSpPr>
          <p:spPr>
            <a:xfrm flipH="1">
              <a:off x="11062509" y="388937"/>
              <a:ext cx="16213" cy="15282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5" name="link6_sensor_2: grid"/>
            <p:cNvCxnSpPr/>
            <p:nvPr/>
          </p:nvCxnSpPr>
          <p:spPr>
            <a:xfrm flipH="1">
              <a:off x="10976200" y="1093997"/>
              <a:ext cx="10784" cy="10510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6" name="link6_sensor_2: grid"/>
            <p:cNvCxnSpPr/>
            <p:nvPr/>
          </p:nvCxnSpPr>
          <p:spPr>
            <a:xfrm>
              <a:off x="10980952" y="650039"/>
              <a:ext cx="54052" cy="32296"/>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7" name="link6_sensor_2: grid"/>
            <p:cNvCxnSpPr/>
            <p:nvPr/>
          </p:nvCxnSpPr>
          <p:spPr>
            <a:xfrm flipH="1">
              <a:off x="11010243" y="811303"/>
              <a:ext cx="11392" cy="5590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8" name="link6_sensor_2: grid"/>
            <p:cNvCxnSpPr/>
            <p:nvPr/>
          </p:nvCxnSpPr>
          <p:spPr>
            <a:xfrm flipH="1">
              <a:off x="11008956" y="811303"/>
              <a:ext cx="12679" cy="122123"/>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69" name="link6_sensor_2: grid"/>
            <p:cNvCxnSpPr/>
            <p:nvPr/>
          </p:nvCxnSpPr>
          <p:spPr>
            <a:xfrm flipH="1">
              <a:off x="10986984" y="983508"/>
              <a:ext cx="11331" cy="1104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0" name="link6_sensor_2: grid"/>
            <p:cNvCxnSpPr/>
            <p:nvPr/>
          </p:nvCxnSpPr>
          <p:spPr>
            <a:xfrm flipH="1">
              <a:off x="11049114" y="470752"/>
              <a:ext cx="14181" cy="75189"/>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1" name="link6_sensor_2: grid"/>
            <p:cNvCxnSpPr/>
            <p:nvPr/>
          </p:nvCxnSpPr>
          <p:spPr>
            <a:xfrm flipH="1">
              <a:off x="10980952" y="470752"/>
              <a:ext cx="82343" cy="17928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2" name="link6_sensor_2: grid"/>
            <p:cNvCxnSpPr/>
            <p:nvPr/>
          </p:nvCxnSpPr>
          <p:spPr>
            <a:xfrm flipH="1">
              <a:off x="11022817" y="682335"/>
              <a:ext cx="12187" cy="62295"/>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3" name="link6_sensor_2: grid"/>
            <p:cNvCxnSpPr/>
            <p:nvPr/>
          </p:nvCxnSpPr>
          <p:spPr>
            <a:xfrm flipH="1">
              <a:off x="11021635" y="682335"/>
              <a:ext cx="13369" cy="12896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4" name="link6_sensor_2: grid"/>
            <p:cNvCxnSpPr/>
            <p:nvPr/>
          </p:nvCxnSpPr>
          <p:spPr>
            <a:xfrm flipH="1">
              <a:off x="10998315" y="867210"/>
              <a:ext cx="11928" cy="116298"/>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5" name="link6_sensor_2: grid"/>
            <p:cNvCxnSpPr/>
            <p:nvPr/>
          </p:nvCxnSpPr>
          <p:spPr>
            <a:xfrm flipH="1">
              <a:off x="11036040" y="545941"/>
              <a:ext cx="13074" cy="69332"/>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6" name="link6_sensor_2: grid"/>
            <p:cNvCxnSpPr/>
            <p:nvPr/>
          </p:nvCxnSpPr>
          <p:spPr>
            <a:xfrm flipH="1">
              <a:off x="11035004" y="545941"/>
              <a:ext cx="14110" cy="136394"/>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7" name="link6_sensor_2: grid"/>
            <p:cNvCxnSpPr/>
            <p:nvPr/>
          </p:nvCxnSpPr>
          <p:spPr>
            <a:xfrm flipH="1">
              <a:off x="11010243" y="744630"/>
              <a:ext cx="12574" cy="122580"/>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cxnSp>
          <p:nvCxnSpPr>
            <p:cNvPr id="978" name="link6_sensor_2: grid"/>
            <p:cNvCxnSpPr/>
            <p:nvPr/>
          </p:nvCxnSpPr>
          <p:spPr>
            <a:xfrm flipH="1">
              <a:off x="11022817" y="615273"/>
              <a:ext cx="13223" cy="129357"/>
            </a:xfrm>
            <a:prstGeom prst="line">
              <a:avLst/>
            </a:prstGeom>
            <a:ln w="5029">
              <a:solidFill>
                <a:srgbClr val="00A6A6">
                  <a:alpha val="48000"/>
                </a:srgbClr>
              </a:solidFill>
            </a:ln>
          </p:spPr>
          <p:style>
            <a:lnRef idx="2">
              <a:schemeClr val="accent1"/>
            </a:lnRef>
            <a:fillRef idx="0">
              <a:schemeClr val="accent1"/>
            </a:fillRef>
            <a:effectRef idx="1">
              <a:schemeClr val="accent1"/>
            </a:effectRef>
            <a:fontRef idx="minor">
              <a:schemeClr val="tx1"/>
            </a:fontRef>
          </p:style>
        </p:cxnSp>
      </p:grpSp>
      <p:grpSp>
        <p:nvGrpSpPr>
          <p:cNvPr id="979" name="Measured range returns — ungroup to edit points"/>
          <p:cNvGrpSpPr/>
          <p:nvPr/>
        </p:nvGrpSpPr>
        <p:grpSpPr>
          <a:xfrm>
            <a:off x="7924980" y="322640"/>
            <a:ext cx="3809759" cy="3193804"/>
            <a:chOff x="7924980" y="322640"/>
            <a:chExt cx="3809759" cy="3193804"/>
          </a:xfrm>
        </p:grpSpPr>
        <p:sp>
          <p:nvSpPr>
            <p:cNvPr id="980" name="link3_sensor_1: 1.8713 m"/>
            <p:cNvSpPr/>
            <p:nvPr/>
          </p:nvSpPr>
          <p:spPr>
            <a:xfrm>
              <a:off x="7966266" y="2145889"/>
              <a:ext cx="28346" cy="28346"/>
            </a:xfrm>
            <a:prstGeom prst="ellipse">
              <a:avLst/>
            </a:prstGeom>
            <a:solidFill>
              <a:srgbClr val="00A6A6"/>
            </a:solidFill>
            <a:ln w="2743">
              <a:solidFill>
                <a:srgbClr val="FFFFFF"/>
              </a:solidFill>
            </a:ln>
            <a:effectLst/>
          </p:spPr>
          <p:txBody>
            <a:bodyPr rtlCol="0" anchor="ctr"/>
            <a:lstStyle/>
            <a:p>
              <a:pPr algn="ctr"/>
            </a:p>
          </p:txBody>
        </p:sp>
        <p:sp>
          <p:nvSpPr>
            <p:cNvPr id="981" name="link6_sensor_3: 0.6613 m"/>
            <p:cNvSpPr/>
            <p:nvPr/>
          </p:nvSpPr>
          <p:spPr>
            <a:xfrm>
              <a:off x="9601986" y="1003903"/>
              <a:ext cx="28346" cy="28346"/>
            </a:xfrm>
            <a:prstGeom prst="ellipse">
              <a:avLst/>
            </a:prstGeom>
            <a:solidFill>
              <a:srgbClr val="00A6A6"/>
            </a:solidFill>
            <a:ln w="2743">
              <a:solidFill>
                <a:srgbClr val="FFFFFF"/>
              </a:solidFill>
            </a:ln>
            <a:effectLst/>
          </p:spPr>
          <p:txBody>
            <a:bodyPr rtlCol="0" anchor="ctr"/>
            <a:lstStyle/>
            <a:p>
              <a:pPr algn="ctr"/>
            </a:p>
          </p:txBody>
        </p:sp>
        <p:sp>
          <p:nvSpPr>
            <p:cNvPr id="982" name="link6_sensor_4: 0.6094 m"/>
            <p:cNvSpPr/>
            <p:nvPr/>
          </p:nvSpPr>
          <p:spPr>
            <a:xfrm>
              <a:off x="9704680" y="1011633"/>
              <a:ext cx="28346" cy="28346"/>
            </a:xfrm>
            <a:prstGeom prst="ellipse">
              <a:avLst/>
            </a:prstGeom>
            <a:solidFill>
              <a:srgbClr val="00A6A6"/>
            </a:solidFill>
            <a:ln w="2743">
              <a:solidFill>
                <a:srgbClr val="FFFFFF"/>
              </a:solidFill>
            </a:ln>
            <a:effectLst/>
          </p:spPr>
          <p:txBody>
            <a:bodyPr rtlCol="0" anchor="ctr"/>
            <a:lstStyle/>
            <a:p>
              <a:pPr algn="ctr"/>
            </a:p>
          </p:txBody>
        </p:sp>
        <p:sp>
          <p:nvSpPr>
            <p:cNvPr id="983" name="link6_sensor_4: 0.6066 m"/>
            <p:cNvSpPr/>
            <p:nvPr/>
          </p:nvSpPr>
          <p:spPr>
            <a:xfrm>
              <a:off x="9801330" y="1018324"/>
              <a:ext cx="28346" cy="28346"/>
            </a:xfrm>
            <a:prstGeom prst="ellipse">
              <a:avLst/>
            </a:prstGeom>
            <a:solidFill>
              <a:srgbClr val="00A6A6"/>
            </a:solidFill>
            <a:ln w="2743">
              <a:solidFill>
                <a:srgbClr val="FFFFFF"/>
              </a:solidFill>
            </a:ln>
            <a:effectLst/>
          </p:spPr>
          <p:txBody>
            <a:bodyPr rtlCol="0" anchor="ctr"/>
            <a:lstStyle/>
            <a:p>
              <a:pPr algn="ctr"/>
            </a:p>
          </p:txBody>
        </p:sp>
        <p:sp>
          <p:nvSpPr>
            <p:cNvPr id="984" name="link6_sensor_3: 0.6245 m"/>
            <p:cNvSpPr/>
            <p:nvPr/>
          </p:nvSpPr>
          <p:spPr>
            <a:xfrm>
              <a:off x="9704548" y="997584"/>
              <a:ext cx="28346" cy="28346"/>
            </a:xfrm>
            <a:prstGeom prst="ellipse">
              <a:avLst/>
            </a:prstGeom>
            <a:solidFill>
              <a:srgbClr val="00A6A6"/>
            </a:solidFill>
            <a:ln w="2743">
              <a:solidFill>
                <a:srgbClr val="FFFFFF"/>
              </a:solidFill>
            </a:ln>
            <a:effectLst/>
          </p:spPr>
          <p:txBody>
            <a:bodyPr rtlCol="0" anchor="ctr"/>
            <a:lstStyle/>
            <a:p>
              <a:pPr algn="ctr"/>
            </a:p>
          </p:txBody>
        </p:sp>
        <p:sp>
          <p:nvSpPr>
            <p:cNvPr id="985" name="link6_sensor_4: 0.6174 m"/>
            <p:cNvSpPr/>
            <p:nvPr/>
          </p:nvSpPr>
          <p:spPr>
            <a:xfrm>
              <a:off x="9696008" y="910936"/>
              <a:ext cx="28346" cy="28346"/>
            </a:xfrm>
            <a:prstGeom prst="ellipse">
              <a:avLst/>
            </a:prstGeom>
            <a:solidFill>
              <a:srgbClr val="00A6A6"/>
            </a:solidFill>
            <a:ln w="2743">
              <a:solidFill>
                <a:srgbClr val="FFFFFF"/>
              </a:solidFill>
            </a:ln>
            <a:effectLst/>
          </p:spPr>
          <p:txBody>
            <a:bodyPr rtlCol="0" anchor="ctr"/>
            <a:lstStyle/>
            <a:p>
              <a:pPr algn="ctr"/>
            </a:p>
          </p:txBody>
        </p:sp>
        <p:sp>
          <p:nvSpPr>
            <p:cNvPr id="986" name="link6_sensor_3: 0.6709 m"/>
            <p:cNvSpPr/>
            <p:nvPr/>
          </p:nvSpPr>
          <p:spPr>
            <a:xfrm>
              <a:off x="9595457" y="894965"/>
              <a:ext cx="28346" cy="28346"/>
            </a:xfrm>
            <a:prstGeom prst="ellipse">
              <a:avLst/>
            </a:prstGeom>
            <a:solidFill>
              <a:srgbClr val="00A6A6"/>
            </a:solidFill>
            <a:ln w="2743">
              <a:solidFill>
                <a:srgbClr val="FFFFFF"/>
              </a:solidFill>
            </a:ln>
            <a:effectLst/>
          </p:spPr>
          <p:txBody>
            <a:bodyPr rtlCol="0" anchor="ctr"/>
            <a:lstStyle/>
            <a:p>
              <a:pPr algn="ctr"/>
            </a:p>
          </p:txBody>
        </p:sp>
        <p:sp>
          <p:nvSpPr>
            <p:cNvPr id="987" name="link6_sensor_4: 0.6039 m"/>
            <p:cNvSpPr/>
            <p:nvPr/>
          </p:nvSpPr>
          <p:spPr>
            <a:xfrm>
              <a:off x="9898491" y="1025051"/>
              <a:ext cx="28346" cy="28346"/>
            </a:xfrm>
            <a:prstGeom prst="ellipse">
              <a:avLst/>
            </a:prstGeom>
            <a:solidFill>
              <a:srgbClr val="00A6A6"/>
            </a:solidFill>
            <a:ln w="2743">
              <a:solidFill>
                <a:srgbClr val="FFFFFF"/>
              </a:solidFill>
            </a:ln>
            <a:effectLst/>
          </p:spPr>
          <p:txBody>
            <a:bodyPr rtlCol="0" anchor="ctr"/>
            <a:lstStyle/>
            <a:p>
              <a:pPr algn="ctr"/>
            </a:p>
          </p:txBody>
        </p:sp>
        <p:sp>
          <p:nvSpPr>
            <p:cNvPr id="988" name="link6_sensor_4: 0.6146 m"/>
            <p:cNvSpPr/>
            <p:nvPr/>
          </p:nvSpPr>
          <p:spPr>
            <a:xfrm>
              <a:off x="9795019" y="917519"/>
              <a:ext cx="28346" cy="28346"/>
            </a:xfrm>
            <a:prstGeom prst="ellipse">
              <a:avLst/>
            </a:prstGeom>
            <a:solidFill>
              <a:srgbClr val="00A6A6"/>
            </a:solidFill>
            <a:ln w="2743">
              <a:solidFill>
                <a:srgbClr val="FFFFFF"/>
              </a:solidFill>
            </a:ln>
            <a:effectLst/>
          </p:spPr>
          <p:txBody>
            <a:bodyPr rtlCol="0" anchor="ctr"/>
            <a:lstStyle/>
            <a:p>
              <a:pPr algn="ctr"/>
            </a:p>
          </p:txBody>
        </p:sp>
        <p:sp>
          <p:nvSpPr>
            <p:cNvPr id="989" name="link6_sensor_3: 0.6330 m"/>
            <p:cNvSpPr/>
            <p:nvPr/>
          </p:nvSpPr>
          <p:spPr>
            <a:xfrm>
              <a:off x="9701004" y="893787"/>
              <a:ext cx="28346" cy="28346"/>
            </a:xfrm>
            <a:prstGeom prst="ellipse">
              <a:avLst/>
            </a:prstGeom>
            <a:solidFill>
              <a:srgbClr val="00A6A6"/>
            </a:solidFill>
            <a:ln w="2743">
              <a:solidFill>
                <a:srgbClr val="FFFFFF"/>
              </a:solidFill>
            </a:ln>
            <a:effectLst/>
          </p:spPr>
          <p:txBody>
            <a:bodyPr rtlCol="0" anchor="ctr"/>
            <a:lstStyle/>
            <a:p>
              <a:pPr algn="ctr"/>
            </a:p>
          </p:txBody>
        </p:sp>
        <p:sp>
          <p:nvSpPr>
            <p:cNvPr id="990" name="link6_sensor_4: 0.6012 m"/>
            <p:cNvSpPr/>
            <p:nvPr/>
          </p:nvSpPr>
          <p:spPr>
            <a:xfrm>
              <a:off x="9996169" y="1031813"/>
              <a:ext cx="28346" cy="28346"/>
            </a:xfrm>
            <a:prstGeom prst="ellipse">
              <a:avLst/>
            </a:prstGeom>
            <a:solidFill>
              <a:srgbClr val="00A6A6"/>
            </a:solidFill>
            <a:ln w="2743">
              <a:solidFill>
                <a:srgbClr val="FFFFFF"/>
              </a:solidFill>
            </a:ln>
            <a:effectLst/>
          </p:spPr>
          <p:txBody>
            <a:bodyPr rtlCol="0" anchor="ctr"/>
            <a:lstStyle/>
            <a:p>
              <a:pPr algn="ctr"/>
            </a:p>
          </p:txBody>
        </p:sp>
        <p:sp>
          <p:nvSpPr>
            <p:cNvPr id="991" name="link6_sensor_4: 0.6257 m"/>
            <p:cNvSpPr/>
            <p:nvPr/>
          </p:nvSpPr>
          <p:spPr>
            <a:xfrm>
              <a:off x="9686898" y="805156"/>
              <a:ext cx="28346" cy="28346"/>
            </a:xfrm>
            <a:prstGeom prst="ellipse">
              <a:avLst/>
            </a:prstGeom>
            <a:solidFill>
              <a:srgbClr val="00A6A6"/>
            </a:solidFill>
            <a:ln w="2743">
              <a:solidFill>
                <a:srgbClr val="FFFFFF"/>
              </a:solidFill>
            </a:ln>
            <a:effectLst/>
          </p:spPr>
          <p:txBody>
            <a:bodyPr rtlCol="0" anchor="ctr"/>
            <a:lstStyle/>
            <a:p>
              <a:pPr algn="ctr"/>
            </a:p>
          </p:txBody>
        </p:sp>
        <p:sp>
          <p:nvSpPr>
            <p:cNvPr id="992" name="link6_sensor_3: 0.6808 m"/>
            <p:cNvSpPr/>
            <p:nvPr/>
          </p:nvSpPr>
          <p:spPr>
            <a:xfrm>
              <a:off x="9588562" y="779907"/>
              <a:ext cx="28346" cy="28346"/>
            </a:xfrm>
            <a:prstGeom prst="ellipse">
              <a:avLst/>
            </a:prstGeom>
            <a:solidFill>
              <a:srgbClr val="00A6A6"/>
            </a:solidFill>
            <a:ln w="2743">
              <a:solidFill>
                <a:srgbClr val="FFFFFF"/>
              </a:solidFill>
            </a:ln>
            <a:effectLst/>
          </p:spPr>
          <p:txBody>
            <a:bodyPr rtlCol="0" anchor="ctr"/>
            <a:lstStyle/>
            <a:p>
              <a:pPr algn="ctr"/>
            </a:p>
          </p:txBody>
        </p:sp>
        <p:sp>
          <p:nvSpPr>
            <p:cNvPr id="993" name="link6_sensor_4: 0.6118 m"/>
            <p:cNvSpPr/>
            <p:nvPr/>
          </p:nvSpPr>
          <p:spPr>
            <a:xfrm>
              <a:off x="9894569" y="924138"/>
              <a:ext cx="28346" cy="28346"/>
            </a:xfrm>
            <a:prstGeom prst="ellipse">
              <a:avLst/>
            </a:prstGeom>
            <a:solidFill>
              <a:srgbClr val="00A6A6"/>
            </a:solidFill>
            <a:ln w="2743">
              <a:solidFill>
                <a:srgbClr val="FFFFFF"/>
              </a:solidFill>
            </a:ln>
            <a:effectLst/>
          </p:spPr>
          <p:txBody>
            <a:bodyPr rtlCol="0" anchor="ctr"/>
            <a:lstStyle/>
            <a:p>
              <a:pPr algn="ctr"/>
            </a:p>
          </p:txBody>
        </p:sp>
        <p:sp>
          <p:nvSpPr>
            <p:cNvPr id="994" name="link6_sensor_4: 0.5985 m"/>
            <p:cNvSpPr/>
            <p:nvPr/>
          </p:nvSpPr>
          <p:spPr>
            <a:xfrm>
              <a:off x="10094368" y="1038612"/>
              <a:ext cx="28346" cy="28346"/>
            </a:xfrm>
            <a:prstGeom prst="ellipse">
              <a:avLst/>
            </a:prstGeom>
            <a:solidFill>
              <a:srgbClr val="00A6A6"/>
            </a:solidFill>
            <a:ln w="2743">
              <a:solidFill>
                <a:srgbClr val="FFFFFF"/>
              </a:solidFill>
            </a:ln>
            <a:effectLst/>
          </p:spPr>
          <p:txBody>
            <a:bodyPr rtlCol="0" anchor="ctr"/>
            <a:lstStyle/>
            <a:p>
              <a:pPr algn="ctr"/>
            </a:p>
          </p:txBody>
        </p:sp>
        <p:sp>
          <p:nvSpPr>
            <p:cNvPr id="995" name="link6_sensor_4: 0.6228 m"/>
            <p:cNvSpPr/>
            <p:nvPr/>
          </p:nvSpPr>
          <p:spPr>
            <a:xfrm>
              <a:off x="9788389" y="811611"/>
              <a:ext cx="28346" cy="28346"/>
            </a:xfrm>
            <a:prstGeom prst="ellipse">
              <a:avLst/>
            </a:prstGeom>
            <a:solidFill>
              <a:srgbClr val="00A6A6"/>
            </a:solidFill>
            <a:ln w="2743">
              <a:solidFill>
                <a:srgbClr val="FFFFFF"/>
              </a:solidFill>
            </a:ln>
            <a:effectLst/>
          </p:spPr>
          <p:txBody>
            <a:bodyPr rtlCol="0" anchor="ctr"/>
            <a:lstStyle/>
            <a:p>
              <a:pPr algn="ctr"/>
            </a:p>
          </p:txBody>
        </p:sp>
        <p:sp>
          <p:nvSpPr>
            <p:cNvPr id="996" name="link6_sensor_3: 0.6418 m"/>
            <p:cNvSpPr/>
            <p:nvPr/>
          </p:nvSpPr>
          <p:spPr>
            <a:xfrm>
              <a:off x="9697270" y="784451"/>
              <a:ext cx="28346" cy="28346"/>
            </a:xfrm>
            <a:prstGeom prst="ellipse">
              <a:avLst/>
            </a:prstGeom>
            <a:solidFill>
              <a:srgbClr val="00A6A6"/>
            </a:solidFill>
            <a:ln w="2743">
              <a:solidFill>
                <a:srgbClr val="FFFFFF"/>
              </a:solidFill>
            </a:ln>
            <a:effectLst/>
          </p:spPr>
          <p:txBody>
            <a:bodyPr rtlCol="0" anchor="ctr"/>
            <a:lstStyle/>
            <a:p>
              <a:pPr algn="ctr"/>
            </a:p>
          </p:txBody>
        </p:sp>
        <p:sp>
          <p:nvSpPr>
            <p:cNvPr id="997" name="link6_sensor_4: 0.6090 m"/>
            <p:cNvSpPr/>
            <p:nvPr/>
          </p:nvSpPr>
          <p:spPr>
            <a:xfrm>
              <a:off x="9994661" y="930794"/>
              <a:ext cx="28346" cy="28346"/>
            </a:xfrm>
            <a:prstGeom prst="ellipse">
              <a:avLst/>
            </a:prstGeom>
            <a:solidFill>
              <a:srgbClr val="00A6A6"/>
            </a:solidFill>
            <a:ln w="2743">
              <a:solidFill>
                <a:srgbClr val="FFFFFF"/>
              </a:solidFill>
            </a:ln>
            <a:effectLst/>
          </p:spPr>
          <p:txBody>
            <a:bodyPr rtlCol="0" anchor="ctr"/>
            <a:lstStyle/>
            <a:p>
              <a:pPr algn="ctr"/>
            </a:p>
          </p:txBody>
        </p:sp>
        <p:sp>
          <p:nvSpPr>
            <p:cNvPr id="998" name="link6_sensor_0: 0.5956 m"/>
            <p:cNvSpPr/>
            <p:nvPr/>
          </p:nvSpPr>
          <p:spPr>
            <a:xfrm>
              <a:off x="10163114" y="1009648"/>
              <a:ext cx="28346" cy="28346"/>
            </a:xfrm>
            <a:prstGeom prst="ellipse">
              <a:avLst/>
            </a:prstGeom>
            <a:solidFill>
              <a:srgbClr val="00A6A6"/>
            </a:solidFill>
            <a:ln w="2743">
              <a:solidFill>
                <a:srgbClr val="FFFFFF"/>
              </a:solidFill>
            </a:ln>
            <a:effectLst/>
          </p:spPr>
          <p:txBody>
            <a:bodyPr rtlCol="0" anchor="ctr"/>
            <a:lstStyle/>
            <a:p>
              <a:pPr algn="ctr"/>
            </a:p>
          </p:txBody>
        </p:sp>
        <p:sp>
          <p:nvSpPr>
            <p:cNvPr id="999" name="link6_sensor_4: 0.6341 m"/>
            <p:cNvSpPr/>
            <p:nvPr/>
          </p:nvSpPr>
          <p:spPr>
            <a:xfrm>
              <a:off x="9677316" y="693900"/>
              <a:ext cx="28346" cy="28346"/>
            </a:xfrm>
            <a:prstGeom prst="ellipse">
              <a:avLst/>
            </a:prstGeom>
            <a:solidFill>
              <a:srgbClr val="00A6A6"/>
            </a:solidFill>
            <a:ln w="2743">
              <a:solidFill>
                <a:srgbClr val="FFFFFF"/>
              </a:solidFill>
            </a:ln>
            <a:effectLst/>
          </p:spPr>
          <p:txBody>
            <a:bodyPr rtlCol="0" anchor="ctr"/>
            <a:lstStyle/>
            <a:p>
              <a:pPr algn="ctr"/>
            </a:p>
          </p:txBody>
        </p:sp>
        <p:sp>
          <p:nvSpPr>
            <p:cNvPr id="1000" name="link6_sensor_4: 0.5958 m"/>
            <p:cNvSpPr/>
            <p:nvPr/>
          </p:nvSpPr>
          <p:spPr>
            <a:xfrm>
              <a:off x="10193092" y="1045447"/>
              <a:ext cx="28346" cy="28346"/>
            </a:xfrm>
            <a:prstGeom prst="ellipse">
              <a:avLst/>
            </a:prstGeom>
            <a:solidFill>
              <a:srgbClr val="00A6A6"/>
            </a:solidFill>
            <a:ln w="2743">
              <a:solidFill>
                <a:srgbClr val="FFFFFF"/>
              </a:solidFill>
            </a:ln>
            <a:effectLst/>
          </p:spPr>
          <p:txBody>
            <a:bodyPr rtlCol="0" anchor="ctr"/>
            <a:lstStyle/>
            <a:p>
              <a:pPr algn="ctr"/>
            </a:p>
          </p:txBody>
        </p:sp>
        <p:sp>
          <p:nvSpPr>
            <p:cNvPr id="1001" name="link6_sensor_4: 0.6199 m"/>
            <p:cNvSpPr/>
            <p:nvPr/>
          </p:nvSpPr>
          <p:spPr>
            <a:xfrm>
              <a:off x="9890447" y="818103"/>
              <a:ext cx="28346" cy="28346"/>
            </a:xfrm>
            <a:prstGeom prst="ellipse">
              <a:avLst/>
            </a:prstGeom>
            <a:solidFill>
              <a:srgbClr val="00A6A6"/>
            </a:solidFill>
            <a:ln w="2743">
              <a:solidFill>
                <a:srgbClr val="FFFFFF"/>
              </a:solidFill>
            </a:ln>
            <a:effectLst/>
          </p:spPr>
          <p:txBody>
            <a:bodyPr rtlCol="0" anchor="ctr"/>
            <a:lstStyle/>
            <a:p>
              <a:pPr algn="ctr"/>
            </a:p>
          </p:txBody>
        </p:sp>
        <p:sp>
          <p:nvSpPr>
            <p:cNvPr id="1002" name="link6_sensor_3: 0.6910 m"/>
            <p:cNvSpPr/>
            <p:nvPr/>
          </p:nvSpPr>
          <p:spPr>
            <a:xfrm>
              <a:off x="9581268" y="658197"/>
              <a:ext cx="28346" cy="28346"/>
            </a:xfrm>
            <a:prstGeom prst="ellipse">
              <a:avLst/>
            </a:prstGeom>
            <a:solidFill>
              <a:srgbClr val="00A6A6"/>
            </a:solidFill>
            <a:ln w="2743">
              <a:solidFill>
                <a:srgbClr val="FFFFFF"/>
              </a:solidFill>
            </a:ln>
            <a:effectLst/>
          </p:spPr>
          <p:txBody>
            <a:bodyPr rtlCol="0" anchor="ctr"/>
            <a:lstStyle/>
            <a:p>
              <a:pPr algn="ctr"/>
            </a:p>
          </p:txBody>
        </p:sp>
        <p:sp>
          <p:nvSpPr>
            <p:cNvPr id="1003" name="link6_sensor_0: 0.6145 m"/>
            <p:cNvSpPr/>
            <p:nvPr/>
          </p:nvSpPr>
          <p:spPr>
            <a:xfrm>
              <a:off x="10258192" y="1024458"/>
              <a:ext cx="28346" cy="28346"/>
            </a:xfrm>
            <a:prstGeom prst="ellipse">
              <a:avLst/>
            </a:prstGeom>
            <a:solidFill>
              <a:srgbClr val="00A6A6"/>
            </a:solidFill>
            <a:ln w="2743">
              <a:solidFill>
                <a:srgbClr val="FFFFFF"/>
              </a:solidFill>
            </a:ln>
            <a:effectLst/>
          </p:spPr>
          <p:txBody>
            <a:bodyPr rtlCol="0" anchor="ctr"/>
            <a:lstStyle/>
            <a:p>
              <a:pPr algn="ctr"/>
            </a:p>
          </p:txBody>
        </p:sp>
        <p:sp>
          <p:nvSpPr>
            <p:cNvPr id="1004" name="link6_sensor_4: 0.6062 m"/>
            <p:cNvSpPr/>
            <p:nvPr/>
          </p:nvSpPr>
          <p:spPr>
            <a:xfrm>
              <a:off x="10095299" y="937485"/>
              <a:ext cx="28346" cy="28346"/>
            </a:xfrm>
            <a:prstGeom prst="ellipse">
              <a:avLst/>
            </a:prstGeom>
            <a:solidFill>
              <a:srgbClr val="00A6A6"/>
            </a:solidFill>
            <a:ln w="2743">
              <a:solidFill>
                <a:srgbClr val="FFFFFF"/>
              </a:solidFill>
            </a:ln>
            <a:effectLst/>
          </p:spPr>
          <p:txBody>
            <a:bodyPr rtlCol="0" anchor="ctr"/>
            <a:lstStyle/>
            <a:p>
              <a:pPr algn="ctr"/>
            </a:p>
          </p:txBody>
        </p:sp>
        <p:sp>
          <p:nvSpPr>
            <p:cNvPr id="1005" name="link6_sensor_4: 0.6311 m"/>
            <p:cNvSpPr/>
            <p:nvPr/>
          </p:nvSpPr>
          <p:spPr>
            <a:xfrm>
              <a:off x="9781415" y="700205"/>
              <a:ext cx="28346" cy="28346"/>
            </a:xfrm>
            <a:prstGeom prst="ellipse">
              <a:avLst/>
            </a:prstGeom>
            <a:solidFill>
              <a:srgbClr val="00A6A6"/>
            </a:solidFill>
            <a:ln w="2743">
              <a:solidFill>
                <a:srgbClr val="FFFFFF"/>
              </a:solidFill>
            </a:ln>
            <a:effectLst/>
          </p:spPr>
          <p:txBody>
            <a:bodyPr rtlCol="0" anchor="ctr"/>
            <a:lstStyle/>
            <a:p>
              <a:pPr algn="ctr"/>
            </a:p>
          </p:txBody>
        </p:sp>
        <p:sp>
          <p:nvSpPr>
            <p:cNvPr id="1006" name="link6_sensor_4: 0.5931 m"/>
            <p:cNvSpPr/>
            <p:nvPr/>
          </p:nvSpPr>
          <p:spPr>
            <a:xfrm>
              <a:off x="10292346" y="1052318"/>
              <a:ext cx="28346" cy="28346"/>
            </a:xfrm>
            <a:prstGeom prst="ellipse">
              <a:avLst/>
            </a:prstGeom>
            <a:solidFill>
              <a:srgbClr val="00A6A6"/>
            </a:solidFill>
            <a:ln w="2743">
              <a:solidFill>
                <a:srgbClr val="FFFFFF"/>
              </a:solidFill>
            </a:ln>
            <a:effectLst/>
          </p:spPr>
          <p:txBody>
            <a:bodyPr rtlCol="0" anchor="ctr"/>
            <a:lstStyle/>
            <a:p>
              <a:pPr algn="ctr"/>
            </a:p>
          </p:txBody>
        </p:sp>
        <p:sp>
          <p:nvSpPr>
            <p:cNvPr id="1007" name="link6_sensor_3: 0.5687 m"/>
            <p:cNvSpPr/>
            <p:nvPr/>
          </p:nvSpPr>
          <p:spPr>
            <a:xfrm>
              <a:off x="9505436" y="1030051"/>
              <a:ext cx="28346" cy="28346"/>
            </a:xfrm>
            <a:prstGeom prst="ellipse">
              <a:avLst/>
            </a:prstGeom>
            <a:solidFill>
              <a:srgbClr val="00A6A6"/>
            </a:solidFill>
            <a:ln w="2743">
              <a:solidFill>
                <a:srgbClr val="FFFFFF"/>
              </a:solidFill>
            </a:ln>
            <a:effectLst/>
          </p:spPr>
          <p:txBody>
            <a:bodyPr rtlCol="0" anchor="ctr"/>
            <a:lstStyle/>
            <a:p>
              <a:pPr algn="ctr"/>
            </a:p>
          </p:txBody>
        </p:sp>
        <p:sp>
          <p:nvSpPr>
            <p:cNvPr id="1008" name="link6_sensor_4: 0.6170 m"/>
            <p:cNvSpPr/>
            <p:nvPr/>
          </p:nvSpPr>
          <p:spPr>
            <a:xfrm>
              <a:off x="9993075" y="824631"/>
              <a:ext cx="28346" cy="28346"/>
            </a:xfrm>
            <a:prstGeom prst="ellipse">
              <a:avLst/>
            </a:prstGeom>
            <a:solidFill>
              <a:srgbClr val="00A6A6"/>
            </a:solidFill>
            <a:ln w="2743">
              <a:solidFill>
                <a:srgbClr val="FFFFFF"/>
              </a:solidFill>
            </a:ln>
            <a:effectLst/>
          </p:spPr>
          <p:txBody>
            <a:bodyPr rtlCol="0" anchor="ctr"/>
            <a:lstStyle/>
            <a:p>
              <a:pPr algn="ctr"/>
            </a:p>
          </p:txBody>
        </p:sp>
        <p:sp>
          <p:nvSpPr>
            <p:cNvPr id="1009" name="link6_sensor_3: 0.6508 m"/>
            <p:cNvSpPr/>
            <p:nvPr/>
          </p:nvSpPr>
          <p:spPr>
            <a:xfrm>
              <a:off x="9693330" y="669125"/>
              <a:ext cx="28346" cy="28346"/>
            </a:xfrm>
            <a:prstGeom prst="ellipse">
              <a:avLst/>
            </a:prstGeom>
            <a:solidFill>
              <a:srgbClr val="00A6A6"/>
            </a:solidFill>
            <a:ln w="2743">
              <a:solidFill>
                <a:srgbClr val="FFFFFF"/>
              </a:solidFill>
            </a:ln>
            <a:effectLst/>
          </p:spPr>
          <p:txBody>
            <a:bodyPr rtlCol="0" anchor="ctr"/>
            <a:lstStyle/>
            <a:p>
              <a:pPr algn="ctr"/>
            </a:p>
          </p:txBody>
        </p:sp>
        <p:sp>
          <p:nvSpPr>
            <p:cNvPr id="1010" name="link6_sensor_0: 0.6041 m"/>
            <p:cNvSpPr/>
            <p:nvPr/>
          </p:nvSpPr>
          <p:spPr>
            <a:xfrm>
              <a:off x="10161898" y="907832"/>
              <a:ext cx="28346" cy="28346"/>
            </a:xfrm>
            <a:prstGeom prst="ellipse">
              <a:avLst/>
            </a:prstGeom>
            <a:solidFill>
              <a:srgbClr val="00A6A6"/>
            </a:solidFill>
            <a:ln w="2743">
              <a:solidFill>
                <a:srgbClr val="FFFFFF"/>
              </a:solidFill>
            </a:ln>
            <a:effectLst/>
          </p:spPr>
          <p:txBody>
            <a:bodyPr rtlCol="0" anchor="ctr"/>
            <a:lstStyle/>
            <a:p>
              <a:pPr algn="ctr"/>
            </a:p>
          </p:txBody>
        </p:sp>
        <p:sp>
          <p:nvSpPr>
            <p:cNvPr id="1011" name="link6_sensor_0: 0.6347 m"/>
            <p:cNvSpPr/>
            <p:nvPr/>
          </p:nvSpPr>
          <p:spPr>
            <a:xfrm>
              <a:off x="10360748" y="1040433"/>
              <a:ext cx="28346" cy="28346"/>
            </a:xfrm>
            <a:prstGeom prst="ellipse">
              <a:avLst/>
            </a:prstGeom>
            <a:solidFill>
              <a:srgbClr val="00A6A6"/>
            </a:solidFill>
            <a:ln w="2743">
              <a:solidFill>
                <a:srgbClr val="FFFFFF"/>
              </a:solidFill>
            </a:ln>
            <a:effectLst/>
          </p:spPr>
          <p:txBody>
            <a:bodyPr rtlCol="0" anchor="ctr"/>
            <a:lstStyle/>
            <a:p>
              <a:pPr algn="ctr"/>
            </a:p>
          </p:txBody>
        </p:sp>
        <p:sp>
          <p:nvSpPr>
            <p:cNvPr id="1012" name="link6_sensor_4: 0.6428 m"/>
            <p:cNvSpPr/>
            <p:nvPr/>
          </p:nvSpPr>
          <p:spPr>
            <a:xfrm>
              <a:off x="9667224" y="576726"/>
              <a:ext cx="28346" cy="28346"/>
            </a:xfrm>
            <a:prstGeom prst="ellipse">
              <a:avLst/>
            </a:prstGeom>
            <a:solidFill>
              <a:srgbClr val="00A6A6"/>
            </a:solidFill>
            <a:ln w="2743">
              <a:solidFill>
                <a:srgbClr val="FFFFFF"/>
              </a:solidFill>
            </a:ln>
            <a:effectLst/>
          </p:spPr>
          <p:txBody>
            <a:bodyPr rtlCol="0" anchor="ctr"/>
            <a:lstStyle/>
            <a:p>
              <a:pPr algn="ctr"/>
            </a:p>
          </p:txBody>
        </p:sp>
        <p:sp>
          <p:nvSpPr>
            <p:cNvPr id="1013" name="link6_sensor_4: 0.6034 m"/>
            <p:cNvSpPr/>
            <p:nvPr/>
          </p:nvSpPr>
          <p:spPr>
            <a:xfrm>
              <a:off x="10196489" y="944214"/>
              <a:ext cx="28346" cy="28346"/>
            </a:xfrm>
            <a:prstGeom prst="ellipse">
              <a:avLst/>
            </a:prstGeom>
            <a:solidFill>
              <a:srgbClr val="00A6A6"/>
            </a:solidFill>
            <a:ln w="2743">
              <a:solidFill>
                <a:srgbClr val="FFFFFF"/>
              </a:solidFill>
            </a:ln>
            <a:effectLst/>
          </p:spPr>
          <p:txBody>
            <a:bodyPr rtlCol="0" anchor="ctr"/>
            <a:lstStyle/>
            <a:p>
              <a:pPr algn="ctr"/>
            </a:p>
          </p:txBody>
        </p:sp>
        <p:sp>
          <p:nvSpPr>
            <p:cNvPr id="1014" name="link2_sensor_6: 1.0921 m"/>
            <p:cNvSpPr/>
            <p:nvPr/>
          </p:nvSpPr>
          <p:spPr>
            <a:xfrm>
              <a:off x="8121564" y="2900904"/>
              <a:ext cx="28346" cy="28346"/>
            </a:xfrm>
            <a:prstGeom prst="ellipse">
              <a:avLst/>
            </a:prstGeom>
            <a:solidFill>
              <a:srgbClr val="00A6A6"/>
            </a:solidFill>
            <a:ln w="2743">
              <a:solidFill>
                <a:srgbClr val="FFFFFF"/>
              </a:solidFill>
            </a:ln>
            <a:effectLst/>
          </p:spPr>
          <p:txBody>
            <a:bodyPr rtlCol="0" anchor="ctr"/>
            <a:lstStyle/>
            <a:p>
              <a:pPr algn="ctr"/>
            </a:p>
          </p:txBody>
        </p:sp>
        <p:sp>
          <p:nvSpPr>
            <p:cNvPr id="1015" name="link6_sensor_4: 0.5905 m"/>
            <p:cNvSpPr/>
            <p:nvPr/>
          </p:nvSpPr>
          <p:spPr>
            <a:xfrm>
              <a:off x="10392132" y="1059226"/>
              <a:ext cx="28346" cy="28346"/>
            </a:xfrm>
            <a:prstGeom prst="ellipse">
              <a:avLst/>
            </a:prstGeom>
            <a:solidFill>
              <a:srgbClr val="00A6A6"/>
            </a:solidFill>
            <a:ln w="2743">
              <a:solidFill>
                <a:srgbClr val="FFFFFF"/>
              </a:solidFill>
            </a:ln>
            <a:effectLst/>
          </p:spPr>
          <p:txBody>
            <a:bodyPr rtlCol="0" anchor="ctr"/>
            <a:lstStyle/>
            <a:p>
              <a:pPr algn="ctr"/>
            </a:p>
          </p:txBody>
        </p:sp>
        <p:sp>
          <p:nvSpPr>
            <p:cNvPr id="1016" name="link6_sensor_4: 0.6282 m"/>
            <p:cNvSpPr/>
            <p:nvPr/>
          </p:nvSpPr>
          <p:spPr>
            <a:xfrm>
              <a:off x="9886110" y="706547"/>
              <a:ext cx="28346" cy="28346"/>
            </a:xfrm>
            <a:prstGeom prst="ellipse">
              <a:avLst/>
            </a:prstGeom>
            <a:solidFill>
              <a:srgbClr val="00A6A6"/>
            </a:solidFill>
            <a:ln w="2743">
              <a:solidFill>
                <a:srgbClr val="FFFFFF"/>
              </a:solidFill>
            </a:ln>
            <a:effectLst/>
          </p:spPr>
          <p:txBody>
            <a:bodyPr rtlCol="0" anchor="ctr"/>
            <a:lstStyle/>
            <a:p>
              <a:pPr algn="ctr"/>
            </a:p>
          </p:txBody>
        </p:sp>
        <p:sp>
          <p:nvSpPr>
            <p:cNvPr id="1017" name="link6_sensor_0: 0.6235 m"/>
            <p:cNvSpPr/>
            <p:nvPr/>
          </p:nvSpPr>
          <p:spPr>
            <a:xfrm>
              <a:off x="10259491" y="919082"/>
              <a:ext cx="28346" cy="28346"/>
            </a:xfrm>
            <a:prstGeom prst="ellipse">
              <a:avLst/>
            </a:prstGeom>
            <a:solidFill>
              <a:srgbClr val="00A6A6"/>
            </a:solidFill>
            <a:ln w="2743">
              <a:solidFill>
                <a:srgbClr val="FFFFFF"/>
              </a:solidFill>
            </a:ln>
            <a:effectLst/>
          </p:spPr>
          <p:txBody>
            <a:bodyPr rtlCol="0" anchor="ctr"/>
            <a:lstStyle/>
            <a:p>
              <a:pPr algn="ctr"/>
            </a:p>
          </p:txBody>
        </p:sp>
        <p:sp>
          <p:nvSpPr>
            <p:cNvPr id="1018" name="link6_sensor_3: 0.7014 m"/>
            <p:cNvSpPr/>
            <p:nvPr/>
          </p:nvSpPr>
          <p:spPr>
            <a:xfrm>
              <a:off x="9573540" y="529241"/>
              <a:ext cx="28346" cy="28346"/>
            </a:xfrm>
            <a:prstGeom prst="ellipse">
              <a:avLst/>
            </a:prstGeom>
            <a:solidFill>
              <a:srgbClr val="00A6A6"/>
            </a:solidFill>
            <a:ln w="2743">
              <a:solidFill>
                <a:srgbClr val="FFFFFF"/>
              </a:solidFill>
            </a:ln>
            <a:effectLst/>
          </p:spPr>
          <p:txBody>
            <a:bodyPr rtlCol="0" anchor="ctr"/>
            <a:lstStyle/>
            <a:p>
              <a:pPr algn="ctr"/>
            </a:p>
          </p:txBody>
        </p:sp>
        <p:sp>
          <p:nvSpPr>
            <p:cNvPr id="1019" name="link6_sensor_4: 0.6141 m"/>
            <p:cNvSpPr/>
            <p:nvPr/>
          </p:nvSpPr>
          <p:spPr>
            <a:xfrm>
              <a:off x="10096278" y="831197"/>
              <a:ext cx="28346" cy="28346"/>
            </a:xfrm>
            <a:prstGeom prst="ellipse">
              <a:avLst/>
            </a:prstGeom>
            <a:solidFill>
              <a:srgbClr val="00A6A6"/>
            </a:solidFill>
            <a:ln w="2743">
              <a:solidFill>
                <a:srgbClr val="FFFFFF"/>
              </a:solidFill>
            </a:ln>
            <a:effectLst/>
          </p:spPr>
          <p:txBody>
            <a:bodyPr rtlCol="0" anchor="ctr"/>
            <a:lstStyle/>
            <a:p>
              <a:pPr algn="ctr"/>
            </a:p>
          </p:txBody>
        </p:sp>
        <p:sp>
          <p:nvSpPr>
            <p:cNvPr id="1020" name="link6_sensor_0: 0.6562 m"/>
            <p:cNvSpPr/>
            <p:nvPr/>
          </p:nvSpPr>
          <p:spPr>
            <a:xfrm>
              <a:off x="10471704" y="1057715"/>
              <a:ext cx="28346" cy="28346"/>
            </a:xfrm>
            <a:prstGeom prst="ellipse">
              <a:avLst/>
            </a:prstGeom>
            <a:solidFill>
              <a:srgbClr val="00A6A6"/>
            </a:solidFill>
            <a:ln w="2743">
              <a:solidFill>
                <a:srgbClr val="FFFFFF"/>
              </a:solidFill>
            </a:ln>
            <a:effectLst/>
          </p:spPr>
          <p:txBody>
            <a:bodyPr rtlCol="0" anchor="ctr"/>
            <a:lstStyle/>
            <a:p>
              <a:pPr algn="ctr"/>
            </a:p>
          </p:txBody>
        </p:sp>
        <p:sp>
          <p:nvSpPr>
            <p:cNvPr id="1021" name="link6_sensor_4: 0.6007 m"/>
            <p:cNvSpPr/>
            <p:nvPr/>
          </p:nvSpPr>
          <p:spPr>
            <a:xfrm>
              <a:off x="10298236" y="950979"/>
              <a:ext cx="28346" cy="28346"/>
            </a:xfrm>
            <a:prstGeom prst="ellipse">
              <a:avLst/>
            </a:prstGeom>
            <a:solidFill>
              <a:srgbClr val="00A6A6"/>
            </a:solidFill>
            <a:ln w="2743">
              <a:solidFill>
                <a:srgbClr val="FFFFFF"/>
              </a:solidFill>
            </a:ln>
            <a:effectLst/>
          </p:spPr>
          <p:txBody>
            <a:bodyPr rtlCol="0" anchor="ctr"/>
            <a:lstStyle/>
            <a:p>
              <a:pPr algn="ctr"/>
            </a:p>
          </p:txBody>
        </p:sp>
        <p:sp>
          <p:nvSpPr>
            <p:cNvPr id="1022" name="link6_sensor_4: 0.6398 m"/>
            <p:cNvSpPr/>
            <p:nvPr/>
          </p:nvSpPr>
          <p:spPr>
            <a:xfrm>
              <a:off x="9774069" y="582860"/>
              <a:ext cx="28346" cy="28346"/>
            </a:xfrm>
            <a:prstGeom prst="ellipse">
              <a:avLst/>
            </a:prstGeom>
            <a:solidFill>
              <a:srgbClr val="00A6A6"/>
            </a:solidFill>
            <a:ln w="2743">
              <a:solidFill>
                <a:srgbClr val="FFFFFF"/>
              </a:solidFill>
            </a:ln>
            <a:effectLst/>
          </p:spPr>
          <p:txBody>
            <a:bodyPr rtlCol="0" anchor="ctr"/>
            <a:lstStyle/>
            <a:p>
              <a:pPr algn="ctr"/>
            </a:p>
          </p:txBody>
        </p:sp>
        <p:sp>
          <p:nvSpPr>
            <p:cNvPr id="1023" name="link6_sensor_3: 0.5745 m"/>
            <p:cNvSpPr/>
            <p:nvPr/>
          </p:nvSpPr>
          <p:spPr>
            <a:xfrm>
              <a:off x="9497388" y="933258"/>
              <a:ext cx="28346" cy="28346"/>
            </a:xfrm>
            <a:prstGeom prst="ellipse">
              <a:avLst/>
            </a:prstGeom>
            <a:solidFill>
              <a:srgbClr val="00A6A6"/>
            </a:solidFill>
            <a:ln w="2743">
              <a:solidFill>
                <a:srgbClr val="FFFFFF"/>
              </a:solidFill>
            </a:ln>
            <a:effectLst/>
          </p:spPr>
          <p:txBody>
            <a:bodyPr rtlCol="0" anchor="ctr"/>
            <a:lstStyle/>
            <a:p>
              <a:pPr algn="ctr"/>
            </a:p>
          </p:txBody>
        </p:sp>
        <p:sp>
          <p:nvSpPr>
            <p:cNvPr id="1024" name="link6_sensor_0: 0.6128 m"/>
            <p:cNvSpPr/>
            <p:nvPr/>
          </p:nvSpPr>
          <p:spPr>
            <a:xfrm>
              <a:off x="10160616" y="800597"/>
              <a:ext cx="28346" cy="28346"/>
            </a:xfrm>
            <a:prstGeom prst="ellipse">
              <a:avLst/>
            </a:prstGeom>
            <a:solidFill>
              <a:srgbClr val="00A6A6"/>
            </a:solidFill>
            <a:ln w="2743">
              <a:solidFill>
                <a:srgbClr val="FFFFFF"/>
              </a:solidFill>
            </a:ln>
            <a:effectLst/>
          </p:spPr>
          <p:txBody>
            <a:bodyPr rtlCol="0" anchor="ctr"/>
            <a:lstStyle/>
            <a:p>
              <a:pPr algn="ctr"/>
            </a:p>
          </p:txBody>
        </p:sp>
        <p:sp>
          <p:nvSpPr>
            <p:cNvPr id="1025" name="link6_sensor_4: 0.6252 m"/>
            <p:cNvSpPr/>
            <p:nvPr/>
          </p:nvSpPr>
          <p:spPr>
            <a:xfrm>
              <a:off x="9991406" y="712927"/>
              <a:ext cx="28346" cy="28346"/>
            </a:xfrm>
            <a:prstGeom prst="ellipse">
              <a:avLst/>
            </a:prstGeom>
            <a:solidFill>
              <a:srgbClr val="00A6A6"/>
            </a:solidFill>
            <a:ln w="2743">
              <a:solidFill>
                <a:srgbClr val="FFFFFF"/>
              </a:solidFill>
            </a:ln>
            <a:effectLst/>
          </p:spPr>
          <p:txBody>
            <a:bodyPr rtlCol="0" anchor="ctr"/>
            <a:lstStyle/>
            <a:p>
              <a:pPr algn="ctr"/>
            </a:p>
          </p:txBody>
        </p:sp>
        <p:sp>
          <p:nvSpPr>
            <p:cNvPr id="1026" name="link6_sensor_3: 0.6601 m"/>
            <p:cNvSpPr/>
            <p:nvPr/>
          </p:nvSpPr>
          <p:spPr>
            <a:xfrm>
              <a:off x="9689170" y="547291"/>
              <a:ext cx="28346" cy="28346"/>
            </a:xfrm>
            <a:prstGeom prst="ellipse">
              <a:avLst/>
            </a:prstGeom>
            <a:solidFill>
              <a:srgbClr val="00A6A6"/>
            </a:solidFill>
            <a:ln w="2743">
              <a:solidFill>
                <a:srgbClr val="FFFFFF"/>
              </a:solidFill>
            </a:ln>
            <a:effectLst/>
          </p:spPr>
          <p:txBody>
            <a:bodyPr rtlCol="0" anchor="ctr"/>
            <a:lstStyle/>
            <a:p>
              <a:pPr algn="ctr"/>
            </a:p>
          </p:txBody>
        </p:sp>
        <p:sp>
          <p:nvSpPr>
            <p:cNvPr id="1027" name="link6_sensor_0: 0.6443 m"/>
            <p:cNvSpPr/>
            <p:nvPr/>
          </p:nvSpPr>
          <p:spPr>
            <a:xfrm>
              <a:off x="10364973" y="931244"/>
              <a:ext cx="28346" cy="28346"/>
            </a:xfrm>
            <a:prstGeom prst="ellipse">
              <a:avLst/>
            </a:prstGeom>
            <a:solidFill>
              <a:srgbClr val="00A6A6"/>
            </a:solidFill>
            <a:ln w="2743">
              <a:solidFill>
                <a:srgbClr val="FFFFFF"/>
              </a:solidFill>
            </a:ln>
            <a:effectLst/>
          </p:spPr>
          <p:txBody>
            <a:bodyPr rtlCol="0" anchor="ctr"/>
            <a:lstStyle/>
            <a:p>
              <a:pPr algn="ctr"/>
            </a:p>
          </p:txBody>
        </p:sp>
        <p:sp>
          <p:nvSpPr>
            <p:cNvPr id="1028" name="link6_sensor_4: 0.6113 m"/>
            <p:cNvSpPr/>
            <p:nvPr/>
          </p:nvSpPr>
          <p:spPr>
            <a:xfrm>
              <a:off x="10200060" y="837799"/>
              <a:ext cx="28346" cy="28346"/>
            </a:xfrm>
            <a:prstGeom prst="ellipse">
              <a:avLst/>
            </a:prstGeom>
            <a:solidFill>
              <a:srgbClr val="00A6A6"/>
            </a:solidFill>
            <a:ln w="2743">
              <a:solidFill>
                <a:srgbClr val="FFFFFF"/>
              </a:solidFill>
            </a:ln>
            <a:effectLst/>
          </p:spPr>
          <p:txBody>
            <a:bodyPr rtlCol="0" anchor="ctr"/>
            <a:lstStyle/>
            <a:p>
              <a:pPr algn="ctr"/>
            </a:p>
          </p:txBody>
        </p:sp>
        <p:sp>
          <p:nvSpPr>
            <p:cNvPr id="1029" name="link6_sensor_0: 0.6792 m"/>
            <p:cNvSpPr/>
            <p:nvPr/>
          </p:nvSpPr>
          <p:spPr>
            <a:xfrm>
              <a:off x="10592143" y="1076472"/>
              <a:ext cx="28346" cy="28346"/>
            </a:xfrm>
            <a:prstGeom prst="ellipse">
              <a:avLst/>
            </a:prstGeom>
            <a:solidFill>
              <a:srgbClr val="00A6A6"/>
            </a:solidFill>
            <a:ln w="2743">
              <a:solidFill>
                <a:srgbClr val="FFFFFF"/>
              </a:solidFill>
            </a:ln>
            <a:effectLst/>
          </p:spPr>
          <p:txBody>
            <a:bodyPr rtlCol="0" anchor="ctr"/>
            <a:lstStyle/>
            <a:p>
              <a:pPr algn="ctr"/>
            </a:p>
          </p:txBody>
        </p:sp>
        <p:sp>
          <p:nvSpPr>
            <p:cNvPr id="1030" name="link6_sensor_4: 0.6518 m"/>
            <p:cNvSpPr/>
            <p:nvPr/>
          </p:nvSpPr>
          <p:spPr>
            <a:xfrm>
              <a:off x="9656581" y="453152"/>
              <a:ext cx="28346" cy="28346"/>
            </a:xfrm>
            <a:prstGeom prst="ellipse">
              <a:avLst/>
            </a:prstGeom>
            <a:solidFill>
              <a:srgbClr val="00A6A6"/>
            </a:solidFill>
            <a:ln w="2743">
              <a:solidFill>
                <a:srgbClr val="FFFFFF"/>
              </a:solidFill>
            </a:ln>
            <a:effectLst/>
          </p:spPr>
          <p:txBody>
            <a:bodyPr rtlCol="0" anchor="ctr"/>
            <a:lstStyle/>
            <a:p>
              <a:pPr algn="ctr"/>
            </a:p>
          </p:txBody>
        </p:sp>
        <p:sp>
          <p:nvSpPr>
            <p:cNvPr id="1031" name="link6_sensor_4: 0.5980 m"/>
            <p:cNvSpPr/>
            <p:nvPr/>
          </p:nvSpPr>
          <p:spPr>
            <a:xfrm>
              <a:off x="10400543" y="957781"/>
              <a:ext cx="28346" cy="28346"/>
            </a:xfrm>
            <a:prstGeom prst="ellipse">
              <a:avLst/>
            </a:prstGeom>
            <a:solidFill>
              <a:srgbClr val="00A6A6"/>
            </a:solidFill>
            <a:ln w="2743">
              <a:solidFill>
                <a:srgbClr val="FFFFFF"/>
              </a:solidFill>
            </a:ln>
            <a:effectLst/>
          </p:spPr>
          <p:txBody>
            <a:bodyPr rtlCol="0" anchor="ctr"/>
            <a:lstStyle/>
            <a:p>
              <a:pPr algn="ctr"/>
            </a:p>
          </p:txBody>
        </p:sp>
        <p:sp>
          <p:nvSpPr>
            <p:cNvPr id="1032" name="link6_sensor_4: 0.6367 m"/>
            <p:cNvSpPr/>
            <p:nvPr/>
          </p:nvSpPr>
          <p:spPr>
            <a:xfrm>
              <a:off x="9881542" y="589027"/>
              <a:ext cx="28346" cy="28346"/>
            </a:xfrm>
            <a:prstGeom prst="ellipse">
              <a:avLst/>
            </a:prstGeom>
            <a:solidFill>
              <a:srgbClr val="00A6A6"/>
            </a:solidFill>
            <a:ln w="2743">
              <a:solidFill>
                <a:srgbClr val="FFFFFF"/>
              </a:solidFill>
            </a:ln>
            <a:effectLst/>
          </p:spPr>
          <p:txBody>
            <a:bodyPr rtlCol="0" anchor="ctr"/>
            <a:lstStyle/>
            <a:p>
              <a:pPr algn="ctr"/>
            </a:p>
          </p:txBody>
        </p:sp>
        <p:sp>
          <p:nvSpPr>
            <p:cNvPr id="1033" name="link6_sensor_0: 0.6328 m"/>
            <p:cNvSpPr/>
            <p:nvPr/>
          </p:nvSpPr>
          <p:spPr>
            <a:xfrm>
              <a:off x="10260861" y="807872"/>
              <a:ext cx="28346" cy="28346"/>
            </a:xfrm>
            <a:prstGeom prst="ellipse">
              <a:avLst/>
            </a:prstGeom>
            <a:solidFill>
              <a:srgbClr val="00A6A6"/>
            </a:solidFill>
            <a:ln w="2743">
              <a:solidFill>
                <a:srgbClr val="FFFFFF"/>
              </a:solidFill>
            </a:ln>
            <a:effectLst/>
          </p:spPr>
          <p:txBody>
            <a:bodyPr rtlCol="0" anchor="ctr"/>
            <a:lstStyle/>
            <a:p>
              <a:pPr algn="ctr"/>
            </a:p>
          </p:txBody>
        </p:sp>
        <p:sp>
          <p:nvSpPr>
            <p:cNvPr id="1034" name="link6_sensor_4: 0.6223 m"/>
            <p:cNvSpPr/>
            <p:nvPr/>
          </p:nvSpPr>
          <p:spPr>
            <a:xfrm>
              <a:off x="10097306" y="719343"/>
              <a:ext cx="28346" cy="28346"/>
            </a:xfrm>
            <a:prstGeom prst="ellipse">
              <a:avLst/>
            </a:prstGeom>
            <a:solidFill>
              <a:srgbClr val="00A6A6"/>
            </a:solidFill>
            <a:ln w="2743">
              <a:solidFill>
                <a:srgbClr val="FFFFFF"/>
              </a:solidFill>
            </a:ln>
            <a:effectLst/>
          </p:spPr>
          <p:txBody>
            <a:bodyPr rtlCol="0" anchor="ctr"/>
            <a:lstStyle/>
            <a:p>
              <a:pPr algn="ctr"/>
            </a:p>
          </p:txBody>
        </p:sp>
        <p:sp>
          <p:nvSpPr>
            <p:cNvPr id="1035" name="link6_sensor_0: 0.6664 m"/>
            <p:cNvSpPr/>
            <p:nvPr/>
          </p:nvSpPr>
          <p:spPr>
            <a:xfrm>
              <a:off x="10479345" y="944431"/>
              <a:ext cx="28346" cy="28346"/>
            </a:xfrm>
            <a:prstGeom prst="ellipse">
              <a:avLst/>
            </a:prstGeom>
            <a:solidFill>
              <a:srgbClr val="00A6A6"/>
            </a:solidFill>
            <a:ln w="2743">
              <a:solidFill>
                <a:srgbClr val="FFFFFF"/>
              </a:solidFill>
            </a:ln>
            <a:effectLst/>
          </p:spPr>
          <p:txBody>
            <a:bodyPr rtlCol="0" anchor="ctr"/>
            <a:lstStyle/>
            <a:p>
              <a:pPr algn="ctr"/>
            </a:p>
          </p:txBody>
        </p:sp>
        <p:sp>
          <p:nvSpPr>
            <p:cNvPr id="1036" name="link6_sensor_4: 0.6085 m"/>
            <p:cNvSpPr/>
            <p:nvPr/>
          </p:nvSpPr>
          <p:spPr>
            <a:xfrm>
              <a:off x="10304428" y="844438"/>
              <a:ext cx="28346" cy="28346"/>
            </a:xfrm>
            <a:prstGeom prst="ellipse">
              <a:avLst/>
            </a:prstGeom>
            <a:solidFill>
              <a:srgbClr val="00A6A6"/>
            </a:solidFill>
            <a:ln w="2743">
              <a:solidFill>
                <a:srgbClr val="FFFFFF"/>
              </a:solidFill>
            </a:ln>
            <a:effectLst/>
          </p:spPr>
          <p:txBody>
            <a:bodyPr rtlCol="0" anchor="ctr"/>
            <a:lstStyle/>
            <a:p>
              <a:pPr algn="ctr"/>
            </a:p>
          </p:txBody>
        </p:sp>
        <p:sp>
          <p:nvSpPr>
            <p:cNvPr id="1037" name="link6_sensor_3: 0.7122 m"/>
            <p:cNvSpPr/>
            <p:nvPr/>
          </p:nvSpPr>
          <p:spPr>
            <a:xfrm>
              <a:off x="9565337" y="392376"/>
              <a:ext cx="28346" cy="28346"/>
            </a:xfrm>
            <a:prstGeom prst="ellipse">
              <a:avLst/>
            </a:prstGeom>
            <a:solidFill>
              <a:srgbClr val="00A6A6"/>
            </a:solidFill>
            <a:ln w="2743">
              <a:solidFill>
                <a:srgbClr val="FFFFFF"/>
              </a:solidFill>
            </a:ln>
            <a:effectLst/>
          </p:spPr>
          <p:txBody>
            <a:bodyPr rtlCol="0" anchor="ctr"/>
            <a:lstStyle/>
            <a:p>
              <a:pPr algn="ctr"/>
            </a:p>
          </p:txBody>
        </p:sp>
        <p:sp>
          <p:nvSpPr>
            <p:cNvPr id="1038" name="link6_sensor_0: 0.7039 m"/>
            <p:cNvSpPr/>
            <p:nvPr/>
          </p:nvSpPr>
          <p:spPr>
            <a:xfrm>
              <a:off x="10723327" y="1096903"/>
              <a:ext cx="28346" cy="28346"/>
            </a:xfrm>
            <a:prstGeom prst="ellipse">
              <a:avLst/>
            </a:prstGeom>
            <a:solidFill>
              <a:srgbClr val="00A6A6"/>
            </a:solidFill>
            <a:ln w="2743">
              <a:solidFill>
                <a:srgbClr val="FFFFFF"/>
              </a:solidFill>
            </a:ln>
            <a:effectLst/>
          </p:spPr>
          <p:txBody>
            <a:bodyPr rtlCol="0" anchor="ctr"/>
            <a:lstStyle/>
            <a:p>
              <a:pPr algn="ctr"/>
            </a:p>
          </p:txBody>
        </p:sp>
        <p:sp>
          <p:nvSpPr>
            <p:cNvPr id="1039" name="link6_sensor_4: 0.6486 m"/>
            <p:cNvSpPr/>
            <p:nvPr/>
          </p:nvSpPr>
          <p:spPr>
            <a:xfrm>
              <a:off x="9766321" y="459083"/>
              <a:ext cx="28346" cy="28346"/>
            </a:xfrm>
            <a:prstGeom prst="ellipse">
              <a:avLst/>
            </a:prstGeom>
            <a:solidFill>
              <a:srgbClr val="00A6A6"/>
            </a:solidFill>
            <a:ln w="2743">
              <a:solidFill>
                <a:srgbClr val="FFFFFF"/>
              </a:solidFill>
            </a:ln>
            <a:effectLst/>
          </p:spPr>
          <p:txBody>
            <a:bodyPr rtlCol="0" anchor="ctr"/>
            <a:lstStyle/>
            <a:p>
              <a:pPr algn="ctr"/>
            </a:p>
          </p:txBody>
        </p:sp>
        <p:sp>
          <p:nvSpPr>
            <p:cNvPr id="1040" name="link6_sensor_3: 0.5804 m"/>
            <p:cNvSpPr/>
            <p:nvPr/>
          </p:nvSpPr>
          <p:spPr>
            <a:xfrm>
              <a:off x="9488967" y="831953"/>
              <a:ext cx="28346" cy="28346"/>
            </a:xfrm>
            <a:prstGeom prst="ellipse">
              <a:avLst/>
            </a:prstGeom>
            <a:solidFill>
              <a:srgbClr val="00A6A6"/>
            </a:solidFill>
            <a:ln w="2743">
              <a:solidFill>
                <a:srgbClr val="FFFFFF"/>
              </a:solidFill>
            </a:ln>
            <a:effectLst/>
          </p:spPr>
          <p:txBody>
            <a:bodyPr rtlCol="0" anchor="ctr"/>
            <a:lstStyle/>
            <a:p>
              <a:pPr algn="ctr"/>
            </a:p>
          </p:txBody>
        </p:sp>
        <p:sp>
          <p:nvSpPr>
            <p:cNvPr id="1041" name="link6_sensor_0: 0.6218 m"/>
            <p:cNvSpPr/>
            <p:nvPr/>
          </p:nvSpPr>
          <p:spPr>
            <a:xfrm>
              <a:off x="10159265" y="687496"/>
              <a:ext cx="28346" cy="28346"/>
            </a:xfrm>
            <a:prstGeom prst="ellipse">
              <a:avLst/>
            </a:prstGeom>
            <a:solidFill>
              <a:srgbClr val="00A6A6"/>
            </a:solidFill>
            <a:ln w="2743">
              <a:solidFill>
                <a:srgbClr val="FFFFFF"/>
              </a:solidFill>
            </a:ln>
            <a:effectLst/>
          </p:spPr>
          <p:txBody>
            <a:bodyPr rtlCol="0" anchor="ctr"/>
            <a:lstStyle/>
            <a:p>
              <a:pPr algn="ctr"/>
            </a:p>
          </p:txBody>
        </p:sp>
        <p:sp>
          <p:nvSpPr>
            <p:cNvPr id="1042" name="link6_sensor_4: 0.6337 m"/>
            <p:cNvSpPr/>
            <p:nvPr/>
          </p:nvSpPr>
          <p:spPr>
            <a:xfrm>
              <a:off x="9989647" y="595232"/>
              <a:ext cx="28346" cy="28346"/>
            </a:xfrm>
            <a:prstGeom prst="ellipse">
              <a:avLst/>
            </a:prstGeom>
            <a:solidFill>
              <a:srgbClr val="00A6A6"/>
            </a:solidFill>
            <a:ln w="2743">
              <a:solidFill>
                <a:srgbClr val="FFFFFF"/>
              </a:solidFill>
            </a:ln>
            <a:effectLst/>
          </p:spPr>
          <p:txBody>
            <a:bodyPr rtlCol="0" anchor="ctr"/>
            <a:lstStyle/>
            <a:p>
              <a:pPr algn="ctr"/>
            </a:p>
          </p:txBody>
        </p:sp>
        <p:sp>
          <p:nvSpPr>
            <p:cNvPr id="1043" name="link6_sensor_0: 0.6542 m"/>
            <p:cNvSpPr/>
            <p:nvPr/>
          </p:nvSpPr>
          <p:spPr>
            <a:xfrm>
              <a:off x="10369442" y="815759"/>
              <a:ext cx="28346" cy="28346"/>
            </a:xfrm>
            <a:prstGeom prst="ellipse">
              <a:avLst/>
            </a:prstGeom>
            <a:solidFill>
              <a:srgbClr val="00A6A6"/>
            </a:solidFill>
            <a:ln w="2743">
              <a:solidFill>
                <a:srgbClr val="FFFFFF"/>
              </a:solidFill>
            </a:ln>
            <a:effectLst/>
          </p:spPr>
          <p:txBody>
            <a:bodyPr rtlCol="0" anchor="ctr"/>
            <a:lstStyle/>
            <a:p>
              <a:pPr algn="ctr"/>
            </a:p>
          </p:txBody>
        </p:sp>
        <p:sp>
          <p:nvSpPr>
            <p:cNvPr id="1044" name="link6_sensor_4: 0.6194 m"/>
            <p:cNvSpPr/>
            <p:nvPr/>
          </p:nvSpPr>
          <p:spPr>
            <a:xfrm>
              <a:off x="10203817" y="725796"/>
              <a:ext cx="28346" cy="28346"/>
            </a:xfrm>
            <a:prstGeom prst="ellipse">
              <a:avLst/>
            </a:prstGeom>
            <a:solidFill>
              <a:srgbClr val="00A6A6"/>
            </a:solidFill>
            <a:ln w="2743">
              <a:solidFill>
                <a:srgbClr val="FFFFFF"/>
              </a:solidFill>
            </a:ln>
            <a:effectLst/>
          </p:spPr>
          <p:txBody>
            <a:bodyPr rtlCol="0" anchor="ctr"/>
            <a:lstStyle/>
            <a:p>
              <a:pPr algn="ctr"/>
            </a:p>
          </p:txBody>
        </p:sp>
        <p:sp>
          <p:nvSpPr>
            <p:cNvPr id="1045" name="link6_sensor_3: 0.6696 m"/>
            <p:cNvSpPr/>
            <p:nvPr/>
          </p:nvSpPr>
          <p:spPr>
            <a:xfrm>
              <a:off x="9684768" y="418387"/>
              <a:ext cx="28346" cy="28346"/>
            </a:xfrm>
            <a:prstGeom prst="ellipse">
              <a:avLst/>
            </a:prstGeom>
            <a:solidFill>
              <a:srgbClr val="00A6A6"/>
            </a:solidFill>
            <a:ln w="2743">
              <a:solidFill>
                <a:srgbClr val="FFFFFF"/>
              </a:solidFill>
            </a:ln>
            <a:effectLst/>
          </p:spPr>
          <p:txBody>
            <a:bodyPr rtlCol="0" anchor="ctr"/>
            <a:lstStyle/>
            <a:p>
              <a:pPr algn="ctr"/>
            </a:p>
          </p:txBody>
        </p:sp>
        <p:sp>
          <p:nvSpPr>
            <p:cNvPr id="1046" name="link6_sensor_4: 0.6610 m"/>
            <p:cNvSpPr/>
            <p:nvPr/>
          </p:nvSpPr>
          <p:spPr>
            <a:xfrm>
              <a:off x="9645340" y="322640"/>
              <a:ext cx="28346" cy="28346"/>
            </a:xfrm>
            <a:prstGeom prst="ellipse">
              <a:avLst/>
            </a:prstGeom>
            <a:solidFill>
              <a:srgbClr val="00A6A6"/>
            </a:solidFill>
            <a:ln w="2743">
              <a:solidFill>
                <a:srgbClr val="FFFFFF"/>
              </a:solidFill>
            </a:ln>
            <a:effectLst/>
          </p:spPr>
          <p:txBody>
            <a:bodyPr rtlCol="0" anchor="ctr"/>
            <a:lstStyle/>
            <a:p>
              <a:pPr algn="ctr"/>
            </a:p>
          </p:txBody>
        </p:sp>
        <p:sp>
          <p:nvSpPr>
            <p:cNvPr id="1047" name="link6_sensor_0: 0.6902 m"/>
            <p:cNvSpPr/>
            <p:nvPr/>
          </p:nvSpPr>
          <p:spPr>
            <a:xfrm>
              <a:off x="10603784" y="958776"/>
              <a:ext cx="28346" cy="28346"/>
            </a:xfrm>
            <a:prstGeom prst="ellipse">
              <a:avLst/>
            </a:prstGeom>
            <a:solidFill>
              <a:srgbClr val="00A6A6"/>
            </a:solidFill>
            <a:ln w="2743">
              <a:solidFill>
                <a:srgbClr val="FFFFFF"/>
              </a:solidFill>
            </a:ln>
            <a:effectLst/>
          </p:spPr>
          <p:txBody>
            <a:bodyPr rtlCol="0" anchor="ctr"/>
            <a:lstStyle/>
            <a:p>
              <a:pPr algn="ctr"/>
            </a:p>
          </p:txBody>
        </p:sp>
        <p:sp>
          <p:nvSpPr>
            <p:cNvPr id="1048" name="link6_sensor_4: 0.6058 m"/>
            <p:cNvSpPr/>
            <p:nvPr/>
          </p:nvSpPr>
          <p:spPr>
            <a:xfrm>
              <a:off x="10409385" y="851115"/>
              <a:ext cx="28346" cy="28346"/>
            </a:xfrm>
            <a:prstGeom prst="ellipse">
              <a:avLst/>
            </a:prstGeom>
            <a:solidFill>
              <a:srgbClr val="00A6A6"/>
            </a:solidFill>
            <a:ln w="2743">
              <a:solidFill>
                <a:srgbClr val="FFFFFF"/>
              </a:solidFill>
            </a:ln>
            <a:effectLst/>
          </p:spPr>
          <p:txBody>
            <a:bodyPr rtlCol="0" anchor="ctr"/>
            <a:lstStyle/>
            <a:p>
              <a:pPr algn="ctr"/>
            </a:p>
          </p:txBody>
        </p:sp>
        <p:sp>
          <p:nvSpPr>
            <p:cNvPr id="1049" name="link6_sensor_4: 0.6455 m"/>
            <p:cNvSpPr/>
            <p:nvPr/>
          </p:nvSpPr>
          <p:spPr>
            <a:xfrm>
              <a:off x="9876722" y="465050"/>
              <a:ext cx="28346" cy="28346"/>
            </a:xfrm>
            <a:prstGeom prst="ellipse">
              <a:avLst/>
            </a:prstGeom>
            <a:solidFill>
              <a:srgbClr val="00A6A6"/>
            </a:solidFill>
            <a:ln w="2743">
              <a:solidFill>
                <a:srgbClr val="FFFFFF"/>
              </a:solidFill>
            </a:ln>
            <a:effectLst/>
          </p:spPr>
          <p:txBody>
            <a:bodyPr rtlCol="0" anchor="ctr"/>
            <a:lstStyle/>
            <a:p>
              <a:pPr algn="ctr"/>
            </a:p>
          </p:txBody>
        </p:sp>
        <p:sp>
          <p:nvSpPr>
            <p:cNvPr id="1050" name="link6_sensor_0: 0.7304 m"/>
            <p:cNvSpPr/>
            <p:nvPr/>
          </p:nvSpPr>
          <p:spPr>
            <a:xfrm>
              <a:off x="10866748" y="1119242"/>
              <a:ext cx="28346" cy="28346"/>
            </a:xfrm>
            <a:prstGeom prst="ellipse">
              <a:avLst/>
            </a:prstGeom>
            <a:solidFill>
              <a:srgbClr val="00A6A6"/>
            </a:solidFill>
            <a:ln w="2743">
              <a:solidFill>
                <a:srgbClr val="FFFFFF"/>
              </a:solidFill>
            </a:ln>
            <a:effectLst/>
          </p:spPr>
          <p:txBody>
            <a:bodyPr rtlCol="0" anchor="ctr"/>
            <a:lstStyle/>
            <a:p>
              <a:pPr algn="ctr"/>
            </a:p>
          </p:txBody>
        </p:sp>
        <p:sp>
          <p:nvSpPr>
            <p:cNvPr id="1051" name="link6_sensor_0: 0.6424 m"/>
            <p:cNvSpPr/>
            <p:nvPr/>
          </p:nvSpPr>
          <p:spPr>
            <a:xfrm>
              <a:off x="10262309" y="690331"/>
              <a:ext cx="28346" cy="28346"/>
            </a:xfrm>
            <a:prstGeom prst="ellipse">
              <a:avLst/>
            </a:prstGeom>
            <a:solidFill>
              <a:srgbClr val="00A6A6"/>
            </a:solidFill>
            <a:ln w="2743">
              <a:solidFill>
                <a:srgbClr val="FFFFFF"/>
              </a:solidFill>
            </a:ln>
            <a:effectLst/>
          </p:spPr>
          <p:txBody>
            <a:bodyPr rtlCol="0" anchor="ctr"/>
            <a:lstStyle/>
            <a:p>
              <a:pPr algn="ctr"/>
            </a:p>
          </p:txBody>
        </p:sp>
        <p:sp>
          <p:nvSpPr>
            <p:cNvPr id="1052" name="link6_sensor_4: 0.6307 m"/>
            <p:cNvSpPr/>
            <p:nvPr/>
          </p:nvSpPr>
          <p:spPr>
            <a:xfrm>
              <a:off x="10098389" y="601473"/>
              <a:ext cx="28346" cy="28346"/>
            </a:xfrm>
            <a:prstGeom prst="ellipse">
              <a:avLst/>
            </a:prstGeom>
            <a:solidFill>
              <a:srgbClr val="00A6A6"/>
            </a:solidFill>
            <a:ln w="2743">
              <a:solidFill>
                <a:srgbClr val="FFFFFF"/>
              </a:solidFill>
            </a:ln>
            <a:effectLst/>
          </p:spPr>
          <p:txBody>
            <a:bodyPr rtlCol="0" anchor="ctr"/>
            <a:lstStyle/>
            <a:p>
              <a:pPr algn="ctr"/>
            </a:p>
          </p:txBody>
        </p:sp>
        <p:sp>
          <p:nvSpPr>
            <p:cNvPr id="1053" name="link6_sensor_4: 0.6165 m"/>
            <p:cNvSpPr/>
            <p:nvPr/>
          </p:nvSpPr>
          <p:spPr>
            <a:xfrm>
              <a:off x="10310944" y="732286"/>
              <a:ext cx="28346" cy="28346"/>
            </a:xfrm>
            <a:prstGeom prst="ellipse">
              <a:avLst/>
            </a:prstGeom>
            <a:solidFill>
              <a:srgbClr val="00A6A6"/>
            </a:solidFill>
            <a:ln w="2743">
              <a:solidFill>
                <a:srgbClr val="FFFFFF"/>
              </a:solidFill>
            </a:ln>
            <a:effectLst/>
          </p:spPr>
          <p:txBody>
            <a:bodyPr rtlCol="0" anchor="ctr"/>
            <a:lstStyle/>
            <a:p>
              <a:pPr algn="ctr"/>
            </a:p>
          </p:txBody>
        </p:sp>
        <p:sp>
          <p:nvSpPr>
            <p:cNvPr id="1054" name="link6_sensor_0: 0.6770 m"/>
            <p:cNvSpPr/>
            <p:nvPr/>
          </p:nvSpPr>
          <p:spPr>
            <a:xfrm>
              <a:off x="10487448" y="824330"/>
              <a:ext cx="28346" cy="28346"/>
            </a:xfrm>
            <a:prstGeom prst="ellipse">
              <a:avLst/>
            </a:prstGeom>
            <a:solidFill>
              <a:srgbClr val="00A6A6"/>
            </a:solidFill>
            <a:ln w="2743">
              <a:solidFill>
                <a:srgbClr val="FFFFFF"/>
              </a:solidFill>
            </a:ln>
            <a:effectLst/>
          </p:spPr>
          <p:txBody>
            <a:bodyPr rtlCol="0" anchor="ctr"/>
            <a:lstStyle/>
            <a:p>
              <a:pPr algn="ctr"/>
            </a:p>
          </p:txBody>
        </p:sp>
        <p:sp>
          <p:nvSpPr>
            <p:cNvPr id="1055" name="link2_sensor_6: 0.9387 m"/>
            <p:cNvSpPr/>
            <p:nvPr/>
          </p:nvSpPr>
          <p:spPr>
            <a:xfrm>
              <a:off x="8331276" y="3022247"/>
              <a:ext cx="28346" cy="28346"/>
            </a:xfrm>
            <a:prstGeom prst="ellipse">
              <a:avLst/>
            </a:prstGeom>
            <a:solidFill>
              <a:srgbClr val="00A6A6"/>
            </a:solidFill>
            <a:ln w="2743">
              <a:solidFill>
                <a:srgbClr val="FFFFFF"/>
              </a:solidFill>
            </a:ln>
            <a:effectLst/>
          </p:spPr>
          <p:txBody>
            <a:bodyPr rtlCol="0" anchor="ctr"/>
            <a:lstStyle/>
            <a:p>
              <a:pPr algn="ctr"/>
            </a:p>
          </p:txBody>
        </p:sp>
        <p:sp>
          <p:nvSpPr>
            <p:cNvPr id="1056" name="link6_sensor_4: 0.6577 m"/>
            <p:cNvSpPr/>
            <p:nvPr/>
          </p:nvSpPr>
          <p:spPr>
            <a:xfrm>
              <a:off x="9758136" y="328335"/>
              <a:ext cx="28346" cy="28346"/>
            </a:xfrm>
            <a:prstGeom prst="ellipse">
              <a:avLst/>
            </a:prstGeom>
            <a:solidFill>
              <a:srgbClr val="00A6A6"/>
            </a:solidFill>
            <a:ln w="2743">
              <a:solidFill>
                <a:srgbClr val="FFFFFF"/>
              </a:solidFill>
            </a:ln>
            <a:effectLst/>
          </p:spPr>
          <p:txBody>
            <a:bodyPr rtlCol="0" anchor="ctr"/>
            <a:lstStyle/>
            <a:p>
              <a:pPr algn="ctr"/>
            </a:p>
          </p:txBody>
        </p:sp>
        <p:sp>
          <p:nvSpPr>
            <p:cNvPr id="1057" name="link6_sensor_0: 0.6310 m"/>
            <p:cNvSpPr/>
            <p:nvPr/>
          </p:nvSpPr>
          <p:spPr>
            <a:xfrm>
              <a:off x="10157838" y="568038"/>
              <a:ext cx="28346" cy="28346"/>
            </a:xfrm>
            <a:prstGeom prst="ellipse">
              <a:avLst/>
            </a:prstGeom>
            <a:solidFill>
              <a:srgbClr val="00A6A6"/>
            </a:solidFill>
            <a:ln w="2743">
              <a:solidFill>
                <a:srgbClr val="FFFFFF"/>
              </a:solidFill>
            </a:ln>
            <a:effectLst/>
          </p:spPr>
          <p:txBody>
            <a:bodyPr rtlCol="0" anchor="ctr"/>
            <a:lstStyle/>
            <a:p>
              <a:pPr algn="ctr"/>
            </a:p>
          </p:txBody>
        </p:sp>
        <p:sp>
          <p:nvSpPr>
            <p:cNvPr id="1058" name="link6_sensor_3: 0.5864 m"/>
            <p:cNvSpPr/>
            <p:nvPr/>
          </p:nvSpPr>
          <p:spPr>
            <a:xfrm>
              <a:off x="9480145" y="725816"/>
              <a:ext cx="28346" cy="28346"/>
            </a:xfrm>
            <a:prstGeom prst="ellipse">
              <a:avLst/>
            </a:prstGeom>
            <a:solidFill>
              <a:srgbClr val="00A6A6"/>
            </a:solidFill>
            <a:ln w="2743">
              <a:solidFill>
                <a:srgbClr val="FFFFFF"/>
              </a:solidFill>
            </a:ln>
            <a:effectLst/>
          </p:spPr>
          <p:txBody>
            <a:bodyPr rtlCol="0" anchor="ctr"/>
            <a:lstStyle/>
            <a:p>
              <a:pPr algn="ctr"/>
            </a:p>
          </p:txBody>
        </p:sp>
        <p:sp>
          <p:nvSpPr>
            <p:cNvPr id="1059" name="link6_sensor_0: 0.7157 m"/>
            <p:cNvSpPr/>
            <p:nvPr/>
          </p:nvSpPr>
          <p:spPr>
            <a:xfrm>
              <a:off x="10739685" y="974441"/>
              <a:ext cx="28346" cy="28346"/>
            </a:xfrm>
            <a:prstGeom prst="ellipse">
              <a:avLst/>
            </a:prstGeom>
            <a:solidFill>
              <a:srgbClr val="00A6A6"/>
            </a:solidFill>
            <a:ln w="2743">
              <a:solidFill>
                <a:srgbClr val="FFFFFF"/>
              </a:solidFill>
            </a:ln>
            <a:effectLst/>
          </p:spPr>
          <p:txBody>
            <a:bodyPr rtlCol="0" anchor="ctr"/>
            <a:lstStyle/>
            <a:p>
              <a:pPr algn="ctr"/>
            </a:p>
          </p:txBody>
        </p:sp>
        <p:sp>
          <p:nvSpPr>
            <p:cNvPr id="1060" name="link6_sensor_4: 0.6424 m"/>
            <p:cNvSpPr/>
            <p:nvPr/>
          </p:nvSpPr>
          <p:spPr>
            <a:xfrm>
              <a:off x="9987791" y="471051"/>
              <a:ext cx="28346" cy="28346"/>
            </a:xfrm>
            <a:prstGeom prst="ellipse">
              <a:avLst/>
            </a:prstGeom>
            <a:solidFill>
              <a:srgbClr val="00A6A6"/>
            </a:solidFill>
            <a:ln w="2743">
              <a:solidFill>
                <a:srgbClr val="FFFFFF"/>
              </a:solidFill>
            </a:ln>
            <a:effectLst/>
          </p:spPr>
          <p:txBody>
            <a:bodyPr rtlCol="0" anchor="ctr"/>
            <a:lstStyle/>
            <a:p>
              <a:pPr algn="ctr"/>
            </a:p>
          </p:txBody>
        </p:sp>
        <p:sp>
          <p:nvSpPr>
            <p:cNvPr id="1061" name="link6_sensor_0: 0.6644 m"/>
            <p:cNvSpPr/>
            <p:nvPr/>
          </p:nvSpPr>
          <p:spPr>
            <a:xfrm>
              <a:off x="10374174" y="693418"/>
              <a:ext cx="28346" cy="28346"/>
            </a:xfrm>
            <a:prstGeom prst="ellipse">
              <a:avLst/>
            </a:prstGeom>
            <a:solidFill>
              <a:srgbClr val="00A6A6"/>
            </a:solidFill>
            <a:ln w="2743">
              <a:solidFill>
                <a:srgbClr val="FFFFFF"/>
              </a:solidFill>
            </a:ln>
            <a:effectLst/>
          </p:spPr>
          <p:txBody>
            <a:bodyPr rtlCol="0" anchor="ctr"/>
            <a:lstStyle/>
            <a:p>
              <a:pPr algn="ctr"/>
            </a:p>
          </p:txBody>
        </p:sp>
        <p:sp>
          <p:nvSpPr>
            <p:cNvPr id="1062" name="link6_sensor_4: 0.6277 m"/>
            <p:cNvSpPr/>
            <p:nvPr/>
          </p:nvSpPr>
          <p:spPr>
            <a:xfrm>
              <a:off x="10207776" y="607752"/>
              <a:ext cx="28346" cy="28346"/>
            </a:xfrm>
            <a:prstGeom prst="ellipse">
              <a:avLst/>
            </a:prstGeom>
            <a:solidFill>
              <a:srgbClr val="00A6A6"/>
            </a:solidFill>
            <a:ln w="2743">
              <a:solidFill>
                <a:srgbClr val="FFFFFF"/>
              </a:solidFill>
            </a:ln>
            <a:effectLst/>
          </p:spPr>
          <p:txBody>
            <a:bodyPr rtlCol="0" anchor="ctr"/>
            <a:lstStyle/>
            <a:p>
              <a:pPr algn="ctr"/>
            </a:p>
          </p:txBody>
        </p:sp>
        <p:sp>
          <p:nvSpPr>
            <p:cNvPr id="1063" name="link6_sensor_3: 0.4824 m"/>
            <p:cNvSpPr/>
            <p:nvPr/>
          </p:nvSpPr>
          <p:spPr>
            <a:xfrm>
              <a:off x="9431039" y="1053834"/>
              <a:ext cx="28346" cy="28346"/>
            </a:xfrm>
            <a:prstGeom prst="ellipse">
              <a:avLst/>
            </a:prstGeom>
            <a:solidFill>
              <a:srgbClr val="00A6A6"/>
            </a:solidFill>
            <a:ln w="2743">
              <a:solidFill>
                <a:srgbClr val="FFFFFF"/>
              </a:solidFill>
            </a:ln>
            <a:effectLst/>
          </p:spPr>
          <p:txBody>
            <a:bodyPr rtlCol="0" anchor="ctr"/>
            <a:lstStyle/>
            <a:p>
              <a:pPr algn="ctr"/>
            </a:p>
          </p:txBody>
        </p:sp>
        <p:sp>
          <p:nvSpPr>
            <p:cNvPr id="1064" name="link6_sensor_4: 0.6137 m"/>
            <p:cNvSpPr/>
            <p:nvPr/>
          </p:nvSpPr>
          <p:spPr>
            <a:xfrm>
              <a:off x="10418693" y="738814"/>
              <a:ext cx="28346" cy="28346"/>
            </a:xfrm>
            <a:prstGeom prst="ellipse">
              <a:avLst/>
            </a:prstGeom>
            <a:solidFill>
              <a:srgbClr val="00A6A6"/>
            </a:solidFill>
            <a:ln w="2743">
              <a:solidFill>
                <a:srgbClr val="FFFFFF"/>
              </a:solidFill>
            </a:ln>
            <a:effectLst/>
          </p:spPr>
          <p:txBody>
            <a:bodyPr rtlCol="0" anchor="ctr"/>
            <a:lstStyle/>
            <a:p>
              <a:pPr algn="ctr"/>
            </a:p>
          </p:txBody>
        </p:sp>
        <p:sp>
          <p:nvSpPr>
            <p:cNvPr id="1065" name="link5_back_sensor_4: 1.1921 m"/>
            <p:cNvSpPr/>
            <p:nvPr/>
          </p:nvSpPr>
          <p:spPr>
            <a:xfrm>
              <a:off x="7924980" y="2712513"/>
              <a:ext cx="28346" cy="28346"/>
            </a:xfrm>
            <a:prstGeom prst="ellipse">
              <a:avLst/>
            </a:prstGeom>
            <a:solidFill>
              <a:srgbClr val="00A6A6"/>
            </a:solidFill>
            <a:ln w="2743">
              <a:solidFill>
                <a:srgbClr val="FFFFFF"/>
              </a:solidFill>
            </a:ln>
            <a:effectLst/>
          </p:spPr>
          <p:txBody>
            <a:bodyPr rtlCol="0" anchor="ctr"/>
            <a:lstStyle/>
            <a:p>
              <a:pPr algn="ctr"/>
            </a:p>
          </p:txBody>
        </p:sp>
        <p:sp>
          <p:nvSpPr>
            <p:cNvPr id="1066" name="link6_sensor_0: 0.7016 m"/>
            <p:cNvSpPr/>
            <p:nvPr/>
          </p:nvSpPr>
          <p:spPr>
            <a:xfrm>
              <a:off x="10616163" y="833679"/>
              <a:ext cx="28346" cy="28346"/>
            </a:xfrm>
            <a:prstGeom prst="ellipse">
              <a:avLst/>
            </a:prstGeom>
            <a:solidFill>
              <a:srgbClr val="00A6A6"/>
            </a:solidFill>
            <a:ln w="2743">
              <a:solidFill>
                <a:srgbClr val="FFFFFF"/>
              </a:solidFill>
            </a:ln>
            <a:effectLst/>
          </p:spPr>
          <p:txBody>
            <a:bodyPr rtlCol="0" anchor="ctr"/>
            <a:lstStyle/>
            <a:p>
              <a:pPr algn="ctr"/>
            </a:p>
          </p:txBody>
        </p:sp>
        <p:sp>
          <p:nvSpPr>
            <p:cNvPr id="1067" name="link6_sensor_4: 0.6545 m"/>
            <p:cNvSpPr/>
            <p:nvPr/>
          </p:nvSpPr>
          <p:spPr>
            <a:xfrm>
              <a:off x="9871631" y="334065"/>
              <a:ext cx="28346" cy="28346"/>
            </a:xfrm>
            <a:prstGeom prst="ellipse">
              <a:avLst/>
            </a:prstGeom>
            <a:solidFill>
              <a:srgbClr val="00A6A6"/>
            </a:solidFill>
            <a:ln w="2743">
              <a:solidFill>
                <a:srgbClr val="FFFFFF"/>
              </a:solidFill>
            </a:ln>
            <a:effectLst/>
          </p:spPr>
          <p:txBody>
            <a:bodyPr rtlCol="0" anchor="ctr"/>
            <a:lstStyle/>
            <a:p>
              <a:pPr algn="ctr"/>
            </a:p>
          </p:txBody>
        </p:sp>
        <p:sp>
          <p:nvSpPr>
            <p:cNvPr id="1068" name="link6_sensor_0: 0.6522 m"/>
            <p:cNvSpPr/>
            <p:nvPr/>
          </p:nvSpPr>
          <p:spPr>
            <a:xfrm>
              <a:off x="10263841" y="565903"/>
              <a:ext cx="28346" cy="28346"/>
            </a:xfrm>
            <a:prstGeom prst="ellipse">
              <a:avLst/>
            </a:prstGeom>
            <a:solidFill>
              <a:srgbClr val="00A6A6"/>
            </a:solidFill>
            <a:ln w="2743">
              <a:solidFill>
                <a:srgbClr val="FFFFFF"/>
              </a:solidFill>
            </a:ln>
            <a:effectLst/>
          </p:spPr>
          <p:txBody>
            <a:bodyPr rtlCol="0" anchor="ctr"/>
            <a:lstStyle/>
            <a:p>
              <a:pPr algn="ctr"/>
            </a:p>
          </p:txBody>
        </p:sp>
        <p:sp>
          <p:nvSpPr>
            <p:cNvPr id="1069" name="link6_sensor_4: 0.6393 m"/>
            <p:cNvSpPr/>
            <p:nvPr/>
          </p:nvSpPr>
          <p:spPr>
            <a:xfrm>
              <a:off x="10099533" y="477089"/>
              <a:ext cx="28346" cy="28346"/>
            </a:xfrm>
            <a:prstGeom prst="ellipse">
              <a:avLst/>
            </a:prstGeom>
            <a:solidFill>
              <a:srgbClr val="00A6A6"/>
            </a:solidFill>
            <a:ln w="2743">
              <a:solidFill>
                <a:srgbClr val="FFFFFF"/>
              </a:solidFill>
            </a:ln>
            <a:effectLst/>
          </p:spPr>
          <p:txBody>
            <a:bodyPr rtlCol="0" anchor="ctr"/>
            <a:lstStyle/>
            <a:p>
              <a:pPr algn="ctr"/>
            </a:p>
          </p:txBody>
        </p:sp>
        <p:sp>
          <p:nvSpPr>
            <p:cNvPr id="1070" name="link6_sensor_0: 0.7386 m"/>
            <p:cNvSpPr/>
            <p:nvPr/>
          </p:nvSpPr>
          <p:spPr>
            <a:xfrm>
              <a:off x="10999251" y="1144260"/>
              <a:ext cx="28346" cy="28346"/>
            </a:xfrm>
            <a:prstGeom prst="ellipse">
              <a:avLst/>
            </a:prstGeom>
            <a:solidFill>
              <a:srgbClr val="00A6A6"/>
            </a:solidFill>
            <a:ln w="2743">
              <a:solidFill>
                <a:srgbClr val="FFFFFF"/>
              </a:solidFill>
            </a:ln>
            <a:effectLst/>
          </p:spPr>
          <p:txBody>
            <a:bodyPr rtlCol="0" anchor="ctr"/>
            <a:lstStyle/>
            <a:p>
              <a:pPr algn="ctr"/>
            </a:p>
          </p:txBody>
        </p:sp>
        <p:sp>
          <p:nvSpPr>
            <p:cNvPr id="1071" name="link6_sensor_0: 0.7432 m"/>
            <p:cNvSpPr/>
            <p:nvPr/>
          </p:nvSpPr>
          <p:spPr>
            <a:xfrm>
              <a:off x="10888701" y="991617"/>
              <a:ext cx="28346" cy="28346"/>
            </a:xfrm>
            <a:prstGeom prst="ellipse">
              <a:avLst/>
            </a:prstGeom>
            <a:solidFill>
              <a:srgbClr val="00A6A6"/>
            </a:solidFill>
            <a:ln w="2743">
              <a:solidFill>
                <a:srgbClr val="FFFFFF"/>
              </a:solidFill>
            </a:ln>
            <a:effectLst/>
          </p:spPr>
          <p:txBody>
            <a:bodyPr rtlCol="0" anchor="ctr"/>
            <a:lstStyle/>
            <a:p>
              <a:pPr algn="ctr"/>
            </a:p>
          </p:txBody>
        </p:sp>
        <p:sp>
          <p:nvSpPr>
            <p:cNvPr id="1072" name="link2_sensor_6: 1.0822 m"/>
            <p:cNvSpPr/>
            <p:nvPr/>
          </p:nvSpPr>
          <p:spPr>
            <a:xfrm>
              <a:off x="7999111" y="3037937"/>
              <a:ext cx="28346" cy="28346"/>
            </a:xfrm>
            <a:prstGeom prst="ellipse">
              <a:avLst/>
            </a:prstGeom>
            <a:solidFill>
              <a:srgbClr val="00A6A6"/>
            </a:solidFill>
            <a:ln w="2743">
              <a:solidFill>
                <a:srgbClr val="FFFFFF"/>
              </a:solidFill>
            </a:ln>
            <a:effectLst/>
          </p:spPr>
          <p:txBody>
            <a:bodyPr rtlCol="0" anchor="ctr"/>
            <a:lstStyle/>
            <a:p>
              <a:pPr algn="ctr"/>
            </a:p>
          </p:txBody>
        </p:sp>
        <p:sp>
          <p:nvSpPr>
            <p:cNvPr id="1073" name="link6_sensor_4: 0.6247 m"/>
            <p:cNvSpPr/>
            <p:nvPr/>
          </p:nvSpPr>
          <p:spPr>
            <a:xfrm>
              <a:off x="10317812" y="614067"/>
              <a:ext cx="28346" cy="28346"/>
            </a:xfrm>
            <a:prstGeom prst="ellipse">
              <a:avLst/>
            </a:prstGeom>
            <a:solidFill>
              <a:srgbClr val="00A6A6"/>
            </a:solidFill>
            <a:ln w="2743">
              <a:solidFill>
                <a:srgbClr val="FFFFFF"/>
              </a:solidFill>
            </a:ln>
            <a:effectLst/>
          </p:spPr>
          <p:txBody>
            <a:bodyPr rtlCol="0" anchor="ctr"/>
            <a:lstStyle/>
            <a:p>
              <a:pPr algn="ctr"/>
            </a:p>
          </p:txBody>
        </p:sp>
        <p:sp>
          <p:nvSpPr>
            <p:cNvPr id="1074" name="link6_sensor_0: 0.6880 m"/>
            <p:cNvSpPr/>
            <p:nvPr/>
          </p:nvSpPr>
          <p:spPr>
            <a:xfrm>
              <a:off x="10496051" y="696781"/>
              <a:ext cx="28346" cy="28346"/>
            </a:xfrm>
            <a:prstGeom prst="ellipse">
              <a:avLst/>
            </a:prstGeom>
            <a:solidFill>
              <a:srgbClr val="00A6A6"/>
            </a:solidFill>
            <a:ln w="2743">
              <a:solidFill>
                <a:srgbClr val="FFFFFF"/>
              </a:solidFill>
            </a:ln>
            <a:effectLst/>
          </p:spPr>
          <p:txBody>
            <a:bodyPr rtlCol="0" anchor="ctr"/>
            <a:lstStyle/>
            <a:p>
              <a:pPr algn="ctr"/>
            </a:p>
          </p:txBody>
        </p:sp>
        <p:sp>
          <p:nvSpPr>
            <p:cNvPr id="1075" name="link6_sensor_0: 0.6405 m"/>
            <p:cNvSpPr/>
            <p:nvPr/>
          </p:nvSpPr>
          <p:spPr>
            <a:xfrm>
              <a:off x="10156326" y="441673"/>
              <a:ext cx="28346" cy="28346"/>
            </a:xfrm>
            <a:prstGeom prst="ellipse">
              <a:avLst/>
            </a:prstGeom>
            <a:solidFill>
              <a:srgbClr val="00A6A6"/>
            </a:solidFill>
            <a:ln w="2743">
              <a:solidFill>
                <a:srgbClr val="FFFFFF"/>
              </a:solidFill>
            </a:ln>
            <a:effectLst/>
          </p:spPr>
          <p:txBody>
            <a:bodyPr rtlCol="0" anchor="ctr"/>
            <a:lstStyle/>
            <a:p>
              <a:pPr algn="ctr"/>
            </a:p>
          </p:txBody>
        </p:sp>
        <p:sp>
          <p:nvSpPr>
            <p:cNvPr id="1076" name="link6_sensor_3: 0.5926 m"/>
            <p:cNvSpPr/>
            <p:nvPr/>
          </p:nvSpPr>
          <p:spPr>
            <a:xfrm>
              <a:off x="9470888" y="614477"/>
              <a:ext cx="28346" cy="28346"/>
            </a:xfrm>
            <a:prstGeom prst="ellipse">
              <a:avLst/>
            </a:prstGeom>
            <a:solidFill>
              <a:srgbClr val="00A6A6"/>
            </a:solidFill>
            <a:ln w="2743">
              <a:solidFill>
                <a:srgbClr val="FFFFFF"/>
              </a:solidFill>
            </a:ln>
            <a:effectLst/>
          </p:spPr>
          <p:txBody>
            <a:bodyPr rtlCol="0" anchor="ctr"/>
            <a:lstStyle/>
            <a:p>
              <a:pPr algn="ctr"/>
            </a:p>
          </p:txBody>
        </p:sp>
        <p:sp>
          <p:nvSpPr>
            <p:cNvPr id="1077" name="link6_sensor_4: 0.6513 m"/>
            <p:cNvSpPr/>
            <p:nvPr/>
          </p:nvSpPr>
          <p:spPr>
            <a:xfrm>
              <a:off x="9985831" y="339830"/>
              <a:ext cx="28346" cy="28346"/>
            </a:xfrm>
            <a:prstGeom prst="ellipse">
              <a:avLst/>
            </a:prstGeom>
            <a:solidFill>
              <a:srgbClr val="00A6A6"/>
            </a:solidFill>
            <a:ln w="2743">
              <a:solidFill>
                <a:srgbClr val="FFFFFF"/>
              </a:solidFill>
            </a:ln>
            <a:effectLst/>
          </p:spPr>
          <p:txBody>
            <a:bodyPr rtlCol="0" anchor="ctr"/>
            <a:lstStyle/>
            <a:p>
              <a:pPr algn="ctr"/>
            </a:p>
          </p:txBody>
        </p:sp>
        <p:sp>
          <p:nvSpPr>
            <p:cNvPr id="1078" name="link6_sensor_0: 0.7279 m"/>
            <p:cNvSpPr/>
            <p:nvPr/>
          </p:nvSpPr>
          <p:spPr>
            <a:xfrm>
              <a:off x="10757125" y="843912"/>
              <a:ext cx="28346" cy="28346"/>
            </a:xfrm>
            <a:prstGeom prst="ellipse">
              <a:avLst/>
            </a:prstGeom>
            <a:solidFill>
              <a:srgbClr val="00A6A6"/>
            </a:solidFill>
            <a:ln w="2743">
              <a:solidFill>
                <a:srgbClr val="FFFFFF"/>
              </a:solidFill>
            </a:ln>
            <a:effectLst/>
          </p:spPr>
          <p:txBody>
            <a:bodyPr rtlCol="0" anchor="ctr"/>
            <a:lstStyle/>
            <a:p>
              <a:pPr algn="ctr"/>
            </a:p>
          </p:txBody>
        </p:sp>
        <p:sp>
          <p:nvSpPr>
            <p:cNvPr id="1079" name="link6_sensor_3: 0.4866 m"/>
            <p:cNvSpPr/>
            <p:nvPr/>
          </p:nvSpPr>
          <p:spPr>
            <a:xfrm>
              <a:off x="9422432" y="968814"/>
              <a:ext cx="28346" cy="28346"/>
            </a:xfrm>
            <a:prstGeom prst="ellipse">
              <a:avLst/>
            </a:prstGeom>
            <a:solidFill>
              <a:srgbClr val="00A6A6"/>
            </a:solidFill>
            <a:ln w="2743">
              <a:solidFill>
                <a:srgbClr val="FFFFFF"/>
              </a:solidFill>
            </a:ln>
            <a:effectLst/>
          </p:spPr>
          <p:txBody>
            <a:bodyPr rtlCol="0" anchor="ctr"/>
            <a:lstStyle/>
            <a:p>
              <a:pPr algn="ctr"/>
            </a:p>
          </p:txBody>
        </p:sp>
        <p:sp>
          <p:nvSpPr>
            <p:cNvPr id="1080" name="link6_sensor_4: 0.6362 m"/>
            <p:cNvSpPr/>
            <p:nvPr/>
          </p:nvSpPr>
          <p:spPr>
            <a:xfrm>
              <a:off x="10211955" y="483163"/>
              <a:ext cx="28346" cy="28346"/>
            </a:xfrm>
            <a:prstGeom prst="ellipse">
              <a:avLst/>
            </a:prstGeom>
            <a:solidFill>
              <a:srgbClr val="00A6A6"/>
            </a:solidFill>
            <a:ln w="2743">
              <a:solidFill>
                <a:srgbClr val="FFFFFF"/>
              </a:solidFill>
            </a:ln>
            <a:effectLst/>
          </p:spPr>
          <p:txBody>
            <a:bodyPr rtlCol="0" anchor="ctr"/>
            <a:lstStyle/>
            <a:p>
              <a:pPr algn="ctr"/>
            </a:p>
          </p:txBody>
        </p:sp>
        <p:sp>
          <p:nvSpPr>
            <p:cNvPr id="1081" name="link6_sensor_0: 0.6749 m"/>
            <p:cNvSpPr/>
            <p:nvPr/>
          </p:nvSpPr>
          <p:spPr>
            <a:xfrm>
              <a:off x="10379196" y="563591"/>
              <a:ext cx="28346" cy="28346"/>
            </a:xfrm>
            <a:prstGeom prst="ellipse">
              <a:avLst/>
            </a:prstGeom>
            <a:solidFill>
              <a:srgbClr val="00A6A6"/>
            </a:solidFill>
            <a:ln w="2743">
              <a:solidFill>
                <a:srgbClr val="FFFFFF"/>
              </a:solidFill>
            </a:ln>
            <a:effectLst/>
          </p:spPr>
          <p:txBody>
            <a:bodyPr rtlCol="0" anchor="ctr"/>
            <a:lstStyle/>
            <a:p>
              <a:pPr algn="ctr"/>
            </a:p>
          </p:txBody>
        </p:sp>
        <p:sp>
          <p:nvSpPr>
            <p:cNvPr id="1082" name="link6_sensor_4: 0.6218 m"/>
            <p:cNvSpPr/>
            <p:nvPr/>
          </p:nvSpPr>
          <p:spPr>
            <a:xfrm>
              <a:off x="10428505" y="620419"/>
              <a:ext cx="28346" cy="28346"/>
            </a:xfrm>
            <a:prstGeom prst="ellipse">
              <a:avLst/>
            </a:prstGeom>
            <a:solidFill>
              <a:srgbClr val="00A6A6"/>
            </a:solidFill>
            <a:ln w="2743">
              <a:solidFill>
                <a:srgbClr val="FFFFFF"/>
              </a:solidFill>
            </a:ln>
            <a:effectLst/>
          </p:spPr>
          <p:txBody>
            <a:bodyPr rtlCol="0" anchor="ctr"/>
            <a:lstStyle/>
            <a:p>
              <a:pPr algn="ctr"/>
            </a:p>
          </p:txBody>
        </p:sp>
        <p:sp>
          <p:nvSpPr>
            <p:cNvPr id="1083" name="link6_sensor_0: 0.7133 m"/>
            <p:cNvSpPr/>
            <p:nvPr/>
          </p:nvSpPr>
          <p:spPr>
            <a:xfrm>
              <a:off x="10629347" y="700458"/>
              <a:ext cx="28346" cy="28346"/>
            </a:xfrm>
            <a:prstGeom prst="ellipse">
              <a:avLst/>
            </a:prstGeom>
            <a:solidFill>
              <a:srgbClr val="00A6A6"/>
            </a:solidFill>
            <a:ln w="2743">
              <a:solidFill>
                <a:srgbClr val="FFFFFF"/>
              </a:solidFill>
            </a:ln>
            <a:effectLst/>
          </p:spPr>
          <p:txBody>
            <a:bodyPr rtlCol="0" anchor="ctr"/>
            <a:lstStyle/>
            <a:p>
              <a:pPr algn="ctr"/>
            </a:p>
          </p:txBody>
        </p:sp>
        <p:sp>
          <p:nvSpPr>
            <p:cNvPr id="1084" name="link6_sensor_0: 0.6624 m"/>
            <p:cNvSpPr/>
            <p:nvPr/>
          </p:nvSpPr>
          <p:spPr>
            <a:xfrm>
              <a:off x="10265463" y="433967"/>
              <a:ext cx="28346" cy="28346"/>
            </a:xfrm>
            <a:prstGeom prst="ellipse">
              <a:avLst/>
            </a:prstGeom>
            <a:solidFill>
              <a:srgbClr val="00A6A6"/>
            </a:solidFill>
            <a:ln w="2743">
              <a:solidFill>
                <a:srgbClr val="FFFFFF"/>
              </a:solidFill>
            </a:ln>
            <a:effectLst/>
          </p:spPr>
          <p:txBody>
            <a:bodyPr rtlCol="0" anchor="ctr"/>
            <a:lstStyle/>
            <a:p>
              <a:pPr algn="ctr"/>
            </a:p>
          </p:txBody>
        </p:sp>
        <p:sp>
          <p:nvSpPr>
            <p:cNvPr id="1085" name="link6_sensor_2: 0.7329 m"/>
            <p:cNvSpPr/>
            <p:nvPr/>
          </p:nvSpPr>
          <p:spPr>
            <a:xfrm>
              <a:off x="11013917" y="1104870"/>
              <a:ext cx="28346" cy="28346"/>
            </a:xfrm>
            <a:prstGeom prst="ellipse">
              <a:avLst/>
            </a:prstGeom>
            <a:solidFill>
              <a:srgbClr val="00A6A6"/>
            </a:solidFill>
            <a:ln w="2743">
              <a:solidFill>
                <a:srgbClr val="FFFFFF"/>
              </a:solidFill>
            </a:ln>
            <a:effectLst/>
          </p:spPr>
          <p:txBody>
            <a:bodyPr rtlCol="0" anchor="ctr"/>
            <a:lstStyle/>
            <a:p>
              <a:pPr algn="ctr"/>
            </a:p>
          </p:txBody>
        </p:sp>
        <p:sp>
          <p:nvSpPr>
            <p:cNvPr id="1086" name="link6_sensor_4: 0.6481 m"/>
            <p:cNvSpPr/>
            <p:nvPr/>
          </p:nvSpPr>
          <p:spPr>
            <a:xfrm>
              <a:off x="10100743" y="345630"/>
              <a:ext cx="28346" cy="28346"/>
            </a:xfrm>
            <a:prstGeom prst="ellipse">
              <a:avLst/>
            </a:prstGeom>
            <a:solidFill>
              <a:srgbClr val="00A6A6"/>
            </a:solidFill>
            <a:ln w="2743">
              <a:solidFill>
                <a:srgbClr val="FFFFFF"/>
              </a:solidFill>
            </a:ln>
            <a:effectLst/>
          </p:spPr>
          <p:txBody>
            <a:bodyPr rtlCol="0" anchor="ctr"/>
            <a:lstStyle/>
            <a:p>
              <a:pPr algn="ctr"/>
            </a:p>
          </p:txBody>
        </p:sp>
        <p:sp>
          <p:nvSpPr>
            <p:cNvPr id="1087" name="link6_sensor_4: 0.6332 m"/>
            <p:cNvSpPr/>
            <p:nvPr/>
          </p:nvSpPr>
          <p:spPr>
            <a:xfrm>
              <a:off x="10325062" y="489275"/>
              <a:ext cx="28346" cy="28346"/>
            </a:xfrm>
            <a:prstGeom prst="ellipse">
              <a:avLst/>
            </a:prstGeom>
            <a:solidFill>
              <a:srgbClr val="00A6A6"/>
            </a:solidFill>
            <a:ln w="2743">
              <a:solidFill>
                <a:srgbClr val="FFFFFF"/>
              </a:solidFill>
            </a:ln>
            <a:effectLst/>
          </p:spPr>
          <p:txBody>
            <a:bodyPr rtlCol="0" anchor="ctr"/>
            <a:lstStyle/>
            <a:p>
              <a:pPr algn="ctr"/>
            </a:p>
          </p:txBody>
        </p:sp>
        <p:sp>
          <p:nvSpPr>
            <p:cNvPr id="1088" name="link6_sensor_0: 0.7564 m"/>
            <p:cNvSpPr/>
            <p:nvPr/>
          </p:nvSpPr>
          <p:spPr>
            <a:xfrm>
              <a:off x="10912163" y="855166"/>
              <a:ext cx="28346" cy="28346"/>
            </a:xfrm>
            <a:prstGeom prst="ellipse">
              <a:avLst/>
            </a:prstGeom>
            <a:solidFill>
              <a:srgbClr val="00A6A6"/>
            </a:solidFill>
            <a:ln w="2743">
              <a:solidFill>
                <a:srgbClr val="FFFFFF"/>
              </a:solidFill>
            </a:ln>
            <a:effectLst/>
          </p:spPr>
          <p:txBody>
            <a:bodyPr rtlCol="0" anchor="ctr"/>
            <a:lstStyle/>
            <a:p>
              <a:pPr algn="ctr"/>
            </a:p>
          </p:txBody>
        </p:sp>
        <p:sp>
          <p:nvSpPr>
            <p:cNvPr id="1089" name="link6_sensor_0: 0.6993 m"/>
            <p:cNvSpPr/>
            <p:nvPr/>
          </p:nvSpPr>
          <p:spPr>
            <a:xfrm>
              <a:off x="10505205" y="561067"/>
              <a:ext cx="28346" cy="28346"/>
            </a:xfrm>
            <a:prstGeom prst="ellipse">
              <a:avLst/>
            </a:prstGeom>
            <a:solidFill>
              <a:srgbClr val="00A6A6"/>
            </a:solidFill>
            <a:ln w="2743">
              <a:solidFill>
                <a:srgbClr val="FFFFFF"/>
              </a:solidFill>
            </a:ln>
            <a:effectLst/>
          </p:spPr>
          <p:txBody>
            <a:bodyPr rtlCol="0" anchor="ctr"/>
            <a:lstStyle/>
            <a:p>
              <a:pPr algn="ctr"/>
            </a:p>
          </p:txBody>
        </p:sp>
        <p:sp>
          <p:nvSpPr>
            <p:cNvPr id="1090" name="link6_sensor_3: 0.4909 m"/>
            <p:cNvSpPr/>
            <p:nvPr/>
          </p:nvSpPr>
          <p:spPr>
            <a:xfrm>
              <a:off x="9413472" y="880300"/>
              <a:ext cx="28346" cy="28346"/>
            </a:xfrm>
            <a:prstGeom prst="ellipse">
              <a:avLst/>
            </a:prstGeom>
            <a:solidFill>
              <a:srgbClr val="00A6A6"/>
            </a:solidFill>
            <a:ln w="2743">
              <a:solidFill>
                <a:srgbClr val="FFFFFF"/>
              </a:solidFill>
            </a:ln>
            <a:effectLst/>
          </p:spPr>
          <p:txBody>
            <a:bodyPr rtlCol="0" anchor="ctr"/>
            <a:lstStyle/>
            <a:p>
              <a:pPr algn="ctr"/>
            </a:p>
          </p:txBody>
        </p:sp>
        <p:sp>
          <p:nvSpPr>
            <p:cNvPr id="1091" name="link6_sensor_3: 0.5989 m"/>
            <p:cNvSpPr/>
            <p:nvPr/>
          </p:nvSpPr>
          <p:spPr>
            <a:xfrm>
              <a:off x="9461168" y="497556"/>
              <a:ext cx="28346" cy="28346"/>
            </a:xfrm>
            <a:prstGeom prst="ellipse">
              <a:avLst/>
            </a:prstGeom>
            <a:solidFill>
              <a:srgbClr val="00A6A6"/>
            </a:solidFill>
            <a:ln w="2743">
              <a:solidFill>
                <a:srgbClr val="FFFFFF"/>
              </a:solidFill>
            </a:ln>
            <a:effectLst/>
          </p:spPr>
          <p:txBody>
            <a:bodyPr rtlCol="0" anchor="ctr"/>
            <a:lstStyle/>
            <a:p>
              <a:pPr algn="ctr"/>
            </a:p>
          </p:txBody>
        </p:sp>
        <p:sp>
          <p:nvSpPr>
            <p:cNvPr id="1092" name="link6_sensor_0: 0.7413 m"/>
            <p:cNvSpPr/>
            <p:nvPr/>
          </p:nvSpPr>
          <p:spPr>
            <a:xfrm>
              <a:off x="11013253" y="1015625"/>
              <a:ext cx="28346" cy="28346"/>
            </a:xfrm>
            <a:prstGeom prst="ellipse">
              <a:avLst/>
            </a:prstGeom>
            <a:solidFill>
              <a:srgbClr val="00A6A6"/>
            </a:solidFill>
            <a:ln w="2743">
              <a:solidFill>
                <a:srgbClr val="FFFFFF"/>
              </a:solidFill>
            </a:ln>
            <a:effectLst/>
          </p:spPr>
          <p:txBody>
            <a:bodyPr rtlCol="0" anchor="ctr"/>
            <a:lstStyle/>
            <a:p>
              <a:pPr algn="ctr"/>
            </a:p>
          </p:txBody>
        </p:sp>
        <p:sp>
          <p:nvSpPr>
            <p:cNvPr id="1093" name="link6_sensor_4: 0.6450 m"/>
            <p:cNvSpPr/>
            <p:nvPr/>
          </p:nvSpPr>
          <p:spPr>
            <a:xfrm>
              <a:off x="10216374" y="351466"/>
              <a:ext cx="28346" cy="28346"/>
            </a:xfrm>
            <a:prstGeom prst="ellipse">
              <a:avLst/>
            </a:prstGeom>
            <a:solidFill>
              <a:srgbClr val="00A6A6"/>
            </a:solidFill>
            <a:ln w="2743">
              <a:solidFill>
                <a:srgbClr val="FFFFFF"/>
              </a:solidFill>
            </a:ln>
            <a:effectLst/>
          </p:spPr>
          <p:txBody>
            <a:bodyPr rtlCol="0" anchor="ctr"/>
            <a:lstStyle/>
            <a:p>
              <a:pPr algn="ctr"/>
            </a:p>
          </p:txBody>
        </p:sp>
        <p:sp>
          <p:nvSpPr>
            <p:cNvPr id="1094" name="link6_sensor_0: 0.7406 m"/>
            <p:cNvSpPr/>
            <p:nvPr/>
          </p:nvSpPr>
          <p:spPr>
            <a:xfrm>
              <a:off x="10775766" y="704487"/>
              <a:ext cx="28346" cy="28346"/>
            </a:xfrm>
            <a:prstGeom prst="ellipse">
              <a:avLst/>
            </a:prstGeom>
            <a:solidFill>
              <a:srgbClr val="00A6A6"/>
            </a:solidFill>
            <a:ln w="2743">
              <a:solidFill>
                <a:srgbClr val="FFFFFF"/>
              </a:solidFill>
            </a:ln>
            <a:effectLst/>
          </p:spPr>
          <p:txBody>
            <a:bodyPr rtlCol="0" anchor="ctr"/>
            <a:lstStyle/>
            <a:p>
              <a:pPr algn="ctr"/>
            </a:p>
          </p:txBody>
        </p:sp>
        <p:sp>
          <p:nvSpPr>
            <p:cNvPr id="1095" name="link6_sensor_0: 0.6858 m"/>
            <p:cNvSpPr/>
            <p:nvPr/>
          </p:nvSpPr>
          <p:spPr>
            <a:xfrm>
              <a:off x="10384537" y="425568"/>
              <a:ext cx="28346" cy="28346"/>
            </a:xfrm>
            <a:prstGeom prst="ellipse">
              <a:avLst/>
            </a:prstGeom>
            <a:solidFill>
              <a:srgbClr val="00A6A6"/>
            </a:solidFill>
            <a:ln w="2743">
              <a:solidFill>
                <a:srgbClr val="FFFFFF"/>
              </a:solidFill>
            </a:ln>
            <a:effectLst/>
          </p:spPr>
          <p:txBody>
            <a:bodyPr rtlCol="0" anchor="ctr"/>
            <a:lstStyle/>
            <a:p>
              <a:pPr algn="ctr"/>
            </a:p>
          </p:txBody>
        </p:sp>
        <p:sp>
          <p:nvSpPr>
            <p:cNvPr id="1096" name="link6_sensor_4: 0.6302 m"/>
            <p:cNvSpPr/>
            <p:nvPr/>
          </p:nvSpPr>
          <p:spPr>
            <a:xfrm>
              <a:off x="10438864" y="495422"/>
              <a:ext cx="28346" cy="28346"/>
            </a:xfrm>
            <a:prstGeom prst="ellipse">
              <a:avLst/>
            </a:prstGeom>
            <a:solidFill>
              <a:srgbClr val="00A6A6"/>
            </a:solidFill>
            <a:ln w="2743">
              <a:solidFill>
                <a:srgbClr val="FFFFFF"/>
              </a:solidFill>
            </a:ln>
            <a:effectLst/>
          </p:spPr>
          <p:txBody>
            <a:bodyPr rtlCol="0" anchor="ctr"/>
            <a:lstStyle/>
            <a:p>
              <a:pPr algn="ctr"/>
            </a:p>
          </p:txBody>
        </p:sp>
        <p:sp>
          <p:nvSpPr>
            <p:cNvPr id="1097" name="link2_sensor_6: 0.9313 m"/>
            <p:cNvSpPr/>
            <p:nvPr/>
          </p:nvSpPr>
          <p:spPr>
            <a:xfrm>
              <a:off x="8229772" y="3147322"/>
              <a:ext cx="28346" cy="28346"/>
            </a:xfrm>
            <a:prstGeom prst="ellipse">
              <a:avLst/>
            </a:prstGeom>
            <a:solidFill>
              <a:srgbClr val="00A6A6"/>
            </a:solidFill>
            <a:ln w="2743">
              <a:solidFill>
                <a:srgbClr val="FFFFFF"/>
              </a:solidFill>
            </a:ln>
            <a:effectLst/>
          </p:spPr>
          <p:txBody>
            <a:bodyPr rtlCol="0" anchor="ctr"/>
            <a:lstStyle/>
            <a:p>
              <a:pPr algn="ctr"/>
            </a:p>
          </p:txBody>
        </p:sp>
        <p:sp>
          <p:nvSpPr>
            <p:cNvPr id="1098" name="link6_sensor_3: 0.4190 m"/>
            <p:cNvSpPr/>
            <p:nvPr/>
          </p:nvSpPr>
          <p:spPr>
            <a:xfrm>
              <a:off x="9371897" y="1072729"/>
              <a:ext cx="28346" cy="28346"/>
            </a:xfrm>
            <a:prstGeom prst="ellipse">
              <a:avLst/>
            </a:prstGeom>
            <a:solidFill>
              <a:srgbClr val="00A6A6"/>
            </a:solidFill>
            <a:ln w="2743">
              <a:solidFill>
                <a:srgbClr val="FFFFFF"/>
              </a:solidFill>
            </a:ln>
            <a:effectLst/>
          </p:spPr>
          <p:txBody>
            <a:bodyPr rtlCol="0" anchor="ctr"/>
            <a:lstStyle/>
            <a:p>
              <a:pPr algn="ctr"/>
            </a:p>
          </p:txBody>
        </p:sp>
        <p:sp>
          <p:nvSpPr>
            <p:cNvPr id="1099" name="link6_sensor_0: 0.7255 m"/>
            <p:cNvSpPr/>
            <p:nvPr/>
          </p:nvSpPr>
          <p:spPr>
            <a:xfrm>
              <a:off x="10643416" y="558298"/>
              <a:ext cx="28346" cy="28346"/>
            </a:xfrm>
            <a:prstGeom prst="ellipse">
              <a:avLst/>
            </a:prstGeom>
            <a:solidFill>
              <a:srgbClr val="00A6A6"/>
            </a:solidFill>
            <a:ln w="2743">
              <a:solidFill>
                <a:srgbClr val="FFFFFF"/>
              </a:solidFill>
            </a:ln>
            <a:effectLst/>
          </p:spPr>
          <p:txBody>
            <a:bodyPr rtlCol="0" anchor="ctr"/>
            <a:lstStyle/>
            <a:p>
              <a:pPr algn="ctr"/>
            </a:p>
          </p:txBody>
        </p:sp>
        <p:sp>
          <p:nvSpPr>
            <p:cNvPr id="1100" name="link6_sensor_2: 0.7439 m"/>
            <p:cNvSpPr/>
            <p:nvPr/>
          </p:nvSpPr>
          <p:spPr>
            <a:xfrm>
              <a:off x="11028939" y="971742"/>
              <a:ext cx="28346" cy="28346"/>
            </a:xfrm>
            <a:prstGeom prst="ellipse">
              <a:avLst/>
            </a:prstGeom>
            <a:solidFill>
              <a:srgbClr val="00A6A6"/>
            </a:solidFill>
            <a:ln w="2743">
              <a:solidFill>
                <a:srgbClr val="FFFFFF"/>
              </a:solidFill>
            </a:ln>
            <a:effectLst/>
          </p:spPr>
          <p:txBody>
            <a:bodyPr rtlCol="0" anchor="ctr"/>
            <a:lstStyle/>
            <a:p>
              <a:pPr algn="ctr"/>
            </a:p>
          </p:txBody>
        </p:sp>
        <p:sp>
          <p:nvSpPr>
            <p:cNvPr id="1101" name="link6_sensor_4: 0.6419 m"/>
            <p:cNvSpPr/>
            <p:nvPr/>
          </p:nvSpPr>
          <p:spPr>
            <a:xfrm>
              <a:off x="10332732" y="357339"/>
              <a:ext cx="28346" cy="28346"/>
            </a:xfrm>
            <a:prstGeom prst="ellipse">
              <a:avLst/>
            </a:prstGeom>
            <a:solidFill>
              <a:srgbClr val="00A6A6"/>
            </a:solidFill>
            <a:ln w="2743">
              <a:solidFill>
                <a:srgbClr val="FFFFFF"/>
              </a:solidFill>
            </a:ln>
            <a:effectLst/>
          </p:spPr>
          <p:txBody>
            <a:bodyPr rtlCol="0" anchor="ctr"/>
            <a:lstStyle/>
            <a:p>
              <a:pPr algn="ctr"/>
            </a:p>
          </p:txBody>
        </p:sp>
        <p:sp>
          <p:nvSpPr>
            <p:cNvPr id="1102" name="link6_sensor_3: 0.4952 m"/>
            <p:cNvSpPr/>
            <p:nvPr/>
          </p:nvSpPr>
          <p:spPr>
            <a:xfrm>
              <a:off x="9404136" y="788071"/>
              <a:ext cx="28346" cy="28346"/>
            </a:xfrm>
            <a:prstGeom prst="ellipse">
              <a:avLst/>
            </a:prstGeom>
            <a:solidFill>
              <a:srgbClr val="00A6A6"/>
            </a:solidFill>
            <a:ln w="2743">
              <a:solidFill>
                <a:srgbClr val="FFFFFF"/>
              </a:solidFill>
            </a:ln>
            <a:effectLst/>
          </p:spPr>
          <p:txBody>
            <a:bodyPr rtlCol="0" anchor="ctr"/>
            <a:lstStyle/>
            <a:p>
              <a:pPr algn="ctr"/>
            </a:p>
          </p:txBody>
        </p:sp>
        <p:sp>
          <p:nvSpPr>
            <p:cNvPr id="1103" name="link6_sensor_3: 0.6053 m"/>
            <p:cNvSpPr/>
            <p:nvPr/>
          </p:nvSpPr>
          <p:spPr>
            <a:xfrm>
              <a:off x="9450951" y="374639"/>
              <a:ext cx="28346" cy="28346"/>
            </a:xfrm>
            <a:prstGeom prst="ellipse">
              <a:avLst/>
            </a:prstGeom>
            <a:solidFill>
              <a:srgbClr val="00A6A6"/>
            </a:solidFill>
            <a:ln w="2743">
              <a:solidFill>
                <a:srgbClr val="FFFFFF"/>
              </a:solidFill>
            </a:ln>
            <a:effectLst/>
          </p:spPr>
          <p:txBody>
            <a:bodyPr rtlCol="0" anchor="ctr"/>
            <a:lstStyle/>
            <a:p>
              <a:pPr algn="ctr"/>
            </a:p>
          </p:txBody>
        </p:sp>
        <p:sp>
          <p:nvSpPr>
            <p:cNvPr id="1104" name="link6_sensor_0: 0.7110 m"/>
            <p:cNvSpPr/>
            <p:nvPr/>
          </p:nvSpPr>
          <p:spPr>
            <a:xfrm>
              <a:off x="10514965" y="416378"/>
              <a:ext cx="28346" cy="28346"/>
            </a:xfrm>
            <a:prstGeom prst="ellipse">
              <a:avLst/>
            </a:prstGeom>
            <a:solidFill>
              <a:srgbClr val="00A6A6"/>
            </a:solidFill>
            <a:ln w="2743">
              <a:solidFill>
                <a:srgbClr val="FFFFFF"/>
              </a:solidFill>
            </a:ln>
            <a:effectLst/>
          </p:spPr>
          <p:txBody>
            <a:bodyPr rtlCol="0" anchor="ctr"/>
            <a:lstStyle/>
            <a:p>
              <a:pPr algn="ctr"/>
            </a:p>
          </p:txBody>
        </p:sp>
        <p:sp>
          <p:nvSpPr>
            <p:cNvPr id="1105" name="link6_sensor_0: 0.7701 m"/>
            <p:cNvSpPr/>
            <p:nvPr/>
          </p:nvSpPr>
          <p:spPr>
            <a:xfrm>
              <a:off x="10937329" y="708933"/>
              <a:ext cx="28346" cy="28346"/>
            </a:xfrm>
            <a:prstGeom prst="ellipse">
              <a:avLst/>
            </a:prstGeom>
            <a:solidFill>
              <a:srgbClr val="00A6A6"/>
            </a:solidFill>
            <a:ln w="2743">
              <a:solidFill>
                <a:srgbClr val="FFFFFF"/>
              </a:solidFill>
            </a:ln>
            <a:effectLst/>
          </p:spPr>
          <p:txBody>
            <a:bodyPr rtlCol="0" anchor="ctr"/>
            <a:lstStyle/>
            <a:p>
              <a:pPr algn="ctr"/>
            </a:p>
          </p:txBody>
        </p:sp>
        <p:sp>
          <p:nvSpPr>
            <p:cNvPr id="1106" name="link6_sensor_4: 0.6388 m"/>
            <p:cNvSpPr/>
            <p:nvPr/>
          </p:nvSpPr>
          <p:spPr>
            <a:xfrm>
              <a:off x="10449823" y="363247"/>
              <a:ext cx="28346" cy="28346"/>
            </a:xfrm>
            <a:prstGeom prst="ellipse">
              <a:avLst/>
            </a:prstGeom>
            <a:solidFill>
              <a:srgbClr val="00A6A6"/>
            </a:solidFill>
            <a:ln w="2743">
              <a:solidFill>
                <a:srgbClr val="FFFFFF"/>
              </a:solidFill>
            </a:ln>
            <a:effectLst/>
          </p:spPr>
          <p:txBody>
            <a:bodyPr rtlCol="0" anchor="ctr"/>
            <a:lstStyle/>
            <a:p>
              <a:pPr algn="ctr"/>
            </a:p>
          </p:txBody>
        </p:sp>
        <p:sp>
          <p:nvSpPr>
            <p:cNvPr id="1107" name="link6_sensor_3: 0.4221 m"/>
            <p:cNvSpPr/>
            <p:nvPr/>
          </p:nvSpPr>
          <p:spPr>
            <a:xfrm>
              <a:off x="9363124" y="996929"/>
              <a:ext cx="28346" cy="28346"/>
            </a:xfrm>
            <a:prstGeom prst="ellipse">
              <a:avLst/>
            </a:prstGeom>
            <a:solidFill>
              <a:srgbClr val="00A6A6"/>
            </a:solidFill>
            <a:ln w="2743">
              <a:solidFill>
                <a:srgbClr val="FFFFFF"/>
              </a:solidFill>
            </a:ln>
            <a:effectLst/>
          </p:spPr>
          <p:txBody>
            <a:bodyPr rtlCol="0" anchor="ctr"/>
            <a:lstStyle/>
            <a:p>
              <a:pPr algn="ctr"/>
            </a:p>
          </p:txBody>
        </p:sp>
        <p:sp>
          <p:nvSpPr>
            <p:cNvPr id="1108" name="link6_sensor_0: 0.7440 m"/>
            <p:cNvSpPr/>
            <p:nvPr/>
          </p:nvSpPr>
          <p:spPr>
            <a:xfrm>
              <a:off x="11027907" y="880943"/>
              <a:ext cx="28346" cy="28346"/>
            </a:xfrm>
            <a:prstGeom prst="ellipse">
              <a:avLst/>
            </a:prstGeom>
            <a:solidFill>
              <a:srgbClr val="00A6A6"/>
            </a:solidFill>
            <a:ln w="2743">
              <a:solidFill>
                <a:srgbClr val="FFFFFF"/>
              </a:solidFill>
            </a:ln>
            <a:effectLst/>
          </p:spPr>
          <p:txBody>
            <a:bodyPr rtlCol="0" anchor="ctr"/>
            <a:lstStyle/>
            <a:p>
              <a:pPr algn="ctr"/>
            </a:p>
          </p:txBody>
        </p:sp>
        <p:sp>
          <p:nvSpPr>
            <p:cNvPr id="1109" name="link6_sensor_0: 0.7537 m"/>
            <p:cNvSpPr/>
            <p:nvPr/>
          </p:nvSpPr>
          <p:spPr>
            <a:xfrm>
              <a:off x="10795715" y="555231"/>
              <a:ext cx="28346" cy="28346"/>
            </a:xfrm>
            <a:prstGeom prst="ellipse">
              <a:avLst/>
            </a:prstGeom>
            <a:solidFill>
              <a:srgbClr val="00A6A6"/>
            </a:solidFill>
            <a:ln w="2743">
              <a:solidFill>
                <a:srgbClr val="FFFFFF"/>
              </a:solidFill>
            </a:ln>
            <a:effectLst/>
          </p:spPr>
          <p:txBody>
            <a:bodyPr rtlCol="0" anchor="ctr"/>
            <a:lstStyle/>
            <a:p>
              <a:pPr algn="ctr"/>
            </a:p>
          </p:txBody>
        </p:sp>
        <p:sp>
          <p:nvSpPr>
            <p:cNvPr id="1110" name="link6_sensor_3: 0.4996 m"/>
            <p:cNvSpPr/>
            <p:nvPr/>
          </p:nvSpPr>
          <p:spPr>
            <a:xfrm>
              <a:off x="9394399" y="691889"/>
              <a:ext cx="28346" cy="28346"/>
            </a:xfrm>
            <a:prstGeom prst="ellipse">
              <a:avLst/>
            </a:prstGeom>
            <a:solidFill>
              <a:srgbClr val="00A6A6"/>
            </a:solidFill>
            <a:ln w="2743">
              <a:solidFill>
                <a:srgbClr val="FFFFFF"/>
              </a:solidFill>
            </a:ln>
            <a:effectLst/>
          </p:spPr>
          <p:txBody>
            <a:bodyPr rtlCol="0" anchor="ctr"/>
            <a:lstStyle/>
            <a:p>
              <a:pPr algn="ctr"/>
            </a:p>
          </p:txBody>
        </p:sp>
        <p:sp>
          <p:nvSpPr>
            <p:cNvPr id="1111" name="link6_sensor_0: 0.7381 m"/>
            <p:cNvSpPr/>
            <p:nvPr/>
          </p:nvSpPr>
          <p:spPr>
            <a:xfrm>
              <a:off x="10658464" y="406264"/>
              <a:ext cx="28346" cy="28346"/>
            </a:xfrm>
            <a:prstGeom prst="ellipse">
              <a:avLst/>
            </a:prstGeom>
            <a:solidFill>
              <a:srgbClr val="00A6A6"/>
            </a:solidFill>
            <a:ln w="2743">
              <a:solidFill>
                <a:srgbClr val="FFFFFF"/>
              </a:solidFill>
            </a:ln>
            <a:effectLst/>
          </p:spPr>
          <p:txBody>
            <a:bodyPr rtlCol="0" anchor="ctr"/>
            <a:lstStyle/>
            <a:p>
              <a:pPr algn="ctr"/>
            </a:p>
          </p:txBody>
        </p:sp>
        <p:sp>
          <p:nvSpPr>
            <p:cNvPr id="1112" name="link6_sensor_2: 0.7552 m"/>
            <p:cNvSpPr/>
            <p:nvPr/>
          </p:nvSpPr>
          <p:spPr>
            <a:xfrm>
              <a:off x="11044931" y="830077"/>
              <a:ext cx="28346" cy="28346"/>
            </a:xfrm>
            <a:prstGeom prst="ellipse">
              <a:avLst/>
            </a:prstGeom>
            <a:solidFill>
              <a:srgbClr val="00A6A6"/>
            </a:solidFill>
            <a:ln w="2743">
              <a:solidFill>
                <a:srgbClr val="FFFFFF"/>
              </a:solidFill>
            </a:ln>
            <a:effectLst/>
          </p:spPr>
          <p:txBody>
            <a:bodyPr rtlCol="0" anchor="ctr"/>
            <a:lstStyle/>
            <a:p>
              <a:pPr algn="ctr"/>
            </a:p>
          </p:txBody>
        </p:sp>
        <p:sp>
          <p:nvSpPr>
            <p:cNvPr id="1113" name="link2_sensor_6: 0.8173 m"/>
            <p:cNvSpPr/>
            <p:nvPr/>
          </p:nvSpPr>
          <p:spPr>
            <a:xfrm>
              <a:off x="8412571" y="3234014"/>
              <a:ext cx="28346" cy="28346"/>
            </a:xfrm>
            <a:prstGeom prst="ellipse">
              <a:avLst/>
            </a:prstGeom>
            <a:solidFill>
              <a:srgbClr val="00A6A6"/>
            </a:solidFill>
            <a:ln w="2743">
              <a:solidFill>
                <a:srgbClr val="FFFFFF"/>
              </a:solidFill>
            </a:ln>
            <a:effectLst/>
          </p:spPr>
          <p:txBody>
            <a:bodyPr rtlCol="0" anchor="ctr"/>
            <a:lstStyle/>
            <a:p>
              <a:pPr algn="ctr"/>
            </a:p>
          </p:txBody>
        </p:sp>
        <p:sp>
          <p:nvSpPr>
            <p:cNvPr id="1114" name="link6_sensor_3: 0.4253 m"/>
            <p:cNvSpPr/>
            <p:nvPr/>
          </p:nvSpPr>
          <p:spPr>
            <a:xfrm>
              <a:off x="9354027" y="918344"/>
              <a:ext cx="28346" cy="28346"/>
            </a:xfrm>
            <a:prstGeom prst="ellipse">
              <a:avLst/>
            </a:prstGeom>
            <a:solidFill>
              <a:srgbClr val="00A6A6"/>
            </a:solidFill>
            <a:ln w="2743">
              <a:solidFill>
                <a:srgbClr val="FFFFFF"/>
              </a:solidFill>
            </a:ln>
            <a:effectLst/>
          </p:spPr>
          <p:txBody>
            <a:bodyPr rtlCol="0" anchor="ctr"/>
            <a:lstStyle/>
            <a:p>
              <a:pPr algn="ctr"/>
            </a:p>
          </p:txBody>
        </p:sp>
        <p:sp>
          <p:nvSpPr>
            <p:cNvPr id="1115" name="link6_sensor_0: 0.7843 m"/>
            <p:cNvSpPr/>
            <p:nvPr/>
          </p:nvSpPr>
          <p:spPr>
            <a:xfrm>
              <a:off x="10964363" y="551830"/>
              <a:ext cx="28346" cy="28346"/>
            </a:xfrm>
            <a:prstGeom prst="ellipse">
              <a:avLst/>
            </a:prstGeom>
            <a:solidFill>
              <a:srgbClr val="00A6A6"/>
            </a:solidFill>
            <a:ln w="2743">
              <a:solidFill>
                <a:srgbClr val="FFFFFF"/>
              </a:solidFill>
            </a:ln>
            <a:effectLst/>
          </p:spPr>
          <p:txBody>
            <a:bodyPr rtlCol="0" anchor="ctr"/>
            <a:lstStyle/>
            <a:p>
              <a:pPr algn="ctr"/>
            </a:p>
          </p:txBody>
        </p:sp>
        <p:sp>
          <p:nvSpPr>
            <p:cNvPr id="1116" name="link6_sensor_3: 0.3702 m"/>
            <p:cNvSpPr/>
            <p:nvPr/>
          </p:nvSpPr>
          <p:spPr>
            <a:xfrm>
              <a:off x="9323761" y="1088109"/>
              <a:ext cx="28346" cy="28346"/>
            </a:xfrm>
            <a:prstGeom prst="ellipse">
              <a:avLst/>
            </a:prstGeom>
            <a:solidFill>
              <a:srgbClr val="00A6A6"/>
            </a:solidFill>
            <a:ln w="2743">
              <a:solidFill>
                <a:srgbClr val="FFFFFF"/>
              </a:solidFill>
            </a:ln>
            <a:effectLst/>
          </p:spPr>
          <p:txBody>
            <a:bodyPr rtlCol="0" anchor="ctr"/>
            <a:lstStyle/>
            <a:p>
              <a:pPr algn="ctr"/>
            </a:p>
          </p:txBody>
        </p:sp>
        <p:sp>
          <p:nvSpPr>
            <p:cNvPr id="1117" name="link6_sensor_3: 0.5040 m"/>
            <p:cNvSpPr/>
            <p:nvPr/>
          </p:nvSpPr>
          <p:spPr>
            <a:xfrm>
              <a:off x="9384239" y="591501"/>
              <a:ext cx="28346" cy="28346"/>
            </a:xfrm>
            <a:prstGeom prst="ellipse">
              <a:avLst/>
            </a:prstGeom>
            <a:solidFill>
              <a:srgbClr val="00A6A6"/>
            </a:solidFill>
            <a:ln w="2743">
              <a:solidFill>
                <a:srgbClr val="FFFFFF"/>
              </a:solidFill>
            </a:ln>
            <a:effectLst/>
          </p:spPr>
          <p:txBody>
            <a:bodyPr rtlCol="0" anchor="ctr"/>
            <a:lstStyle/>
            <a:p>
              <a:pPr algn="ctr"/>
            </a:p>
          </p:txBody>
        </p:sp>
        <p:sp>
          <p:nvSpPr>
            <p:cNvPr id="1118" name="link6_sensor_0: 0.7673 m"/>
            <p:cNvSpPr/>
            <p:nvPr/>
          </p:nvSpPr>
          <p:spPr>
            <a:xfrm>
              <a:off x="10817117" y="395069"/>
              <a:ext cx="28346" cy="28346"/>
            </a:xfrm>
            <a:prstGeom prst="ellipse">
              <a:avLst/>
            </a:prstGeom>
            <a:solidFill>
              <a:srgbClr val="00A6A6"/>
            </a:solidFill>
            <a:ln w="2743">
              <a:solidFill>
                <a:srgbClr val="FFFFFF"/>
              </a:solidFill>
            </a:ln>
            <a:effectLst/>
          </p:spPr>
          <p:txBody>
            <a:bodyPr rtlCol="0" anchor="ctr"/>
            <a:lstStyle/>
            <a:p>
              <a:pPr algn="ctr"/>
            </a:p>
          </p:txBody>
        </p:sp>
        <p:sp>
          <p:nvSpPr>
            <p:cNvPr id="1119" name="link6_sensor_0: 0.7466 m"/>
            <p:cNvSpPr/>
            <p:nvPr/>
          </p:nvSpPr>
          <p:spPr>
            <a:xfrm>
              <a:off x="11043186" y="739806"/>
              <a:ext cx="28346" cy="28346"/>
            </a:xfrm>
            <a:prstGeom prst="ellipse">
              <a:avLst/>
            </a:prstGeom>
            <a:solidFill>
              <a:srgbClr val="00A6A6"/>
            </a:solidFill>
            <a:ln w="2743">
              <a:solidFill>
                <a:srgbClr val="FFFFFF"/>
              </a:solidFill>
            </a:ln>
            <a:effectLst/>
          </p:spPr>
          <p:txBody>
            <a:bodyPr rtlCol="0" anchor="ctr"/>
            <a:lstStyle/>
            <a:p>
              <a:pPr algn="ctr"/>
            </a:p>
          </p:txBody>
        </p:sp>
        <p:sp>
          <p:nvSpPr>
            <p:cNvPr id="1120" name="link6_sensor_3: 0.4285 m"/>
            <p:cNvSpPr/>
            <p:nvPr/>
          </p:nvSpPr>
          <p:spPr>
            <a:xfrm>
              <a:off x="9344589" y="836818"/>
              <a:ext cx="28346" cy="28346"/>
            </a:xfrm>
            <a:prstGeom prst="ellipse">
              <a:avLst/>
            </a:prstGeom>
            <a:solidFill>
              <a:srgbClr val="00A6A6"/>
            </a:solidFill>
            <a:ln w="2743">
              <a:solidFill>
                <a:srgbClr val="FFFFFF"/>
              </a:solidFill>
            </a:ln>
            <a:effectLst/>
          </p:spPr>
          <p:txBody>
            <a:bodyPr rtlCol="0" anchor="ctr"/>
            <a:lstStyle/>
            <a:p>
              <a:pPr algn="ctr"/>
            </a:p>
          </p:txBody>
        </p:sp>
        <p:sp>
          <p:nvSpPr>
            <p:cNvPr id="1121" name="link6_sensor_2: 0.6708 m"/>
            <p:cNvSpPr/>
            <p:nvPr/>
          </p:nvSpPr>
          <p:spPr>
            <a:xfrm>
              <a:off x="11001135" y="1153824"/>
              <a:ext cx="28346" cy="28346"/>
            </a:xfrm>
            <a:prstGeom prst="ellipse">
              <a:avLst/>
            </a:prstGeom>
            <a:solidFill>
              <a:srgbClr val="00A6A6"/>
            </a:solidFill>
            <a:ln w="2743">
              <a:solidFill>
                <a:srgbClr val="FFFFFF"/>
              </a:solidFill>
            </a:ln>
            <a:effectLst/>
          </p:spPr>
          <p:txBody>
            <a:bodyPr rtlCol="0" anchor="ctr"/>
            <a:lstStyle/>
            <a:p>
              <a:pPr algn="ctr"/>
            </a:p>
          </p:txBody>
        </p:sp>
        <p:sp>
          <p:nvSpPr>
            <p:cNvPr id="1122" name="link6_sensor_2: 0.7668 m"/>
            <p:cNvSpPr/>
            <p:nvPr/>
          </p:nvSpPr>
          <p:spPr>
            <a:xfrm>
              <a:off x="11061918" y="679057"/>
              <a:ext cx="28346" cy="28346"/>
            </a:xfrm>
            <a:prstGeom prst="ellipse">
              <a:avLst/>
            </a:prstGeom>
            <a:solidFill>
              <a:srgbClr val="00A6A6"/>
            </a:solidFill>
            <a:ln w="2743">
              <a:solidFill>
                <a:srgbClr val="FFFFFF"/>
              </a:solidFill>
            </a:ln>
            <a:effectLst/>
          </p:spPr>
          <p:txBody>
            <a:bodyPr rtlCol="0" anchor="ctr"/>
            <a:lstStyle/>
            <a:p>
              <a:pPr algn="ctr"/>
            </a:p>
          </p:txBody>
        </p:sp>
        <p:sp>
          <p:nvSpPr>
            <p:cNvPr id="1123" name="link6_sensor_3: 0.3727 m"/>
            <p:cNvSpPr/>
            <p:nvPr/>
          </p:nvSpPr>
          <p:spPr>
            <a:xfrm>
              <a:off x="9315031" y="1019727"/>
              <a:ext cx="28346" cy="28346"/>
            </a:xfrm>
            <a:prstGeom prst="ellipse">
              <a:avLst/>
            </a:prstGeom>
            <a:solidFill>
              <a:srgbClr val="00A6A6"/>
            </a:solidFill>
            <a:ln w="2743">
              <a:solidFill>
                <a:srgbClr val="FFFFFF"/>
              </a:solidFill>
            </a:ln>
            <a:effectLst/>
          </p:spPr>
          <p:txBody>
            <a:bodyPr rtlCol="0" anchor="ctr"/>
            <a:lstStyle/>
            <a:p>
              <a:pPr algn="ctr"/>
            </a:p>
          </p:txBody>
        </p:sp>
        <p:sp>
          <p:nvSpPr>
            <p:cNvPr id="1124" name="link2_sensor_6: 0.9240 m"/>
            <p:cNvSpPr/>
            <p:nvPr/>
          </p:nvSpPr>
          <p:spPr>
            <a:xfrm>
              <a:off x="8121514" y="3280718"/>
              <a:ext cx="28346" cy="28346"/>
            </a:xfrm>
            <a:prstGeom prst="ellipse">
              <a:avLst/>
            </a:prstGeom>
            <a:solidFill>
              <a:srgbClr val="00A6A6"/>
            </a:solidFill>
            <a:ln w="2743">
              <a:solidFill>
                <a:srgbClr val="FFFFFF"/>
              </a:solidFill>
            </a:ln>
            <a:effectLst/>
          </p:spPr>
          <p:txBody>
            <a:bodyPr rtlCol="0" anchor="ctr"/>
            <a:lstStyle/>
            <a:p>
              <a:pPr algn="ctr"/>
            </a:p>
          </p:txBody>
        </p:sp>
        <p:sp>
          <p:nvSpPr>
            <p:cNvPr id="1125" name="link6_sensor_3: 0.5086 m"/>
            <p:cNvSpPr/>
            <p:nvPr/>
          </p:nvSpPr>
          <p:spPr>
            <a:xfrm>
              <a:off x="9373625" y="486623"/>
              <a:ext cx="28346" cy="28346"/>
            </a:xfrm>
            <a:prstGeom prst="ellipse">
              <a:avLst/>
            </a:prstGeom>
            <a:solidFill>
              <a:srgbClr val="00A6A6"/>
            </a:solidFill>
            <a:ln w="2743">
              <a:solidFill>
                <a:srgbClr val="FFFFFF"/>
              </a:solidFill>
            </a:ln>
            <a:effectLst/>
          </p:spPr>
          <p:txBody>
            <a:bodyPr rtlCol="0" anchor="ctr"/>
            <a:lstStyle/>
            <a:p>
              <a:pPr algn="ctr"/>
            </a:p>
          </p:txBody>
        </p:sp>
        <p:sp>
          <p:nvSpPr>
            <p:cNvPr id="1126" name="link6_sensor_3: 0.4318 m"/>
            <p:cNvSpPr/>
            <p:nvPr/>
          </p:nvSpPr>
          <p:spPr>
            <a:xfrm>
              <a:off x="9334798" y="752192"/>
              <a:ext cx="28346" cy="28346"/>
            </a:xfrm>
            <a:prstGeom prst="ellipse">
              <a:avLst/>
            </a:prstGeom>
            <a:solidFill>
              <a:srgbClr val="00A6A6"/>
            </a:solidFill>
            <a:ln w="2743">
              <a:solidFill>
                <a:srgbClr val="FFFFFF"/>
              </a:solidFill>
            </a:ln>
            <a:effectLst/>
          </p:spPr>
          <p:txBody>
            <a:bodyPr rtlCol="0" anchor="ctr"/>
            <a:lstStyle/>
            <a:p>
              <a:pPr algn="ctr"/>
            </a:p>
          </p:txBody>
        </p:sp>
        <p:sp>
          <p:nvSpPr>
            <p:cNvPr id="1127" name="link6_sensor_0: 0.7990 m"/>
            <p:cNvSpPr/>
            <p:nvPr/>
          </p:nvSpPr>
          <p:spPr>
            <a:xfrm>
              <a:off x="10993461" y="382615"/>
              <a:ext cx="28346" cy="28346"/>
            </a:xfrm>
            <a:prstGeom prst="ellipse">
              <a:avLst/>
            </a:prstGeom>
            <a:solidFill>
              <a:srgbClr val="00A6A6"/>
            </a:solidFill>
            <a:ln w="2743">
              <a:solidFill>
                <a:srgbClr val="FFFFFF"/>
              </a:solidFill>
            </a:ln>
            <a:effectLst/>
          </p:spPr>
          <p:txBody>
            <a:bodyPr rtlCol="0" anchor="ctr"/>
            <a:lstStyle/>
            <a:p>
              <a:pPr algn="ctr"/>
            </a:p>
          </p:txBody>
        </p:sp>
        <p:sp>
          <p:nvSpPr>
            <p:cNvPr id="1128" name="link6_sensor_3: 0.3752 m"/>
            <p:cNvSpPr/>
            <p:nvPr/>
          </p:nvSpPr>
          <p:spPr>
            <a:xfrm>
              <a:off x="9306012" y="949076"/>
              <a:ext cx="28346" cy="28346"/>
            </a:xfrm>
            <a:prstGeom prst="ellipse">
              <a:avLst/>
            </a:prstGeom>
            <a:solidFill>
              <a:srgbClr val="00A6A6"/>
            </a:solidFill>
            <a:ln w="2743">
              <a:solidFill>
                <a:srgbClr val="FFFFFF"/>
              </a:solidFill>
            </a:ln>
            <a:effectLst/>
          </p:spPr>
          <p:txBody>
            <a:bodyPr rtlCol="0" anchor="ctr"/>
            <a:lstStyle/>
            <a:p>
              <a:pPr algn="ctr"/>
            </a:p>
          </p:txBody>
        </p:sp>
        <p:sp>
          <p:nvSpPr>
            <p:cNvPr id="1129" name="link6_sensor_2: 0.6800 m"/>
            <p:cNvSpPr/>
            <p:nvPr/>
          </p:nvSpPr>
          <p:spPr>
            <a:xfrm>
              <a:off x="11015095" y="1027721"/>
              <a:ext cx="28346" cy="28346"/>
            </a:xfrm>
            <a:prstGeom prst="ellipse">
              <a:avLst/>
            </a:prstGeom>
            <a:solidFill>
              <a:srgbClr val="00A6A6"/>
            </a:solidFill>
            <a:ln w="2743">
              <a:solidFill>
                <a:srgbClr val="FFFFFF"/>
              </a:solidFill>
            </a:ln>
            <a:effectLst/>
          </p:spPr>
          <p:txBody>
            <a:bodyPr rtlCol="0" anchor="ctr"/>
            <a:lstStyle/>
            <a:p>
              <a:pPr algn="ctr"/>
            </a:p>
          </p:txBody>
        </p:sp>
        <p:sp>
          <p:nvSpPr>
            <p:cNvPr id="1130" name="link6_sensor_0: 0.7493 m"/>
            <p:cNvSpPr/>
            <p:nvPr/>
          </p:nvSpPr>
          <p:spPr>
            <a:xfrm>
              <a:off x="11059192" y="591738"/>
              <a:ext cx="28346" cy="28346"/>
            </a:xfrm>
            <a:prstGeom prst="ellipse">
              <a:avLst/>
            </a:prstGeom>
            <a:solidFill>
              <a:srgbClr val="00A6A6"/>
            </a:solidFill>
            <a:ln w="2743">
              <a:solidFill>
                <a:srgbClr val="FFFFFF"/>
              </a:solidFill>
            </a:ln>
            <a:effectLst/>
          </p:spPr>
          <p:txBody>
            <a:bodyPr rtlCol="0" anchor="ctr"/>
            <a:lstStyle/>
            <a:p>
              <a:pPr algn="ctr"/>
            </a:p>
          </p:txBody>
        </p:sp>
        <p:sp>
          <p:nvSpPr>
            <p:cNvPr id="1131" name="link6_sensor_2: 0.7788 m"/>
            <p:cNvSpPr/>
            <p:nvPr/>
          </p:nvSpPr>
          <p:spPr>
            <a:xfrm>
              <a:off x="11080044" y="517722"/>
              <a:ext cx="28346" cy="28346"/>
            </a:xfrm>
            <a:prstGeom prst="ellipse">
              <a:avLst/>
            </a:prstGeom>
            <a:solidFill>
              <a:srgbClr val="00A6A6"/>
            </a:solidFill>
            <a:ln w="2743">
              <a:solidFill>
                <a:srgbClr val="FFFFFF"/>
              </a:solidFill>
            </a:ln>
            <a:effectLst/>
          </p:spPr>
          <p:txBody>
            <a:bodyPr rtlCol="0" anchor="ctr"/>
            <a:lstStyle/>
            <a:p>
              <a:pPr algn="ctr"/>
            </a:p>
          </p:txBody>
        </p:sp>
        <p:sp>
          <p:nvSpPr>
            <p:cNvPr id="1132" name="link6_sensor_3: 0.5132 m"/>
            <p:cNvSpPr/>
            <p:nvPr/>
          </p:nvSpPr>
          <p:spPr>
            <a:xfrm>
              <a:off x="9362525" y="376944"/>
              <a:ext cx="28346" cy="28346"/>
            </a:xfrm>
            <a:prstGeom prst="ellipse">
              <a:avLst/>
            </a:prstGeom>
            <a:solidFill>
              <a:srgbClr val="00A6A6"/>
            </a:solidFill>
            <a:ln w="2743">
              <a:solidFill>
                <a:srgbClr val="FFFFFF"/>
              </a:solidFill>
            </a:ln>
            <a:effectLst/>
          </p:spPr>
          <p:txBody>
            <a:bodyPr rtlCol="0" anchor="ctr"/>
            <a:lstStyle/>
            <a:p>
              <a:pPr algn="ctr"/>
            </a:p>
          </p:txBody>
        </p:sp>
        <p:sp>
          <p:nvSpPr>
            <p:cNvPr id="1133" name="link6_sensor_3: 0.4351 m"/>
            <p:cNvSpPr/>
            <p:nvPr/>
          </p:nvSpPr>
          <p:spPr>
            <a:xfrm>
              <a:off x="9324626" y="664280"/>
              <a:ext cx="28346" cy="28346"/>
            </a:xfrm>
            <a:prstGeom prst="ellipse">
              <a:avLst/>
            </a:prstGeom>
            <a:solidFill>
              <a:srgbClr val="00A6A6"/>
            </a:solidFill>
            <a:ln w="2743">
              <a:solidFill>
                <a:srgbClr val="FFFFFF"/>
              </a:solidFill>
            </a:ln>
            <a:effectLst/>
          </p:spPr>
          <p:txBody>
            <a:bodyPr rtlCol="0" anchor="ctr"/>
            <a:lstStyle/>
            <a:p>
              <a:pPr algn="ctr"/>
            </a:p>
          </p:txBody>
        </p:sp>
        <p:sp>
          <p:nvSpPr>
            <p:cNvPr id="1134" name="link6_sensor_3: 0.3777 m"/>
            <p:cNvSpPr/>
            <p:nvPr/>
          </p:nvSpPr>
          <p:spPr>
            <a:xfrm>
              <a:off x="9296692" y="876043"/>
              <a:ext cx="28346" cy="28346"/>
            </a:xfrm>
            <a:prstGeom prst="ellipse">
              <a:avLst/>
            </a:prstGeom>
            <a:solidFill>
              <a:srgbClr val="00A6A6"/>
            </a:solidFill>
            <a:ln w="2743">
              <a:solidFill>
                <a:srgbClr val="FFFFFF"/>
              </a:solidFill>
            </a:ln>
            <a:effectLst/>
          </p:spPr>
          <p:txBody>
            <a:bodyPr rtlCol="0" anchor="ctr"/>
            <a:lstStyle/>
            <a:p>
              <a:pPr algn="ctr"/>
            </a:p>
          </p:txBody>
        </p:sp>
        <p:sp>
          <p:nvSpPr>
            <p:cNvPr id="1135" name="link2_sensor_6: 0.8117 m"/>
            <p:cNvSpPr/>
            <p:nvPr/>
          </p:nvSpPr>
          <p:spPr>
            <a:xfrm>
              <a:off x="8321321" y="3355729"/>
              <a:ext cx="28346" cy="28346"/>
            </a:xfrm>
            <a:prstGeom prst="ellipse">
              <a:avLst/>
            </a:prstGeom>
            <a:solidFill>
              <a:srgbClr val="00A6A6"/>
            </a:solidFill>
            <a:ln w="2743">
              <a:solidFill>
                <a:srgbClr val="FFFFFF"/>
              </a:solidFill>
            </a:ln>
            <a:effectLst/>
          </p:spPr>
          <p:txBody>
            <a:bodyPr rtlCol="0" anchor="ctr"/>
            <a:lstStyle/>
            <a:p>
              <a:pPr algn="ctr"/>
            </a:p>
          </p:txBody>
        </p:sp>
        <p:sp>
          <p:nvSpPr>
            <p:cNvPr id="1136" name="link6_sensor_3: 0.3004 m"/>
            <p:cNvSpPr/>
            <p:nvPr/>
          </p:nvSpPr>
          <p:spPr>
            <a:xfrm>
              <a:off x="9250158" y="1111631"/>
              <a:ext cx="28346" cy="28346"/>
            </a:xfrm>
            <a:prstGeom prst="ellipse">
              <a:avLst/>
            </a:prstGeom>
            <a:solidFill>
              <a:srgbClr val="00A6A6"/>
            </a:solidFill>
            <a:ln w="2743">
              <a:solidFill>
                <a:srgbClr val="FFFFFF"/>
              </a:solidFill>
            </a:ln>
            <a:effectLst/>
          </p:spPr>
          <p:txBody>
            <a:bodyPr rtlCol="0" anchor="ctr"/>
            <a:lstStyle/>
            <a:p>
              <a:pPr algn="ctr"/>
            </a:p>
          </p:txBody>
        </p:sp>
        <p:sp>
          <p:nvSpPr>
            <p:cNvPr id="1137" name="link6_sensor_2: 0.6894 m"/>
            <p:cNvSpPr/>
            <p:nvPr/>
          </p:nvSpPr>
          <p:spPr>
            <a:xfrm>
              <a:off x="11029972" y="893878"/>
              <a:ext cx="28346" cy="28346"/>
            </a:xfrm>
            <a:prstGeom prst="ellipse">
              <a:avLst/>
            </a:prstGeom>
            <a:solidFill>
              <a:srgbClr val="00A6A6"/>
            </a:solidFill>
            <a:ln w="2743">
              <a:solidFill>
                <a:srgbClr val="FFFFFF"/>
              </a:solidFill>
            </a:ln>
            <a:effectLst/>
          </p:spPr>
          <p:txBody>
            <a:bodyPr rtlCol="0" anchor="ctr"/>
            <a:lstStyle/>
            <a:p>
              <a:pPr algn="ctr"/>
            </a:p>
          </p:txBody>
        </p:sp>
        <p:sp>
          <p:nvSpPr>
            <p:cNvPr id="1138" name="link6_sensor_3: 0.3802 m"/>
            <p:cNvSpPr/>
            <p:nvPr/>
          </p:nvSpPr>
          <p:spPr>
            <a:xfrm>
              <a:off x="9287053" y="800506"/>
              <a:ext cx="28346" cy="28346"/>
            </a:xfrm>
            <a:prstGeom prst="ellipse">
              <a:avLst/>
            </a:prstGeom>
            <a:solidFill>
              <a:srgbClr val="00A6A6"/>
            </a:solidFill>
            <a:ln w="2743">
              <a:solidFill>
                <a:srgbClr val="FFFFFF"/>
              </a:solidFill>
            </a:ln>
            <a:effectLst/>
          </p:spPr>
          <p:txBody>
            <a:bodyPr rtlCol="0" anchor="ctr"/>
            <a:lstStyle/>
            <a:p>
              <a:pPr algn="ctr"/>
            </a:p>
          </p:txBody>
        </p:sp>
        <p:sp>
          <p:nvSpPr>
            <p:cNvPr id="1139" name="link6_sensor_3: 0.4385 m"/>
            <p:cNvSpPr/>
            <p:nvPr/>
          </p:nvSpPr>
          <p:spPr>
            <a:xfrm>
              <a:off x="9314052" y="572886"/>
              <a:ext cx="28346" cy="28346"/>
            </a:xfrm>
            <a:prstGeom prst="ellipse">
              <a:avLst/>
            </a:prstGeom>
            <a:solidFill>
              <a:srgbClr val="00A6A6"/>
            </a:solidFill>
            <a:ln w="2743">
              <a:solidFill>
                <a:srgbClr val="FFFFFF"/>
              </a:solidFill>
            </a:ln>
            <a:effectLst/>
          </p:spPr>
          <p:txBody>
            <a:bodyPr rtlCol="0" anchor="ctr"/>
            <a:lstStyle/>
            <a:p>
              <a:pPr algn="ctr"/>
            </a:p>
          </p:txBody>
        </p:sp>
        <p:sp>
          <p:nvSpPr>
            <p:cNvPr id="1140" name="link6_sensor_2: 0.7911 m"/>
            <p:cNvSpPr/>
            <p:nvPr/>
          </p:nvSpPr>
          <p:spPr>
            <a:xfrm>
              <a:off x="11099502" y="344933"/>
              <a:ext cx="28346" cy="28346"/>
            </a:xfrm>
            <a:prstGeom prst="ellipse">
              <a:avLst/>
            </a:prstGeom>
            <a:solidFill>
              <a:srgbClr val="00A6A6"/>
            </a:solidFill>
            <a:ln w="2743">
              <a:solidFill>
                <a:srgbClr val="FFFFFF"/>
              </a:solidFill>
            </a:ln>
            <a:effectLst/>
          </p:spPr>
          <p:txBody>
            <a:bodyPr rtlCol="0" anchor="ctr"/>
            <a:lstStyle/>
            <a:p>
              <a:pPr algn="ctr"/>
            </a:p>
          </p:txBody>
        </p:sp>
        <p:sp>
          <p:nvSpPr>
            <p:cNvPr id="1141" name="link6_sensor_3: 0.3020 m"/>
            <p:cNvSpPr/>
            <p:nvPr/>
          </p:nvSpPr>
          <p:spPr>
            <a:xfrm>
              <a:off x="9241807" y="1054450"/>
              <a:ext cx="28346" cy="28346"/>
            </a:xfrm>
            <a:prstGeom prst="ellipse">
              <a:avLst/>
            </a:prstGeom>
            <a:solidFill>
              <a:srgbClr val="00A6A6"/>
            </a:solidFill>
            <a:ln w="2743">
              <a:solidFill>
                <a:srgbClr val="FFFFFF"/>
              </a:solidFill>
            </a:ln>
            <a:effectLst/>
          </p:spPr>
          <p:txBody>
            <a:bodyPr rtlCol="0" anchor="ctr"/>
            <a:lstStyle/>
            <a:p>
              <a:pPr algn="ctr"/>
            </a:p>
          </p:txBody>
        </p:sp>
        <p:sp>
          <p:nvSpPr>
            <p:cNvPr id="1142" name="link6_sensor_0: 0.7519 m"/>
            <p:cNvSpPr/>
            <p:nvPr/>
          </p:nvSpPr>
          <p:spPr>
            <a:xfrm>
              <a:off x="11076025" y="436198"/>
              <a:ext cx="28346" cy="28346"/>
            </a:xfrm>
            <a:prstGeom prst="ellipse">
              <a:avLst/>
            </a:prstGeom>
            <a:solidFill>
              <a:srgbClr val="00A6A6"/>
            </a:solidFill>
            <a:ln w="2743">
              <a:solidFill>
                <a:srgbClr val="FFFFFF"/>
              </a:solidFill>
            </a:ln>
            <a:effectLst/>
          </p:spPr>
          <p:txBody>
            <a:bodyPr rtlCol="0" anchor="ctr"/>
            <a:lstStyle/>
            <a:p>
              <a:pPr algn="ctr"/>
            </a:p>
          </p:txBody>
        </p:sp>
        <p:sp>
          <p:nvSpPr>
            <p:cNvPr id="1143" name="link6_sensor_2: 0.6184 m"/>
            <p:cNvSpPr/>
            <p:nvPr/>
          </p:nvSpPr>
          <p:spPr>
            <a:xfrm>
              <a:off x="10989369" y="1198961"/>
              <a:ext cx="28346" cy="28346"/>
            </a:xfrm>
            <a:prstGeom prst="ellipse">
              <a:avLst/>
            </a:prstGeom>
            <a:solidFill>
              <a:srgbClr val="00A6A6"/>
            </a:solidFill>
            <a:ln w="2743">
              <a:solidFill>
                <a:srgbClr val="FFFFFF"/>
              </a:solidFill>
            </a:ln>
            <a:effectLst/>
          </p:spPr>
          <p:txBody>
            <a:bodyPr rtlCol="0" anchor="ctr"/>
            <a:lstStyle/>
            <a:p>
              <a:pPr algn="ctr"/>
            </a:p>
          </p:txBody>
        </p:sp>
        <p:sp>
          <p:nvSpPr>
            <p:cNvPr id="1144" name="link6_sensor_3: 0.3828 m"/>
            <p:cNvSpPr/>
            <p:nvPr/>
          </p:nvSpPr>
          <p:spPr>
            <a:xfrm>
              <a:off x="9277078" y="722332"/>
              <a:ext cx="28346" cy="28346"/>
            </a:xfrm>
            <a:prstGeom prst="ellipse">
              <a:avLst/>
            </a:prstGeom>
            <a:solidFill>
              <a:srgbClr val="00A6A6"/>
            </a:solidFill>
            <a:ln w="2743">
              <a:solidFill>
                <a:srgbClr val="FFFFFF"/>
              </a:solidFill>
            </a:ln>
            <a:effectLst/>
          </p:spPr>
          <p:txBody>
            <a:bodyPr rtlCol="0" anchor="ctr"/>
            <a:lstStyle/>
            <a:p>
              <a:pPr algn="ctr"/>
            </a:p>
          </p:txBody>
        </p:sp>
        <p:sp>
          <p:nvSpPr>
            <p:cNvPr id="1145" name="link3_sensor_2: 0.5325 m"/>
            <p:cNvSpPr/>
            <p:nvPr/>
          </p:nvSpPr>
          <p:spPr>
            <a:xfrm>
              <a:off x="9150729" y="1593740"/>
              <a:ext cx="28346" cy="28346"/>
            </a:xfrm>
            <a:prstGeom prst="ellipse">
              <a:avLst/>
            </a:prstGeom>
            <a:solidFill>
              <a:srgbClr val="00A6A6"/>
            </a:solidFill>
            <a:ln w="2743">
              <a:solidFill>
                <a:srgbClr val="FFFFFF"/>
              </a:solidFill>
            </a:ln>
            <a:effectLst/>
          </p:spPr>
          <p:txBody>
            <a:bodyPr rtlCol="0" anchor="ctr"/>
            <a:lstStyle/>
            <a:p>
              <a:pPr algn="ctr"/>
            </a:p>
          </p:txBody>
        </p:sp>
        <p:sp>
          <p:nvSpPr>
            <p:cNvPr id="1146" name="link6_sensor_3: 0.4419 m"/>
            <p:cNvSpPr/>
            <p:nvPr/>
          </p:nvSpPr>
          <p:spPr>
            <a:xfrm>
              <a:off x="9303049" y="477797"/>
              <a:ext cx="28346" cy="28346"/>
            </a:xfrm>
            <a:prstGeom prst="ellipse">
              <a:avLst/>
            </a:prstGeom>
            <a:solidFill>
              <a:srgbClr val="00A6A6"/>
            </a:solidFill>
            <a:ln w="2743">
              <a:solidFill>
                <a:srgbClr val="FFFFFF"/>
              </a:solidFill>
            </a:ln>
            <a:effectLst/>
          </p:spPr>
          <p:txBody>
            <a:bodyPr rtlCol="0" anchor="ctr"/>
            <a:lstStyle/>
            <a:p>
              <a:pPr algn="ctr"/>
            </a:p>
          </p:txBody>
        </p:sp>
        <p:sp>
          <p:nvSpPr>
            <p:cNvPr id="1147" name="link6_sensor_3: 0.3036 m"/>
            <p:cNvSpPr/>
            <p:nvPr/>
          </p:nvSpPr>
          <p:spPr>
            <a:xfrm>
              <a:off x="9233228" y="995679"/>
              <a:ext cx="28346" cy="28346"/>
            </a:xfrm>
            <a:prstGeom prst="ellipse">
              <a:avLst/>
            </a:prstGeom>
            <a:solidFill>
              <a:srgbClr val="00A6A6"/>
            </a:solidFill>
            <a:ln w="2743">
              <a:solidFill>
                <a:srgbClr val="FFFFFF"/>
              </a:solidFill>
            </a:ln>
            <a:effectLst/>
          </p:spPr>
          <p:txBody>
            <a:bodyPr rtlCol="0" anchor="ctr"/>
            <a:lstStyle/>
            <a:p>
              <a:pPr algn="ctr"/>
            </a:p>
          </p:txBody>
        </p:sp>
        <p:sp>
          <p:nvSpPr>
            <p:cNvPr id="1148" name="link6_sensor_2: 0.6991 m"/>
            <p:cNvSpPr/>
            <p:nvPr/>
          </p:nvSpPr>
          <p:spPr>
            <a:xfrm>
              <a:off x="11045799" y="751561"/>
              <a:ext cx="28346" cy="28346"/>
            </a:xfrm>
            <a:prstGeom prst="ellipse">
              <a:avLst/>
            </a:prstGeom>
            <a:solidFill>
              <a:srgbClr val="00A6A6"/>
            </a:solidFill>
            <a:ln w="2743">
              <a:solidFill>
                <a:srgbClr val="FFFFFF"/>
              </a:solidFill>
            </a:ln>
            <a:effectLst/>
          </p:spPr>
          <p:txBody>
            <a:bodyPr rtlCol="0" anchor="ctr"/>
            <a:lstStyle/>
            <a:p>
              <a:pPr algn="ctr"/>
            </a:p>
          </p:txBody>
        </p:sp>
        <p:sp>
          <p:nvSpPr>
            <p:cNvPr id="1149" name="link2_sensor_6: 0.9167 m"/>
            <p:cNvSpPr/>
            <p:nvPr/>
          </p:nvSpPr>
          <p:spPr>
            <a:xfrm>
              <a:off x="8005884" y="3423258"/>
              <a:ext cx="28346" cy="28346"/>
            </a:xfrm>
            <a:prstGeom prst="ellipse">
              <a:avLst/>
            </a:prstGeom>
            <a:solidFill>
              <a:srgbClr val="00A6A6"/>
            </a:solidFill>
            <a:ln w="2743">
              <a:solidFill>
                <a:srgbClr val="FFFFFF"/>
              </a:solidFill>
            </a:ln>
            <a:effectLst/>
          </p:spPr>
          <p:txBody>
            <a:bodyPr rtlCol="0" anchor="ctr"/>
            <a:lstStyle/>
            <a:p>
              <a:pPr algn="ctr"/>
            </a:p>
          </p:txBody>
        </p:sp>
        <p:sp>
          <p:nvSpPr>
            <p:cNvPr id="1150" name="link6_sensor_3: 0.3854 m"/>
            <p:cNvSpPr/>
            <p:nvPr/>
          </p:nvSpPr>
          <p:spPr>
            <a:xfrm>
              <a:off x="9266748" y="641382"/>
              <a:ext cx="28346" cy="28346"/>
            </a:xfrm>
            <a:prstGeom prst="ellipse">
              <a:avLst/>
            </a:prstGeom>
            <a:solidFill>
              <a:srgbClr val="00A6A6"/>
            </a:solidFill>
            <a:ln w="2743">
              <a:solidFill>
                <a:srgbClr val="FFFFFF"/>
              </a:solidFill>
            </a:ln>
            <a:effectLst/>
          </p:spPr>
          <p:txBody>
            <a:bodyPr rtlCol="0" anchor="ctr"/>
            <a:lstStyle/>
            <a:p>
              <a:pPr algn="ctr"/>
            </a:p>
          </p:txBody>
        </p:sp>
        <p:sp>
          <p:nvSpPr>
            <p:cNvPr id="1151" name="link3_sensor_1: 0.7601 m"/>
            <p:cNvSpPr/>
            <p:nvPr/>
          </p:nvSpPr>
          <p:spPr>
            <a:xfrm>
              <a:off x="8370995" y="1827227"/>
              <a:ext cx="28346" cy="28346"/>
            </a:xfrm>
            <a:prstGeom prst="ellipse">
              <a:avLst/>
            </a:prstGeom>
            <a:solidFill>
              <a:srgbClr val="00A6A6"/>
            </a:solidFill>
            <a:ln w="2743">
              <a:solidFill>
                <a:srgbClr val="FFFFFF"/>
              </a:solidFill>
            </a:ln>
            <a:effectLst/>
          </p:spPr>
          <p:txBody>
            <a:bodyPr rtlCol="0" anchor="ctr"/>
            <a:lstStyle/>
            <a:p>
              <a:pPr algn="ctr"/>
            </a:p>
          </p:txBody>
        </p:sp>
        <p:sp>
          <p:nvSpPr>
            <p:cNvPr id="1152" name="link6_sensor_2: 0.6262 m"/>
            <p:cNvSpPr/>
            <p:nvPr/>
          </p:nvSpPr>
          <p:spPr>
            <a:xfrm>
              <a:off x="11002436" y="1079198"/>
              <a:ext cx="28346" cy="28346"/>
            </a:xfrm>
            <a:prstGeom prst="ellipse">
              <a:avLst/>
            </a:prstGeom>
            <a:solidFill>
              <a:srgbClr val="00A6A6"/>
            </a:solidFill>
            <a:ln w="2743">
              <a:solidFill>
                <a:srgbClr val="FFFFFF"/>
              </a:solidFill>
            </a:ln>
            <a:effectLst/>
          </p:spPr>
          <p:txBody>
            <a:bodyPr rtlCol="0" anchor="ctr"/>
            <a:lstStyle/>
            <a:p>
              <a:pPr algn="ctr"/>
            </a:p>
          </p:txBody>
        </p:sp>
        <p:sp>
          <p:nvSpPr>
            <p:cNvPr id="1153" name="link6_sensor_3: 0.3052 m"/>
            <p:cNvSpPr/>
            <p:nvPr/>
          </p:nvSpPr>
          <p:spPr>
            <a:xfrm>
              <a:off x="9224406" y="935250"/>
              <a:ext cx="28346" cy="28346"/>
            </a:xfrm>
            <a:prstGeom prst="ellipse">
              <a:avLst/>
            </a:prstGeom>
            <a:solidFill>
              <a:srgbClr val="00A6A6"/>
            </a:solidFill>
            <a:ln w="2743">
              <a:solidFill>
                <a:srgbClr val="FFFFFF"/>
              </a:solidFill>
            </a:ln>
            <a:effectLst/>
          </p:spPr>
          <p:txBody>
            <a:bodyPr rtlCol="0" anchor="ctr"/>
            <a:lstStyle/>
            <a:p>
              <a:pPr algn="ctr"/>
            </a:p>
          </p:txBody>
        </p:sp>
        <p:sp>
          <p:nvSpPr>
            <p:cNvPr id="1154" name="link3_sensor_2: 0.5365 m"/>
            <p:cNvSpPr/>
            <p:nvPr/>
          </p:nvSpPr>
          <p:spPr>
            <a:xfrm>
              <a:off x="9138783" y="1494150"/>
              <a:ext cx="28346" cy="28346"/>
            </a:xfrm>
            <a:prstGeom prst="ellipse">
              <a:avLst/>
            </a:prstGeom>
            <a:solidFill>
              <a:srgbClr val="00A6A6"/>
            </a:solidFill>
            <a:ln w="2743">
              <a:solidFill>
                <a:srgbClr val="FFFFFF"/>
              </a:solidFill>
            </a:ln>
            <a:effectLst/>
          </p:spPr>
          <p:txBody>
            <a:bodyPr rtlCol="0" anchor="ctr"/>
            <a:lstStyle/>
            <a:p>
              <a:pPr algn="ctr"/>
            </a:p>
          </p:txBody>
        </p:sp>
        <p:sp>
          <p:nvSpPr>
            <p:cNvPr id="1155" name="link5_back_sensor_4: 0.2762 m"/>
            <p:cNvSpPr/>
            <p:nvPr/>
          </p:nvSpPr>
          <p:spPr>
            <a:xfrm>
              <a:off x="9137951" y="1529662"/>
              <a:ext cx="28346" cy="28346"/>
            </a:xfrm>
            <a:prstGeom prst="ellipse">
              <a:avLst/>
            </a:prstGeom>
            <a:solidFill>
              <a:srgbClr val="00A6A6"/>
            </a:solidFill>
            <a:ln w="2743">
              <a:solidFill>
                <a:srgbClr val="FFFFFF"/>
              </a:solidFill>
            </a:ln>
            <a:effectLst/>
          </p:spPr>
          <p:txBody>
            <a:bodyPr rtlCol="0" anchor="ctr"/>
            <a:lstStyle/>
            <a:p>
              <a:pPr algn="ctr"/>
            </a:p>
          </p:txBody>
        </p:sp>
        <p:sp>
          <p:nvSpPr>
            <p:cNvPr id="1156" name="link2_sensor_6: 0.8061 m"/>
            <p:cNvSpPr/>
            <p:nvPr/>
          </p:nvSpPr>
          <p:spPr>
            <a:xfrm>
              <a:off x="8224486" y="3484893"/>
              <a:ext cx="28346" cy="28346"/>
            </a:xfrm>
            <a:prstGeom prst="ellipse">
              <a:avLst/>
            </a:prstGeom>
            <a:solidFill>
              <a:srgbClr val="00A6A6"/>
            </a:solidFill>
            <a:ln w="2743">
              <a:solidFill>
                <a:srgbClr val="FFFFFF"/>
              </a:solidFill>
            </a:ln>
            <a:effectLst/>
          </p:spPr>
          <p:txBody>
            <a:bodyPr rtlCol="0" anchor="ctr"/>
            <a:lstStyle/>
            <a:p>
              <a:pPr algn="ctr"/>
            </a:p>
          </p:txBody>
        </p:sp>
        <p:sp>
          <p:nvSpPr>
            <p:cNvPr id="1157" name="link3_sensor_1: 0.6347 m"/>
            <p:cNvSpPr/>
            <p:nvPr/>
          </p:nvSpPr>
          <p:spPr>
            <a:xfrm>
              <a:off x="8621201" y="1917861"/>
              <a:ext cx="28346" cy="28346"/>
            </a:xfrm>
            <a:prstGeom prst="ellipse">
              <a:avLst/>
            </a:prstGeom>
            <a:solidFill>
              <a:srgbClr val="00A6A6"/>
            </a:solidFill>
            <a:ln w="2743">
              <a:solidFill>
                <a:srgbClr val="FFFFFF"/>
              </a:solidFill>
            </a:ln>
            <a:effectLst/>
          </p:spPr>
          <p:txBody>
            <a:bodyPr rtlCol="0" anchor="ctr"/>
            <a:lstStyle/>
            <a:p>
              <a:pPr algn="ctr"/>
            </a:p>
          </p:txBody>
        </p:sp>
        <p:sp>
          <p:nvSpPr>
            <p:cNvPr id="1158" name="link6_sensor_3: 0.3881 m"/>
            <p:cNvSpPr/>
            <p:nvPr/>
          </p:nvSpPr>
          <p:spPr>
            <a:xfrm>
              <a:off x="9256045" y="557503"/>
              <a:ext cx="28346" cy="28346"/>
            </a:xfrm>
            <a:prstGeom prst="ellipse">
              <a:avLst/>
            </a:prstGeom>
            <a:solidFill>
              <a:srgbClr val="00A6A6"/>
            </a:solidFill>
            <a:ln w="2743">
              <a:solidFill>
                <a:srgbClr val="FFFFFF"/>
              </a:solidFill>
            </a:ln>
            <a:effectLst/>
          </p:spPr>
          <p:txBody>
            <a:bodyPr rtlCol="0" anchor="ctr"/>
            <a:lstStyle/>
            <a:p>
              <a:pPr algn="ctr"/>
            </a:p>
          </p:txBody>
        </p:sp>
        <p:sp>
          <p:nvSpPr>
            <p:cNvPr id="1159" name="link5_front_sensor_3: 0.8500 m"/>
            <p:cNvSpPr/>
            <p:nvPr/>
          </p:nvSpPr>
          <p:spPr>
            <a:xfrm>
              <a:off x="10671698" y="3053049"/>
              <a:ext cx="28346" cy="28346"/>
            </a:xfrm>
            <a:prstGeom prst="ellipse">
              <a:avLst/>
            </a:prstGeom>
            <a:solidFill>
              <a:srgbClr val="00A6A6"/>
            </a:solidFill>
            <a:ln w="2743">
              <a:solidFill>
                <a:srgbClr val="FFFFFF"/>
              </a:solidFill>
            </a:ln>
            <a:effectLst/>
          </p:spPr>
          <p:txBody>
            <a:bodyPr rtlCol="0" anchor="ctr"/>
            <a:lstStyle/>
            <a:p>
              <a:pPr algn="ctr"/>
            </a:p>
          </p:txBody>
        </p:sp>
        <p:sp>
          <p:nvSpPr>
            <p:cNvPr id="1160" name="link6_sensor_3: 0.3069 m"/>
            <p:cNvSpPr/>
            <p:nvPr/>
          </p:nvSpPr>
          <p:spPr>
            <a:xfrm>
              <a:off x="9215333" y="873092"/>
              <a:ext cx="28346" cy="28346"/>
            </a:xfrm>
            <a:prstGeom prst="ellipse">
              <a:avLst/>
            </a:prstGeom>
            <a:solidFill>
              <a:srgbClr val="00A6A6"/>
            </a:solidFill>
            <a:ln w="2743">
              <a:solidFill>
                <a:srgbClr val="FFFFFF"/>
              </a:solidFill>
            </a:ln>
            <a:effectLst/>
          </p:spPr>
          <p:txBody>
            <a:bodyPr rtlCol="0" anchor="ctr"/>
            <a:lstStyle/>
            <a:p>
              <a:pPr algn="ctr"/>
            </a:p>
          </p:txBody>
        </p:sp>
        <p:sp>
          <p:nvSpPr>
            <p:cNvPr id="1161" name="link6_sensor_2: 0.7091 m"/>
            <p:cNvSpPr/>
            <p:nvPr/>
          </p:nvSpPr>
          <p:spPr>
            <a:xfrm>
              <a:off x="11062649" y="599945"/>
              <a:ext cx="28346" cy="28346"/>
            </a:xfrm>
            <a:prstGeom prst="ellipse">
              <a:avLst/>
            </a:prstGeom>
            <a:solidFill>
              <a:srgbClr val="00A6A6"/>
            </a:solidFill>
            <a:ln w="2743">
              <a:solidFill>
                <a:srgbClr val="FFFFFF"/>
              </a:solidFill>
            </a:ln>
            <a:effectLst/>
          </p:spPr>
          <p:txBody>
            <a:bodyPr rtlCol="0" anchor="ctr"/>
            <a:lstStyle/>
            <a:p>
              <a:pPr algn="ctr"/>
            </a:p>
          </p:txBody>
        </p:sp>
        <p:sp>
          <p:nvSpPr>
            <p:cNvPr id="1162" name="link5_back_sensor_4: 0.2797 m"/>
            <p:cNvSpPr/>
            <p:nvPr/>
          </p:nvSpPr>
          <p:spPr>
            <a:xfrm>
              <a:off x="9113507" y="1564068"/>
              <a:ext cx="28346" cy="28346"/>
            </a:xfrm>
            <a:prstGeom prst="ellipse">
              <a:avLst/>
            </a:prstGeom>
            <a:solidFill>
              <a:srgbClr val="00A6A6"/>
            </a:solidFill>
            <a:ln w="2743">
              <a:solidFill>
                <a:srgbClr val="FFFFFF"/>
              </a:solidFill>
            </a:ln>
            <a:effectLst/>
          </p:spPr>
          <p:txBody>
            <a:bodyPr rtlCol="0" anchor="ctr"/>
            <a:lstStyle/>
            <a:p>
              <a:pPr algn="ctr"/>
            </a:p>
          </p:txBody>
        </p:sp>
        <p:sp>
          <p:nvSpPr>
            <p:cNvPr id="1163" name="link3_sensor_2: 0.5407 m"/>
            <p:cNvSpPr/>
            <p:nvPr/>
          </p:nvSpPr>
          <p:spPr>
            <a:xfrm>
              <a:off x="9126323" y="1390316"/>
              <a:ext cx="28346" cy="28346"/>
            </a:xfrm>
            <a:prstGeom prst="ellipse">
              <a:avLst/>
            </a:prstGeom>
            <a:solidFill>
              <a:srgbClr val="00A6A6"/>
            </a:solidFill>
            <a:ln w="2743">
              <a:solidFill>
                <a:srgbClr val="FFFFFF"/>
              </a:solidFill>
            </a:ln>
            <a:effectLst/>
          </p:spPr>
          <p:txBody>
            <a:bodyPr rtlCol="0" anchor="ctr"/>
            <a:lstStyle/>
            <a:p>
              <a:pPr algn="ctr"/>
            </a:p>
          </p:txBody>
        </p:sp>
        <p:sp>
          <p:nvSpPr>
            <p:cNvPr id="1164" name="link3_sensor_1: 0.7616 m"/>
            <p:cNvSpPr/>
            <p:nvPr/>
          </p:nvSpPr>
          <p:spPr>
            <a:xfrm>
              <a:off x="8319415" y="1682981"/>
              <a:ext cx="28346" cy="28346"/>
            </a:xfrm>
            <a:prstGeom prst="ellipse">
              <a:avLst/>
            </a:prstGeom>
            <a:solidFill>
              <a:srgbClr val="00A6A6"/>
            </a:solidFill>
            <a:ln w="2743">
              <a:solidFill>
                <a:srgbClr val="FFFFFF"/>
              </a:solidFill>
            </a:ln>
            <a:effectLst/>
          </p:spPr>
          <p:txBody>
            <a:bodyPr rtlCol="0" anchor="ctr"/>
            <a:lstStyle/>
            <a:p>
              <a:pPr algn="ctr"/>
            </a:p>
          </p:txBody>
        </p:sp>
        <p:sp>
          <p:nvSpPr>
            <p:cNvPr id="1165" name="link6_sensor_2: 0.6342 m"/>
            <p:cNvSpPr/>
            <p:nvPr/>
          </p:nvSpPr>
          <p:spPr>
            <a:xfrm>
              <a:off x="11016292" y="952398"/>
              <a:ext cx="28346" cy="28346"/>
            </a:xfrm>
            <a:prstGeom prst="ellipse">
              <a:avLst/>
            </a:prstGeom>
            <a:solidFill>
              <a:srgbClr val="00A6A6"/>
            </a:solidFill>
            <a:ln w="2743">
              <a:solidFill>
                <a:srgbClr val="FFFFFF"/>
              </a:solidFill>
            </a:ln>
            <a:effectLst/>
          </p:spPr>
          <p:txBody>
            <a:bodyPr rtlCol="0" anchor="ctr"/>
            <a:lstStyle/>
            <a:p>
              <a:pPr algn="ctr"/>
            </a:p>
          </p:txBody>
        </p:sp>
        <p:sp>
          <p:nvSpPr>
            <p:cNvPr id="1166" name="link5_back_sensor_4: 0.2634 m"/>
            <p:cNvSpPr/>
            <p:nvPr/>
          </p:nvSpPr>
          <p:spPr>
            <a:xfrm>
              <a:off x="9119413" y="1478866"/>
              <a:ext cx="28346" cy="28346"/>
            </a:xfrm>
            <a:prstGeom prst="ellipse">
              <a:avLst/>
            </a:prstGeom>
            <a:solidFill>
              <a:srgbClr val="00A6A6"/>
            </a:solidFill>
            <a:ln w="2743">
              <a:solidFill>
                <a:srgbClr val="FFFFFF"/>
              </a:solidFill>
            </a:ln>
            <a:effectLst/>
          </p:spPr>
          <p:txBody>
            <a:bodyPr rtlCol="0" anchor="ctr"/>
            <a:lstStyle/>
            <a:p>
              <a:pPr algn="ctr"/>
            </a:p>
          </p:txBody>
        </p:sp>
        <p:sp>
          <p:nvSpPr>
            <p:cNvPr id="1167" name="link1_sensor_4: 0.5695 m"/>
            <p:cNvSpPr/>
            <p:nvPr/>
          </p:nvSpPr>
          <p:spPr>
            <a:xfrm>
              <a:off x="10515161" y="3403232"/>
              <a:ext cx="28346" cy="28346"/>
            </a:xfrm>
            <a:prstGeom prst="ellipse">
              <a:avLst/>
            </a:prstGeom>
            <a:solidFill>
              <a:srgbClr val="00A6A6"/>
            </a:solidFill>
            <a:ln w="2743">
              <a:solidFill>
                <a:srgbClr val="FFFFFF"/>
              </a:solidFill>
            </a:ln>
            <a:effectLst/>
          </p:spPr>
          <p:txBody>
            <a:bodyPr rtlCol="0" anchor="ctr"/>
            <a:lstStyle/>
            <a:p>
              <a:pPr algn="ctr"/>
            </a:p>
          </p:txBody>
        </p:sp>
        <p:sp>
          <p:nvSpPr>
            <p:cNvPr id="1168" name="link6_sensor_3: 0.3086 m"/>
            <p:cNvSpPr/>
            <p:nvPr/>
          </p:nvSpPr>
          <p:spPr>
            <a:xfrm>
              <a:off x="9205996" y="809130"/>
              <a:ext cx="28346" cy="28346"/>
            </a:xfrm>
            <a:prstGeom prst="ellipse">
              <a:avLst/>
            </a:prstGeom>
            <a:solidFill>
              <a:srgbClr val="00A6A6"/>
            </a:solidFill>
            <a:ln w="2743">
              <a:solidFill>
                <a:srgbClr val="FFFFFF"/>
              </a:solidFill>
            </a:ln>
            <a:effectLst/>
          </p:spPr>
          <p:txBody>
            <a:bodyPr rtlCol="0" anchor="ctr"/>
            <a:lstStyle/>
            <a:p>
              <a:pPr algn="ctr"/>
            </a:p>
          </p:txBody>
        </p:sp>
        <p:sp>
          <p:nvSpPr>
            <p:cNvPr id="1169" name="link3_sensor_1: 0.6359 m"/>
            <p:cNvSpPr/>
            <p:nvPr/>
          </p:nvSpPr>
          <p:spPr>
            <a:xfrm>
              <a:off x="8581606" y="1798003"/>
              <a:ext cx="28346" cy="28346"/>
            </a:xfrm>
            <a:prstGeom prst="ellipse">
              <a:avLst/>
            </a:prstGeom>
            <a:solidFill>
              <a:srgbClr val="00A6A6"/>
            </a:solidFill>
            <a:ln w="2743">
              <a:solidFill>
                <a:srgbClr val="FFFFFF"/>
              </a:solidFill>
            </a:ln>
            <a:effectLst/>
          </p:spPr>
          <p:txBody>
            <a:bodyPr rtlCol="0" anchor="ctr"/>
            <a:lstStyle/>
            <a:p>
              <a:pPr algn="ctr"/>
            </a:p>
          </p:txBody>
        </p:sp>
        <p:sp>
          <p:nvSpPr>
            <p:cNvPr id="1170" name="link6_sensor_2: 0.5737 m"/>
            <p:cNvSpPr/>
            <p:nvPr/>
          </p:nvSpPr>
          <p:spPr>
            <a:xfrm>
              <a:off x="10978475" y="1240713"/>
              <a:ext cx="28346" cy="28346"/>
            </a:xfrm>
            <a:prstGeom prst="ellipse">
              <a:avLst/>
            </a:prstGeom>
            <a:solidFill>
              <a:srgbClr val="00A6A6"/>
            </a:solidFill>
            <a:ln w="2743">
              <a:solidFill>
                <a:srgbClr val="FFFFFF"/>
              </a:solidFill>
            </a:ln>
            <a:effectLst/>
          </p:spPr>
          <p:txBody>
            <a:bodyPr rtlCol="0" anchor="ctr"/>
            <a:lstStyle/>
            <a:p>
              <a:pPr algn="ctr"/>
            </a:p>
          </p:txBody>
        </p:sp>
        <p:sp>
          <p:nvSpPr>
            <p:cNvPr id="1171" name="link5_back_sensor_4: 0.2832 m"/>
            <p:cNvSpPr/>
            <p:nvPr/>
          </p:nvSpPr>
          <p:spPr>
            <a:xfrm>
              <a:off x="9087946" y="1600046"/>
              <a:ext cx="28346" cy="28346"/>
            </a:xfrm>
            <a:prstGeom prst="ellipse">
              <a:avLst/>
            </a:prstGeom>
            <a:solidFill>
              <a:srgbClr val="00A6A6"/>
            </a:solidFill>
            <a:ln w="2743">
              <a:solidFill>
                <a:srgbClr val="FFFFFF"/>
              </a:solidFill>
            </a:ln>
            <a:effectLst/>
          </p:spPr>
          <p:txBody>
            <a:bodyPr rtlCol="0" anchor="ctr"/>
            <a:lstStyle/>
            <a:p>
              <a:pPr algn="ctr"/>
            </a:p>
          </p:txBody>
        </p:sp>
        <p:sp>
          <p:nvSpPr>
            <p:cNvPr id="1172" name="link5_back_sensor_4: 0.2666 m"/>
            <p:cNvSpPr/>
            <p:nvPr/>
          </p:nvSpPr>
          <p:spPr>
            <a:xfrm>
              <a:off x="9095411" y="1510991"/>
              <a:ext cx="28346" cy="28346"/>
            </a:xfrm>
            <a:prstGeom prst="ellipse">
              <a:avLst/>
            </a:prstGeom>
            <a:solidFill>
              <a:srgbClr val="00A6A6"/>
            </a:solidFill>
            <a:ln w="2743">
              <a:solidFill>
                <a:srgbClr val="FFFFFF"/>
              </a:solidFill>
            </a:ln>
            <a:effectLst/>
          </p:spPr>
          <p:txBody>
            <a:bodyPr rtlCol="0" anchor="ctr"/>
            <a:lstStyle/>
            <a:p>
              <a:pPr algn="ctr"/>
            </a:p>
          </p:txBody>
        </p:sp>
        <p:sp>
          <p:nvSpPr>
            <p:cNvPr id="1173" name="link6_sensor_3: 0.3103 m"/>
            <p:cNvSpPr/>
            <p:nvPr/>
          </p:nvSpPr>
          <p:spPr>
            <a:xfrm>
              <a:off x="9196383" y="743284"/>
              <a:ext cx="28346" cy="28346"/>
            </a:xfrm>
            <a:prstGeom prst="ellipse">
              <a:avLst/>
            </a:prstGeom>
            <a:solidFill>
              <a:srgbClr val="00A6A6"/>
            </a:solidFill>
            <a:ln w="2743">
              <a:solidFill>
                <a:srgbClr val="FFFFFF"/>
              </a:solidFill>
            </a:ln>
            <a:effectLst/>
          </p:spPr>
          <p:txBody>
            <a:bodyPr rtlCol="0" anchor="ctr"/>
            <a:lstStyle/>
            <a:p>
              <a:pPr algn="ctr"/>
            </a:p>
          </p:txBody>
        </p:sp>
        <p:sp>
          <p:nvSpPr>
            <p:cNvPr id="1174" name="link3_sensor_2: 0.6038 m"/>
            <p:cNvSpPr/>
            <p:nvPr/>
          </p:nvSpPr>
          <p:spPr>
            <a:xfrm>
              <a:off x="8542811" y="1722460"/>
              <a:ext cx="28346" cy="28346"/>
            </a:xfrm>
            <a:prstGeom prst="ellipse">
              <a:avLst/>
            </a:prstGeom>
            <a:solidFill>
              <a:srgbClr val="00A6A6"/>
            </a:solidFill>
            <a:ln w="2743">
              <a:solidFill>
                <a:srgbClr val="FFFFFF"/>
              </a:solidFill>
            </a:ln>
            <a:effectLst/>
          </p:spPr>
          <p:txBody>
            <a:bodyPr rtlCol="0" anchor="ctr"/>
            <a:lstStyle/>
            <a:p>
              <a:pPr algn="ctr"/>
            </a:p>
          </p:txBody>
        </p:sp>
        <p:sp>
          <p:nvSpPr>
            <p:cNvPr id="1175" name="link3_sensor_2: 0.5449 m"/>
            <p:cNvSpPr/>
            <p:nvPr/>
          </p:nvSpPr>
          <p:spPr>
            <a:xfrm>
              <a:off x="9113322" y="1281980"/>
              <a:ext cx="28346" cy="28346"/>
            </a:xfrm>
            <a:prstGeom prst="ellipse">
              <a:avLst/>
            </a:prstGeom>
            <a:solidFill>
              <a:srgbClr val="00A6A6"/>
            </a:solidFill>
            <a:ln w="2743">
              <a:solidFill>
                <a:srgbClr val="FFFFFF"/>
              </a:solidFill>
            </a:ln>
            <a:effectLst/>
          </p:spPr>
          <p:txBody>
            <a:bodyPr rtlCol="0" anchor="ctr"/>
            <a:lstStyle/>
            <a:p>
              <a:pPr algn="ctr"/>
            </a:p>
          </p:txBody>
        </p:sp>
        <p:sp>
          <p:nvSpPr>
            <p:cNvPr id="1176" name="link3_sensor_2: 0.4783 m"/>
            <p:cNvSpPr/>
            <p:nvPr/>
          </p:nvSpPr>
          <p:spPr>
            <a:xfrm>
              <a:off x="9064534" y="1639969"/>
              <a:ext cx="28346" cy="28346"/>
            </a:xfrm>
            <a:prstGeom prst="ellipse">
              <a:avLst/>
            </a:prstGeom>
            <a:solidFill>
              <a:srgbClr val="00A6A6"/>
            </a:solidFill>
            <a:ln w="2743">
              <a:solidFill>
                <a:srgbClr val="FFFFFF"/>
              </a:solidFill>
            </a:ln>
            <a:effectLst/>
          </p:spPr>
          <p:txBody>
            <a:bodyPr rtlCol="0" anchor="ctr"/>
            <a:lstStyle/>
            <a:p>
              <a:pPr algn="ctr"/>
            </a:p>
          </p:txBody>
        </p:sp>
        <p:sp>
          <p:nvSpPr>
            <p:cNvPr id="1177" name="link5_back_sensor_4: 0.2518 m"/>
            <p:cNvSpPr/>
            <p:nvPr/>
          </p:nvSpPr>
          <p:spPr>
            <a:xfrm>
              <a:off x="9102084" y="1431387"/>
              <a:ext cx="28346" cy="28346"/>
            </a:xfrm>
            <a:prstGeom prst="ellipse">
              <a:avLst/>
            </a:prstGeom>
            <a:solidFill>
              <a:srgbClr val="00A6A6"/>
            </a:solidFill>
            <a:ln w="2743">
              <a:solidFill>
                <a:srgbClr val="FFFFFF"/>
              </a:solidFill>
            </a:ln>
            <a:effectLst/>
          </p:spPr>
          <p:txBody>
            <a:bodyPr rtlCol="0" anchor="ctr"/>
            <a:lstStyle/>
            <a:p>
              <a:pPr algn="ctr"/>
            </a:p>
          </p:txBody>
        </p:sp>
        <p:sp>
          <p:nvSpPr>
            <p:cNvPr id="1178" name="link1_sensor_4: 0.6419 m"/>
            <p:cNvSpPr/>
            <p:nvPr/>
          </p:nvSpPr>
          <p:spPr>
            <a:xfrm>
              <a:off x="10696878" y="3469657"/>
              <a:ext cx="28346" cy="28346"/>
            </a:xfrm>
            <a:prstGeom prst="ellipse">
              <a:avLst/>
            </a:prstGeom>
            <a:solidFill>
              <a:srgbClr val="00A6A6"/>
            </a:solidFill>
            <a:ln w="2743">
              <a:solidFill>
                <a:srgbClr val="FFFFFF"/>
              </a:solidFill>
            </a:ln>
            <a:effectLst/>
          </p:spPr>
          <p:txBody>
            <a:bodyPr rtlCol="0" anchor="ctr"/>
            <a:lstStyle/>
            <a:p>
              <a:pPr algn="ctr"/>
            </a:p>
          </p:txBody>
        </p:sp>
        <p:sp>
          <p:nvSpPr>
            <p:cNvPr id="1179" name="link6_sensor_2: 0.7193 m"/>
            <p:cNvSpPr/>
            <p:nvPr/>
          </p:nvSpPr>
          <p:spPr>
            <a:xfrm>
              <a:off x="11080590" y="438115"/>
              <a:ext cx="28346" cy="28346"/>
            </a:xfrm>
            <a:prstGeom prst="ellipse">
              <a:avLst/>
            </a:prstGeom>
            <a:solidFill>
              <a:srgbClr val="00A6A6"/>
            </a:solidFill>
            <a:ln w="2743">
              <a:solidFill>
                <a:srgbClr val="FFFFFF"/>
              </a:solidFill>
            </a:ln>
            <a:effectLst/>
          </p:spPr>
          <p:txBody>
            <a:bodyPr rtlCol="0" anchor="ctr"/>
            <a:lstStyle/>
            <a:p>
              <a:pPr algn="ctr"/>
            </a:p>
          </p:txBody>
        </p:sp>
        <p:sp>
          <p:nvSpPr>
            <p:cNvPr id="1180" name="link5_front_sensor_3: 0.8501 m"/>
            <p:cNvSpPr/>
            <p:nvPr/>
          </p:nvSpPr>
          <p:spPr>
            <a:xfrm>
              <a:off x="10800846" y="2975264"/>
              <a:ext cx="28346" cy="28346"/>
            </a:xfrm>
            <a:prstGeom prst="ellipse">
              <a:avLst/>
            </a:prstGeom>
            <a:solidFill>
              <a:srgbClr val="00A6A6"/>
            </a:solidFill>
            <a:ln w="2743">
              <a:solidFill>
                <a:srgbClr val="FFFFFF"/>
              </a:solidFill>
            </a:ln>
            <a:effectLst/>
          </p:spPr>
          <p:txBody>
            <a:bodyPr rtlCol="0" anchor="ctr"/>
            <a:lstStyle/>
            <a:p>
              <a:pPr algn="ctr"/>
            </a:p>
          </p:txBody>
        </p:sp>
        <p:sp>
          <p:nvSpPr>
            <p:cNvPr id="1181" name="link6_sensor_2: 0.6424 m"/>
            <p:cNvSpPr/>
            <p:nvPr/>
          </p:nvSpPr>
          <p:spPr>
            <a:xfrm>
              <a:off x="11031018" y="817911"/>
              <a:ext cx="28346" cy="28346"/>
            </a:xfrm>
            <a:prstGeom prst="ellipse">
              <a:avLst/>
            </a:prstGeom>
            <a:solidFill>
              <a:srgbClr val="00A6A6"/>
            </a:solidFill>
            <a:ln w="2743">
              <a:solidFill>
                <a:srgbClr val="FFFFFF"/>
              </a:solidFill>
            </a:ln>
            <a:effectLst/>
          </p:spPr>
          <p:txBody>
            <a:bodyPr rtlCol="0" anchor="ctr"/>
            <a:lstStyle/>
            <a:p>
              <a:pPr algn="ctr"/>
            </a:p>
          </p:txBody>
        </p:sp>
        <p:sp>
          <p:nvSpPr>
            <p:cNvPr id="1182" name="link5_back_sensor_4: 0.2869 m"/>
            <p:cNvSpPr/>
            <p:nvPr/>
          </p:nvSpPr>
          <p:spPr>
            <a:xfrm>
              <a:off x="9061190" y="1637707"/>
              <a:ext cx="28346" cy="28346"/>
            </a:xfrm>
            <a:prstGeom prst="ellipse">
              <a:avLst/>
            </a:prstGeom>
            <a:solidFill>
              <a:srgbClr val="00A6A6"/>
            </a:solidFill>
            <a:ln w="2743">
              <a:solidFill>
                <a:srgbClr val="FFFFFF"/>
              </a:solidFill>
            </a:ln>
            <a:effectLst/>
          </p:spPr>
          <p:txBody>
            <a:bodyPr rtlCol="0" anchor="ctr"/>
            <a:lstStyle/>
            <a:p>
              <a:pPr algn="ctr"/>
            </a:p>
          </p:txBody>
        </p:sp>
        <p:sp>
          <p:nvSpPr>
            <p:cNvPr id="1183" name="link6_sensor_3: 0.1608 m"/>
            <p:cNvSpPr/>
            <p:nvPr/>
          </p:nvSpPr>
          <p:spPr>
            <a:xfrm>
              <a:off x="9436700" y="1121105"/>
              <a:ext cx="28346" cy="28346"/>
            </a:xfrm>
            <a:prstGeom prst="ellipse">
              <a:avLst/>
            </a:prstGeom>
            <a:solidFill>
              <a:srgbClr val="00A6A6"/>
            </a:solidFill>
            <a:ln w="2743">
              <a:solidFill>
                <a:srgbClr val="FFFFFF"/>
              </a:solidFill>
            </a:ln>
            <a:effectLst/>
          </p:spPr>
          <p:txBody>
            <a:bodyPr rtlCol="0" anchor="ctr"/>
            <a:lstStyle/>
            <a:p>
              <a:pPr algn="ctr"/>
            </a:p>
          </p:txBody>
        </p:sp>
        <p:sp>
          <p:nvSpPr>
            <p:cNvPr id="1184" name="link1_sensor_4: 0.5461 m"/>
            <p:cNvSpPr/>
            <p:nvPr/>
          </p:nvSpPr>
          <p:spPr>
            <a:xfrm>
              <a:off x="10562937" y="3310101"/>
              <a:ext cx="28346" cy="28346"/>
            </a:xfrm>
            <a:prstGeom prst="ellipse">
              <a:avLst/>
            </a:prstGeom>
            <a:solidFill>
              <a:srgbClr val="00A6A6"/>
            </a:solidFill>
            <a:ln w="2743">
              <a:solidFill>
                <a:srgbClr val="FFFFFF"/>
              </a:solidFill>
            </a:ln>
            <a:effectLst/>
          </p:spPr>
          <p:txBody>
            <a:bodyPr rtlCol="0" anchor="ctr"/>
            <a:lstStyle/>
            <a:p>
              <a:pPr algn="ctr"/>
            </a:p>
          </p:txBody>
        </p:sp>
        <p:sp>
          <p:nvSpPr>
            <p:cNvPr id="1185" name="link3_sensor_1: 0.6370 m"/>
            <p:cNvSpPr/>
            <p:nvPr/>
          </p:nvSpPr>
          <p:spPr>
            <a:xfrm>
              <a:off x="8540808" y="1674382"/>
              <a:ext cx="28346" cy="28346"/>
            </a:xfrm>
            <a:prstGeom prst="ellipse">
              <a:avLst/>
            </a:prstGeom>
            <a:solidFill>
              <a:srgbClr val="00A6A6"/>
            </a:solidFill>
            <a:ln w="2743">
              <a:solidFill>
                <a:srgbClr val="FFFFFF"/>
              </a:solidFill>
            </a:ln>
            <a:effectLst/>
          </p:spPr>
          <p:txBody>
            <a:bodyPr rtlCol="0" anchor="ctr"/>
            <a:lstStyle/>
            <a:p>
              <a:pPr algn="ctr"/>
            </a:p>
          </p:txBody>
        </p:sp>
        <p:sp>
          <p:nvSpPr>
            <p:cNvPr id="1186" name="link5_back_sensor_4: 0.2698 m"/>
            <p:cNvSpPr/>
            <p:nvPr/>
          </p:nvSpPr>
          <p:spPr>
            <a:xfrm>
              <a:off x="9070351" y="1544532"/>
              <a:ext cx="28346" cy="28346"/>
            </a:xfrm>
            <a:prstGeom prst="ellipse">
              <a:avLst/>
            </a:prstGeom>
            <a:solidFill>
              <a:srgbClr val="00A6A6"/>
            </a:solidFill>
            <a:ln w="2743">
              <a:solidFill>
                <a:srgbClr val="FFFFFF"/>
              </a:solidFill>
            </a:ln>
            <a:effectLst/>
          </p:spPr>
          <p:txBody>
            <a:bodyPr rtlCol="0" anchor="ctr"/>
            <a:lstStyle/>
            <a:p>
              <a:pPr algn="ctr"/>
            </a:p>
          </p:txBody>
        </p:sp>
        <p:sp>
          <p:nvSpPr>
            <p:cNvPr id="1187" name="link6_sensor_3: 0.3120 m"/>
            <p:cNvSpPr/>
            <p:nvPr/>
          </p:nvSpPr>
          <p:spPr>
            <a:xfrm>
              <a:off x="9186483" y="675468"/>
              <a:ext cx="28346" cy="28346"/>
            </a:xfrm>
            <a:prstGeom prst="ellipse">
              <a:avLst/>
            </a:prstGeom>
            <a:solidFill>
              <a:srgbClr val="00A6A6"/>
            </a:solidFill>
            <a:ln w="2743">
              <a:solidFill>
                <a:srgbClr val="FFFFFF"/>
              </a:solidFill>
            </a:ln>
            <a:effectLst/>
          </p:spPr>
          <p:txBody>
            <a:bodyPr rtlCol="0" anchor="ctr"/>
            <a:lstStyle/>
            <a:p>
              <a:pPr algn="ctr"/>
            </a:p>
          </p:txBody>
        </p:sp>
        <p:sp>
          <p:nvSpPr>
            <p:cNvPr id="1188" name="link6_sensor_2: 0.5803 m"/>
            <p:cNvSpPr/>
            <p:nvPr/>
          </p:nvSpPr>
          <p:spPr>
            <a:xfrm>
              <a:off x="10990748" y="1126710"/>
              <a:ext cx="28346" cy="28346"/>
            </a:xfrm>
            <a:prstGeom prst="ellipse">
              <a:avLst/>
            </a:prstGeom>
            <a:solidFill>
              <a:srgbClr val="00A6A6"/>
            </a:solidFill>
            <a:ln w="2743">
              <a:solidFill>
                <a:srgbClr val="FFFFFF"/>
              </a:solidFill>
            </a:ln>
            <a:effectLst/>
          </p:spPr>
          <p:txBody>
            <a:bodyPr rtlCol="0" anchor="ctr"/>
            <a:lstStyle/>
            <a:p>
              <a:pPr algn="ctr"/>
            </a:p>
          </p:txBody>
        </p:sp>
        <p:sp>
          <p:nvSpPr>
            <p:cNvPr id="1189" name="link5_back_sensor_4: 0.2547 m"/>
            <p:cNvSpPr/>
            <p:nvPr/>
          </p:nvSpPr>
          <p:spPr>
            <a:xfrm>
              <a:off x="9078521" y="1461451"/>
              <a:ext cx="28346" cy="28346"/>
            </a:xfrm>
            <a:prstGeom prst="ellipse">
              <a:avLst/>
            </a:prstGeom>
            <a:solidFill>
              <a:srgbClr val="00A6A6"/>
            </a:solidFill>
            <a:ln w="2743">
              <a:solidFill>
                <a:srgbClr val="FFFFFF"/>
              </a:solidFill>
            </a:ln>
            <a:effectLst/>
          </p:spPr>
          <p:txBody>
            <a:bodyPr rtlCol="0" anchor="ctr"/>
            <a:lstStyle/>
            <a:p>
              <a:pPr algn="ctr"/>
            </a:p>
          </p:txBody>
        </p:sp>
        <p:sp>
          <p:nvSpPr>
            <p:cNvPr id="1190" name="link6_sensor_3: 0.1617 m"/>
            <p:cNvSpPr/>
            <p:nvPr/>
          </p:nvSpPr>
          <p:spPr>
            <a:xfrm>
              <a:off x="9432969" y="1088750"/>
              <a:ext cx="28346" cy="28346"/>
            </a:xfrm>
            <a:prstGeom prst="ellipse">
              <a:avLst/>
            </a:prstGeom>
            <a:solidFill>
              <a:srgbClr val="00A6A6"/>
            </a:solidFill>
            <a:ln w="2743">
              <a:solidFill>
                <a:srgbClr val="FFFFFF"/>
              </a:solidFill>
            </a:ln>
            <a:effectLst/>
          </p:spPr>
          <p:txBody>
            <a:bodyPr rtlCol="0" anchor="ctr"/>
            <a:lstStyle/>
            <a:p>
              <a:pPr algn="ctr"/>
            </a:p>
          </p:txBody>
        </p:sp>
        <p:sp>
          <p:nvSpPr>
            <p:cNvPr id="1191" name="link2_sensor_4: 0.7130 m"/>
            <p:cNvSpPr/>
            <p:nvPr/>
          </p:nvSpPr>
          <p:spPr>
            <a:xfrm>
              <a:off x="8377409" y="1620936"/>
              <a:ext cx="28346" cy="28346"/>
            </a:xfrm>
            <a:prstGeom prst="ellipse">
              <a:avLst/>
            </a:prstGeom>
            <a:solidFill>
              <a:srgbClr val="00A6A6"/>
            </a:solidFill>
            <a:ln w="2743">
              <a:solidFill>
                <a:srgbClr val="FFFFFF"/>
              </a:solidFill>
            </a:ln>
            <a:effectLst/>
          </p:spPr>
          <p:txBody>
            <a:bodyPr rtlCol="0" anchor="ctr"/>
            <a:lstStyle/>
            <a:p>
              <a:pPr algn="ctr"/>
            </a:p>
          </p:txBody>
        </p:sp>
        <p:sp>
          <p:nvSpPr>
            <p:cNvPr id="1192" name="link5_back_sensor_4: 0.2411 m"/>
            <p:cNvSpPr/>
            <p:nvPr/>
          </p:nvSpPr>
          <p:spPr>
            <a:xfrm>
              <a:off x="9085851" y="1386909"/>
              <a:ext cx="28346" cy="28346"/>
            </a:xfrm>
            <a:prstGeom prst="ellipse">
              <a:avLst/>
            </a:prstGeom>
            <a:solidFill>
              <a:srgbClr val="00A6A6"/>
            </a:solidFill>
            <a:ln w="2743">
              <a:solidFill>
                <a:srgbClr val="FFFFFF"/>
              </a:solidFill>
            </a:ln>
            <a:effectLst/>
          </p:spPr>
          <p:txBody>
            <a:bodyPr rtlCol="0" anchor="ctr"/>
            <a:lstStyle/>
            <a:p>
              <a:pPr algn="ctr"/>
            </a:p>
          </p:txBody>
        </p:sp>
        <p:sp>
          <p:nvSpPr>
            <p:cNvPr id="1193" name="link3_sensor_2: 0.4816 m"/>
            <p:cNvSpPr/>
            <p:nvPr/>
          </p:nvSpPr>
          <p:spPr>
            <a:xfrm>
              <a:off x="9051697" y="1547825"/>
              <a:ext cx="28346" cy="28346"/>
            </a:xfrm>
            <a:prstGeom prst="ellipse">
              <a:avLst/>
            </a:prstGeom>
            <a:solidFill>
              <a:srgbClr val="00A6A6"/>
            </a:solidFill>
            <a:ln w="2743">
              <a:solidFill>
                <a:srgbClr val="FFFFFF"/>
              </a:solidFill>
            </a:ln>
            <a:effectLst/>
          </p:spPr>
          <p:txBody>
            <a:bodyPr rtlCol="0" anchor="ctr"/>
            <a:lstStyle/>
            <a:p>
              <a:pPr algn="ctr"/>
            </a:p>
          </p:txBody>
        </p:sp>
        <p:sp>
          <p:nvSpPr>
            <p:cNvPr id="1194" name="link3_sensor_2: 0.6143 m"/>
            <p:cNvSpPr/>
            <p:nvPr/>
          </p:nvSpPr>
          <p:spPr>
            <a:xfrm>
              <a:off x="8508847" y="1605982"/>
              <a:ext cx="28346" cy="28346"/>
            </a:xfrm>
            <a:prstGeom prst="ellipse">
              <a:avLst/>
            </a:prstGeom>
            <a:solidFill>
              <a:srgbClr val="00A6A6"/>
            </a:solidFill>
            <a:ln w="2743">
              <a:solidFill>
                <a:srgbClr val="FFFFFF"/>
              </a:solidFill>
            </a:ln>
            <a:effectLst/>
          </p:spPr>
          <p:txBody>
            <a:bodyPr rtlCol="0" anchor="ctr"/>
            <a:lstStyle/>
            <a:p>
              <a:pPr algn="ctr"/>
            </a:p>
          </p:txBody>
        </p:sp>
        <p:sp>
          <p:nvSpPr>
            <p:cNvPr id="1195" name="link3_sensor_2: 0.5492 m"/>
            <p:cNvSpPr/>
            <p:nvPr/>
          </p:nvSpPr>
          <p:spPr>
            <a:xfrm>
              <a:off x="9099746" y="1168843"/>
              <a:ext cx="28346" cy="28346"/>
            </a:xfrm>
            <a:prstGeom prst="ellipse">
              <a:avLst/>
            </a:prstGeom>
            <a:solidFill>
              <a:srgbClr val="00A6A6"/>
            </a:solidFill>
            <a:ln w="2743">
              <a:solidFill>
                <a:srgbClr val="FFFFFF"/>
              </a:solidFill>
            </a:ln>
            <a:effectLst/>
          </p:spPr>
          <p:txBody>
            <a:bodyPr rtlCol="0" anchor="ctr"/>
            <a:lstStyle/>
            <a:p>
              <a:pPr algn="ctr"/>
            </a:p>
          </p:txBody>
        </p:sp>
        <p:sp>
          <p:nvSpPr>
            <p:cNvPr id="1196" name="link6_sensor_3: 0.1627 m"/>
            <p:cNvSpPr/>
            <p:nvPr/>
          </p:nvSpPr>
          <p:spPr>
            <a:xfrm>
              <a:off x="9429158" y="1055710"/>
              <a:ext cx="28346" cy="28346"/>
            </a:xfrm>
            <a:prstGeom prst="ellipse">
              <a:avLst/>
            </a:prstGeom>
            <a:solidFill>
              <a:srgbClr val="00A6A6"/>
            </a:solidFill>
            <a:ln w="2743">
              <a:solidFill>
                <a:srgbClr val="FFFFFF"/>
              </a:solidFill>
            </a:ln>
            <a:effectLst/>
          </p:spPr>
          <p:txBody>
            <a:bodyPr rtlCol="0" anchor="ctr"/>
            <a:lstStyle/>
            <a:p>
              <a:pPr algn="ctr"/>
            </a:p>
          </p:txBody>
        </p:sp>
        <p:sp>
          <p:nvSpPr>
            <p:cNvPr id="1197" name="link5_back_sensor_4: 0.2731 m"/>
            <p:cNvSpPr/>
            <p:nvPr/>
          </p:nvSpPr>
          <p:spPr>
            <a:xfrm>
              <a:off x="9044162" y="1579585"/>
              <a:ext cx="28346" cy="28346"/>
            </a:xfrm>
            <a:prstGeom prst="ellipse">
              <a:avLst/>
            </a:prstGeom>
            <a:solidFill>
              <a:srgbClr val="00A6A6"/>
            </a:solidFill>
            <a:ln w="2743">
              <a:solidFill>
                <a:srgbClr val="FFFFFF"/>
              </a:solidFill>
            </a:ln>
            <a:effectLst/>
          </p:spPr>
          <p:txBody>
            <a:bodyPr rtlCol="0" anchor="ctr"/>
            <a:lstStyle/>
            <a:p>
              <a:pPr algn="ctr"/>
            </a:p>
          </p:txBody>
        </p:sp>
        <p:sp>
          <p:nvSpPr>
            <p:cNvPr id="1198" name="link3_sensor_2: 0.5240 m"/>
            <p:cNvSpPr/>
            <p:nvPr/>
          </p:nvSpPr>
          <p:spPr>
            <a:xfrm>
              <a:off x="8729949" y="1708083"/>
              <a:ext cx="28346" cy="28346"/>
            </a:xfrm>
            <a:prstGeom prst="ellipse">
              <a:avLst/>
            </a:prstGeom>
            <a:solidFill>
              <a:srgbClr val="00A6A6"/>
            </a:solidFill>
            <a:ln w="2743">
              <a:solidFill>
                <a:srgbClr val="FFFFFF"/>
              </a:solidFill>
            </a:ln>
            <a:effectLst/>
          </p:spPr>
          <p:txBody>
            <a:bodyPr rtlCol="0" anchor="ctr"/>
            <a:lstStyle/>
            <a:p>
              <a:pPr algn="ctr"/>
            </a:p>
          </p:txBody>
        </p:sp>
        <p:sp>
          <p:nvSpPr>
            <p:cNvPr id="1199" name="link5_back_sensor_4: 0.2576 m"/>
            <p:cNvSpPr/>
            <p:nvPr/>
          </p:nvSpPr>
          <p:spPr>
            <a:xfrm>
              <a:off x="9053955" y="1492796"/>
              <a:ext cx="28346" cy="28346"/>
            </a:xfrm>
            <a:prstGeom prst="ellipse">
              <a:avLst/>
            </a:prstGeom>
            <a:solidFill>
              <a:srgbClr val="00A6A6"/>
            </a:solidFill>
            <a:ln w="2743">
              <a:solidFill>
                <a:srgbClr val="FFFFFF"/>
              </a:solidFill>
            </a:ln>
            <a:effectLst/>
          </p:spPr>
          <p:txBody>
            <a:bodyPr rtlCol="0" anchor="ctr"/>
            <a:lstStyle/>
            <a:p>
              <a:pPr algn="ctr"/>
            </a:p>
          </p:txBody>
        </p:sp>
        <p:sp>
          <p:nvSpPr>
            <p:cNvPr id="1200" name="link6_sensor_3: 0.1655 m"/>
            <p:cNvSpPr/>
            <p:nvPr/>
          </p:nvSpPr>
          <p:spPr>
            <a:xfrm>
              <a:off x="9423302" y="1020634"/>
              <a:ext cx="28346" cy="28346"/>
            </a:xfrm>
            <a:prstGeom prst="ellipse">
              <a:avLst/>
            </a:prstGeom>
            <a:solidFill>
              <a:srgbClr val="00A6A6"/>
            </a:solidFill>
            <a:ln w="2743">
              <a:solidFill>
                <a:srgbClr val="FFFFFF"/>
              </a:solidFill>
            </a:ln>
            <a:effectLst/>
          </p:spPr>
          <p:txBody>
            <a:bodyPr rtlCol="0" anchor="ctr"/>
            <a:lstStyle/>
            <a:p>
              <a:pPr algn="ctr"/>
            </a:p>
          </p:txBody>
        </p:sp>
        <p:sp>
          <p:nvSpPr>
            <p:cNvPr id="1201" name="link5_back_sensor_4: 0.2438 m"/>
            <p:cNvSpPr/>
            <p:nvPr/>
          </p:nvSpPr>
          <p:spPr>
            <a:xfrm>
              <a:off x="9062721" y="1415107"/>
              <a:ext cx="28346" cy="28346"/>
            </a:xfrm>
            <a:prstGeom prst="ellipse">
              <a:avLst/>
            </a:prstGeom>
            <a:solidFill>
              <a:srgbClr val="00A6A6"/>
            </a:solidFill>
            <a:ln w="2743">
              <a:solidFill>
                <a:srgbClr val="FFFFFF"/>
              </a:solidFill>
            </a:ln>
            <a:effectLst/>
          </p:spPr>
          <p:txBody>
            <a:bodyPr rtlCol="0" anchor="ctr"/>
            <a:lstStyle/>
            <a:p>
              <a:pPr algn="ctr"/>
            </a:p>
          </p:txBody>
        </p:sp>
        <p:sp>
          <p:nvSpPr>
            <p:cNvPr id="1202" name="link1_sensor_4: 0.6122 m"/>
            <p:cNvSpPr/>
            <p:nvPr/>
          </p:nvSpPr>
          <p:spPr>
            <a:xfrm>
              <a:off x="10746314" y="3361970"/>
              <a:ext cx="28346" cy="28346"/>
            </a:xfrm>
            <a:prstGeom prst="ellipse">
              <a:avLst/>
            </a:prstGeom>
            <a:solidFill>
              <a:srgbClr val="00A6A6"/>
            </a:solidFill>
            <a:ln w="2743">
              <a:solidFill>
                <a:srgbClr val="FFFFFF"/>
              </a:solidFill>
            </a:ln>
            <a:effectLst/>
          </p:spPr>
          <p:txBody>
            <a:bodyPr rtlCol="0" anchor="ctr"/>
            <a:lstStyle/>
            <a:p>
              <a:pPr algn="ctr"/>
            </a:p>
          </p:txBody>
        </p:sp>
        <p:sp>
          <p:nvSpPr>
            <p:cNvPr id="1203" name="link3_sensor_1: 0.6381 m"/>
            <p:cNvSpPr/>
            <p:nvPr/>
          </p:nvSpPr>
          <p:spPr>
            <a:xfrm>
              <a:off x="8498732" y="1546830"/>
              <a:ext cx="28346" cy="28346"/>
            </a:xfrm>
            <a:prstGeom prst="ellipse">
              <a:avLst/>
            </a:prstGeom>
            <a:solidFill>
              <a:srgbClr val="00A6A6"/>
            </a:solidFill>
            <a:ln w="2743">
              <a:solidFill>
                <a:srgbClr val="FFFFFF"/>
              </a:solidFill>
            </a:ln>
            <a:effectLst/>
          </p:spPr>
          <p:txBody>
            <a:bodyPr rtlCol="0" anchor="ctr"/>
            <a:lstStyle/>
            <a:p>
              <a:pPr algn="ctr"/>
            </a:p>
          </p:txBody>
        </p:sp>
        <p:sp>
          <p:nvSpPr>
            <p:cNvPr id="1204" name="link5_back_sensor_4: 0.2739 m"/>
            <p:cNvSpPr/>
            <p:nvPr/>
          </p:nvSpPr>
          <p:spPr>
            <a:xfrm>
              <a:off x="9053886" y="1659955"/>
              <a:ext cx="28346" cy="28346"/>
            </a:xfrm>
            <a:prstGeom prst="ellipse">
              <a:avLst/>
            </a:prstGeom>
            <a:solidFill>
              <a:srgbClr val="00A6A6"/>
            </a:solidFill>
            <a:ln w="2743">
              <a:solidFill>
                <a:srgbClr val="FFFFFF"/>
              </a:solidFill>
            </a:ln>
            <a:effectLst/>
          </p:spPr>
          <p:txBody>
            <a:bodyPr rtlCol="0" anchor="ctr"/>
            <a:lstStyle/>
            <a:p>
              <a:pPr algn="ctr"/>
            </a:p>
          </p:txBody>
        </p:sp>
        <p:sp>
          <p:nvSpPr>
            <p:cNvPr id="1205" name="link5_back_sensor_4: 0.2313 m"/>
            <p:cNvSpPr/>
            <p:nvPr/>
          </p:nvSpPr>
          <p:spPr>
            <a:xfrm>
              <a:off x="9070613" y="1345158"/>
              <a:ext cx="28346" cy="28346"/>
            </a:xfrm>
            <a:prstGeom prst="ellipse">
              <a:avLst/>
            </a:prstGeom>
            <a:solidFill>
              <a:srgbClr val="00A6A6"/>
            </a:solidFill>
            <a:ln w="2743">
              <a:solidFill>
                <a:srgbClr val="FFFFFF"/>
              </a:solidFill>
            </a:ln>
            <a:effectLst/>
          </p:spPr>
          <p:txBody>
            <a:bodyPr rtlCol="0" anchor="ctr"/>
            <a:lstStyle/>
            <a:p>
              <a:pPr algn="ctr"/>
            </a:p>
          </p:txBody>
        </p:sp>
        <p:sp>
          <p:nvSpPr>
            <p:cNvPr id="1206" name="link6_sensor_2: 0.6508 m"/>
            <p:cNvSpPr/>
            <p:nvPr/>
          </p:nvSpPr>
          <p:spPr>
            <a:xfrm>
              <a:off x="11046679" y="675014"/>
              <a:ext cx="28346" cy="28346"/>
            </a:xfrm>
            <a:prstGeom prst="ellipse">
              <a:avLst/>
            </a:prstGeom>
            <a:solidFill>
              <a:srgbClr val="00A6A6"/>
            </a:solidFill>
            <a:ln w="2743">
              <a:solidFill>
                <a:srgbClr val="FFFFFF"/>
              </a:solidFill>
            </a:ln>
            <a:effectLst/>
          </p:spPr>
          <p:txBody>
            <a:bodyPr rtlCol="0" anchor="ctr"/>
            <a:lstStyle/>
            <a:p>
              <a:pPr algn="ctr"/>
            </a:p>
          </p:txBody>
        </p:sp>
        <p:sp>
          <p:nvSpPr>
            <p:cNvPr id="1207" name="link6_sensor_3: 0.1689 m"/>
            <p:cNvSpPr/>
            <p:nvPr/>
          </p:nvSpPr>
          <p:spPr>
            <a:xfrm>
              <a:off x="9416755" y="983632"/>
              <a:ext cx="28346" cy="28346"/>
            </a:xfrm>
            <a:prstGeom prst="ellipse">
              <a:avLst/>
            </a:prstGeom>
            <a:solidFill>
              <a:srgbClr val="00A6A6"/>
            </a:solidFill>
            <a:ln w="2743">
              <a:solidFill>
                <a:srgbClr val="FFFFFF"/>
              </a:solidFill>
            </a:ln>
            <a:effectLst/>
          </p:spPr>
          <p:txBody>
            <a:bodyPr rtlCol="0" anchor="ctr"/>
            <a:lstStyle/>
            <a:p>
              <a:pPr algn="ctr"/>
            </a:p>
          </p:txBody>
        </p:sp>
        <p:sp>
          <p:nvSpPr>
            <p:cNvPr id="1208" name="link1_sensor_4: 0.5245 m"/>
            <p:cNvSpPr/>
            <p:nvPr/>
          </p:nvSpPr>
          <p:spPr>
            <a:xfrm>
              <a:off x="10608527" y="3221290"/>
              <a:ext cx="28346" cy="28346"/>
            </a:xfrm>
            <a:prstGeom prst="ellipse">
              <a:avLst/>
            </a:prstGeom>
            <a:solidFill>
              <a:srgbClr val="00A6A6"/>
            </a:solidFill>
            <a:ln w="2743">
              <a:solidFill>
                <a:srgbClr val="FFFFFF"/>
              </a:solidFill>
            </a:ln>
            <a:effectLst/>
          </p:spPr>
          <p:txBody>
            <a:bodyPr rtlCol="0" anchor="ctr"/>
            <a:lstStyle/>
            <a:p>
              <a:pPr algn="ctr"/>
            </a:p>
          </p:txBody>
        </p:sp>
        <p:sp>
          <p:nvSpPr>
            <p:cNvPr id="1209" name="link6_sensor_2: 0.5872 m"/>
            <p:cNvSpPr/>
            <p:nvPr/>
          </p:nvSpPr>
          <p:spPr>
            <a:xfrm>
              <a:off x="11003724" y="1006273"/>
              <a:ext cx="28346" cy="28346"/>
            </a:xfrm>
            <a:prstGeom prst="ellipse">
              <a:avLst/>
            </a:prstGeom>
            <a:solidFill>
              <a:srgbClr val="00A6A6"/>
            </a:solidFill>
            <a:ln w="2743">
              <a:solidFill>
                <a:srgbClr val="FFFFFF"/>
              </a:solidFill>
            </a:ln>
            <a:effectLst/>
          </p:spPr>
          <p:txBody>
            <a:bodyPr rtlCol="0" anchor="ctr"/>
            <a:lstStyle/>
            <a:p>
              <a:pPr algn="ctr"/>
            </a:p>
          </p:txBody>
        </p:sp>
        <p:sp>
          <p:nvSpPr>
            <p:cNvPr id="1210" name="link3_sensor_2: 0.4850 m"/>
            <p:cNvSpPr/>
            <p:nvPr/>
          </p:nvSpPr>
          <p:spPr>
            <a:xfrm>
              <a:off x="9038350" y="1452034"/>
              <a:ext cx="28346" cy="28346"/>
            </a:xfrm>
            <a:prstGeom prst="ellipse">
              <a:avLst/>
            </a:prstGeom>
            <a:solidFill>
              <a:srgbClr val="00A6A6"/>
            </a:solidFill>
            <a:ln w="2743">
              <a:solidFill>
                <a:srgbClr val="FFFFFF"/>
              </a:solidFill>
            </a:ln>
            <a:effectLst/>
          </p:spPr>
          <p:txBody>
            <a:bodyPr rtlCol="0" anchor="ctr"/>
            <a:lstStyle/>
            <a:p>
              <a:pPr algn="ctr"/>
            </a:p>
          </p:txBody>
        </p:sp>
        <p:sp>
          <p:nvSpPr>
            <p:cNvPr id="1211" name="link6_sensor_2: 0.5349 m"/>
            <p:cNvSpPr/>
            <p:nvPr/>
          </p:nvSpPr>
          <p:spPr>
            <a:xfrm>
              <a:off x="10968362" y="1279446"/>
              <a:ext cx="28346" cy="28346"/>
            </a:xfrm>
            <a:prstGeom prst="ellipse">
              <a:avLst/>
            </a:prstGeom>
            <a:solidFill>
              <a:srgbClr val="00A6A6"/>
            </a:solidFill>
            <a:ln w="2743">
              <a:solidFill>
                <a:srgbClr val="FFFFFF"/>
              </a:solidFill>
            </a:ln>
            <a:effectLst/>
          </p:spPr>
          <p:txBody>
            <a:bodyPr rtlCol="0" anchor="ctr"/>
            <a:lstStyle/>
            <a:p>
              <a:pPr algn="ctr"/>
            </a:p>
          </p:txBody>
        </p:sp>
        <p:sp>
          <p:nvSpPr>
            <p:cNvPr id="1212" name="link3_sensor_2: 0.6251 m"/>
            <p:cNvSpPr/>
            <p:nvPr/>
          </p:nvSpPr>
          <p:spPr>
            <a:xfrm>
              <a:off x="8472703" y="1481992"/>
              <a:ext cx="28346" cy="28346"/>
            </a:xfrm>
            <a:prstGeom prst="ellipse">
              <a:avLst/>
            </a:prstGeom>
            <a:solidFill>
              <a:srgbClr val="00A6A6"/>
            </a:solidFill>
            <a:ln w="2743">
              <a:solidFill>
                <a:srgbClr val="FFFFFF"/>
              </a:solidFill>
            </a:ln>
            <a:effectLst/>
          </p:spPr>
          <p:txBody>
            <a:bodyPr rtlCol="0" anchor="ctr"/>
            <a:lstStyle/>
            <a:p>
              <a:pPr algn="ctr"/>
            </a:p>
          </p:txBody>
        </p:sp>
        <p:sp>
          <p:nvSpPr>
            <p:cNvPr id="1213" name="link6_sensor_3: 0.1733 m"/>
            <p:cNvSpPr/>
            <p:nvPr/>
          </p:nvSpPr>
          <p:spPr>
            <a:xfrm>
              <a:off x="9408935" y="943799"/>
              <a:ext cx="28346" cy="28346"/>
            </a:xfrm>
            <a:prstGeom prst="ellipse">
              <a:avLst/>
            </a:prstGeom>
            <a:solidFill>
              <a:srgbClr val="00A6A6"/>
            </a:solidFill>
            <a:ln w="2743">
              <a:solidFill>
                <a:srgbClr val="FFFFFF"/>
              </a:solidFill>
            </a:ln>
            <a:effectLst/>
          </p:spPr>
          <p:txBody>
            <a:bodyPr rtlCol="0" anchor="ctr"/>
            <a:lstStyle/>
            <a:p>
              <a:pPr algn="ctr"/>
            </a:p>
          </p:txBody>
        </p:sp>
        <p:sp>
          <p:nvSpPr>
            <p:cNvPr id="1214" name="link3_sensor_2: 0.5536 m"/>
            <p:cNvSpPr/>
            <p:nvPr/>
          </p:nvSpPr>
          <p:spPr>
            <a:xfrm>
              <a:off x="9085552" y="1050569"/>
              <a:ext cx="28346" cy="28346"/>
            </a:xfrm>
            <a:prstGeom prst="ellipse">
              <a:avLst/>
            </a:prstGeom>
            <a:solidFill>
              <a:srgbClr val="00A6A6"/>
            </a:solidFill>
            <a:ln w="2743">
              <a:solidFill>
                <a:srgbClr val="FFFFFF"/>
              </a:solidFill>
            </a:ln>
            <a:effectLst/>
          </p:spPr>
          <p:txBody>
            <a:bodyPr rtlCol="0" anchor="ctr"/>
            <a:lstStyle/>
            <a:p>
              <a:pPr algn="ctr"/>
            </a:p>
          </p:txBody>
        </p:sp>
        <p:sp>
          <p:nvSpPr>
            <p:cNvPr id="1215" name="link3_sensor_1: 0.5013 m"/>
            <p:cNvSpPr/>
            <p:nvPr/>
          </p:nvSpPr>
          <p:spPr>
            <a:xfrm>
              <a:off x="8742935" y="2034400"/>
              <a:ext cx="28346" cy="28346"/>
            </a:xfrm>
            <a:prstGeom prst="ellipse">
              <a:avLst/>
            </a:prstGeom>
            <a:solidFill>
              <a:srgbClr val="00A6A6"/>
            </a:solidFill>
            <a:ln w="2743">
              <a:solidFill>
                <a:srgbClr val="FFFFFF"/>
              </a:solidFill>
            </a:ln>
            <a:effectLst/>
          </p:spPr>
          <p:txBody>
            <a:bodyPr rtlCol="0" anchor="ctr"/>
            <a:lstStyle/>
            <a:p>
              <a:pPr algn="ctr"/>
            </a:p>
          </p:txBody>
        </p:sp>
        <p:sp>
          <p:nvSpPr>
            <p:cNvPr id="1216" name="link5_back_sensor_4: 0.2606 m"/>
            <p:cNvSpPr/>
            <p:nvPr/>
          </p:nvSpPr>
          <p:spPr>
            <a:xfrm>
              <a:off x="9028319" y="1525504"/>
              <a:ext cx="28346" cy="28346"/>
            </a:xfrm>
            <a:prstGeom prst="ellipse">
              <a:avLst/>
            </a:prstGeom>
            <a:solidFill>
              <a:srgbClr val="00A6A6"/>
            </a:solidFill>
            <a:ln w="2743">
              <a:solidFill>
                <a:srgbClr val="FFFFFF"/>
              </a:solidFill>
            </a:ln>
            <a:effectLst/>
          </p:spPr>
          <p:txBody>
            <a:bodyPr rtlCol="0" anchor="ctr"/>
            <a:lstStyle/>
            <a:p>
              <a:pPr algn="ctr"/>
            </a:p>
          </p:txBody>
        </p:sp>
        <p:sp>
          <p:nvSpPr>
            <p:cNvPr id="1217" name="link5_back_sensor_4: 0.2840 m"/>
            <p:cNvSpPr/>
            <p:nvPr/>
          </p:nvSpPr>
          <p:spPr>
            <a:xfrm>
              <a:off x="9017567" y="1706534"/>
              <a:ext cx="28346" cy="28346"/>
            </a:xfrm>
            <a:prstGeom prst="ellipse">
              <a:avLst/>
            </a:prstGeom>
            <a:solidFill>
              <a:srgbClr val="00A6A6"/>
            </a:solidFill>
            <a:ln w="2743">
              <a:solidFill>
                <a:srgbClr val="FFFFFF"/>
              </a:solidFill>
            </a:ln>
            <a:effectLst/>
          </p:spPr>
          <p:txBody>
            <a:bodyPr rtlCol="0" anchor="ctr"/>
            <a:lstStyle/>
            <a:p>
              <a:pPr algn="ctr"/>
            </a:p>
          </p:txBody>
        </p:sp>
        <p:sp>
          <p:nvSpPr>
            <p:cNvPr id="1218" name="link2_sensor_4: 0.7559 m"/>
            <p:cNvSpPr/>
            <p:nvPr/>
          </p:nvSpPr>
          <p:spPr>
            <a:xfrm>
              <a:off x="8338174" y="1470957"/>
              <a:ext cx="28346" cy="28346"/>
            </a:xfrm>
            <a:prstGeom prst="ellipse">
              <a:avLst/>
            </a:prstGeom>
            <a:solidFill>
              <a:srgbClr val="00A6A6"/>
            </a:solidFill>
            <a:ln w="2743">
              <a:solidFill>
                <a:srgbClr val="FFFFFF"/>
              </a:solidFill>
            </a:ln>
            <a:effectLst/>
          </p:spPr>
          <p:txBody>
            <a:bodyPr rtlCol="0" anchor="ctr"/>
            <a:lstStyle/>
            <a:p>
              <a:pPr algn="ctr"/>
            </a:p>
          </p:txBody>
        </p:sp>
        <p:sp>
          <p:nvSpPr>
            <p:cNvPr id="1219" name="link5_back_sensor_4: 0.2465 m"/>
            <p:cNvSpPr/>
            <p:nvPr/>
          </p:nvSpPr>
          <p:spPr>
            <a:xfrm>
              <a:off x="9038637" y="1444465"/>
              <a:ext cx="28346" cy="28346"/>
            </a:xfrm>
            <a:prstGeom prst="ellipse">
              <a:avLst/>
            </a:prstGeom>
            <a:solidFill>
              <a:srgbClr val="00A6A6"/>
            </a:solidFill>
            <a:ln w="2743">
              <a:solidFill>
                <a:srgbClr val="FFFFFF"/>
              </a:solidFill>
            </a:ln>
            <a:effectLst/>
          </p:spPr>
          <p:txBody>
            <a:bodyPr rtlCol="0" anchor="ctr"/>
            <a:lstStyle/>
            <a:p>
              <a:pPr algn="ctr"/>
            </a:p>
          </p:txBody>
        </p:sp>
        <p:sp>
          <p:nvSpPr>
            <p:cNvPr id="1220" name="link3_sensor_2: 0.5318 m"/>
            <p:cNvSpPr/>
            <p:nvPr/>
          </p:nvSpPr>
          <p:spPr>
            <a:xfrm>
              <a:off x="8705161" y="1605064"/>
              <a:ext cx="28346" cy="28346"/>
            </a:xfrm>
            <a:prstGeom prst="ellipse">
              <a:avLst/>
            </a:prstGeom>
            <a:solidFill>
              <a:srgbClr val="00A6A6"/>
            </a:solidFill>
            <a:ln w="2743">
              <a:solidFill>
                <a:srgbClr val="FFFFFF"/>
              </a:solidFill>
            </a:ln>
            <a:effectLst/>
          </p:spPr>
          <p:txBody>
            <a:bodyPr rtlCol="0" anchor="ctr"/>
            <a:lstStyle/>
            <a:p>
              <a:pPr algn="ctr"/>
            </a:p>
          </p:txBody>
        </p:sp>
        <p:sp>
          <p:nvSpPr>
            <p:cNvPr id="1221" name="link5_back_sensor_4: 0.2338 m"/>
            <p:cNvSpPr/>
            <p:nvPr/>
          </p:nvSpPr>
          <p:spPr>
            <a:xfrm>
              <a:off x="9047906" y="1371658"/>
              <a:ext cx="28346" cy="28346"/>
            </a:xfrm>
            <a:prstGeom prst="ellipse">
              <a:avLst/>
            </a:prstGeom>
            <a:solidFill>
              <a:srgbClr val="00A6A6"/>
            </a:solidFill>
            <a:ln w="2743">
              <a:solidFill>
                <a:srgbClr val="FFFFFF"/>
              </a:solidFill>
            </a:ln>
            <a:effectLst/>
          </p:spPr>
          <p:txBody>
            <a:bodyPr rtlCol="0" anchor="ctr"/>
            <a:lstStyle/>
            <a:p>
              <a:pPr algn="ctr"/>
            </a:p>
          </p:txBody>
        </p:sp>
        <p:sp>
          <p:nvSpPr>
            <p:cNvPr id="1222" name="link5_back_sensor_4: 0.2223 m"/>
            <p:cNvSpPr/>
            <p:nvPr/>
          </p:nvSpPr>
          <p:spPr>
            <a:xfrm>
              <a:off x="9056280" y="1305888"/>
              <a:ext cx="28346" cy="28346"/>
            </a:xfrm>
            <a:prstGeom prst="ellipse">
              <a:avLst/>
            </a:prstGeom>
            <a:solidFill>
              <a:srgbClr val="00A6A6"/>
            </a:solidFill>
            <a:ln w="2743">
              <a:solidFill>
                <a:srgbClr val="FFFFFF"/>
              </a:solidFill>
            </a:ln>
            <a:effectLst/>
          </p:spPr>
          <p:txBody>
            <a:bodyPr rtlCol="0" anchor="ctr"/>
            <a:lstStyle/>
            <a:p>
              <a:pPr algn="ctr"/>
            </a:p>
          </p:txBody>
        </p:sp>
        <p:sp>
          <p:nvSpPr>
            <p:cNvPr id="1223" name="link6_sensor_3: 0.1774 m"/>
            <p:cNvSpPr/>
            <p:nvPr/>
          </p:nvSpPr>
          <p:spPr>
            <a:xfrm>
              <a:off x="9401270" y="902250"/>
              <a:ext cx="28346" cy="28346"/>
            </a:xfrm>
            <a:prstGeom prst="ellipse">
              <a:avLst/>
            </a:prstGeom>
            <a:solidFill>
              <a:srgbClr val="00A6A6"/>
            </a:solidFill>
            <a:ln w="2743">
              <a:solidFill>
                <a:srgbClr val="FFFFFF"/>
              </a:solidFill>
            </a:ln>
            <a:effectLst/>
          </p:spPr>
          <p:txBody>
            <a:bodyPr rtlCol="0" anchor="ctr"/>
            <a:lstStyle/>
            <a:p>
              <a:pPr algn="ctr"/>
            </a:p>
          </p:txBody>
        </p:sp>
        <p:sp>
          <p:nvSpPr>
            <p:cNvPr id="1224" name="link5_back_sensor_4: 0.2606 m"/>
            <p:cNvSpPr/>
            <p:nvPr/>
          </p:nvSpPr>
          <p:spPr>
            <a:xfrm>
              <a:off x="9038652" y="1602061"/>
              <a:ext cx="28346" cy="28346"/>
            </a:xfrm>
            <a:prstGeom prst="ellipse">
              <a:avLst/>
            </a:prstGeom>
            <a:solidFill>
              <a:srgbClr val="00A6A6"/>
            </a:solidFill>
            <a:ln w="2743">
              <a:solidFill>
                <a:srgbClr val="FFFFFF"/>
              </a:solidFill>
            </a:ln>
            <a:effectLst/>
          </p:spPr>
          <p:txBody>
            <a:bodyPr rtlCol="0" anchor="ctr"/>
            <a:lstStyle/>
            <a:p>
              <a:pPr algn="ctr"/>
            </a:p>
          </p:txBody>
        </p:sp>
        <p:sp>
          <p:nvSpPr>
            <p:cNvPr id="1225" name="link3_sensor_1: 0.6393 m"/>
            <p:cNvSpPr/>
            <p:nvPr/>
          </p:nvSpPr>
          <p:spPr>
            <a:xfrm>
              <a:off x="8455248" y="1415107"/>
              <a:ext cx="28346" cy="28346"/>
            </a:xfrm>
            <a:prstGeom prst="ellipse">
              <a:avLst/>
            </a:prstGeom>
            <a:solidFill>
              <a:srgbClr val="00A6A6"/>
            </a:solidFill>
            <a:ln w="2743">
              <a:solidFill>
                <a:srgbClr val="FFFFFF"/>
              </a:solidFill>
            </a:ln>
            <a:effectLst/>
          </p:spPr>
          <p:txBody>
            <a:bodyPr rtlCol="0" anchor="ctr"/>
            <a:lstStyle/>
            <a:p>
              <a:pPr algn="ctr"/>
            </a:p>
          </p:txBody>
        </p:sp>
        <p:sp>
          <p:nvSpPr>
            <p:cNvPr id="1226" name="link2_sensor_4: 0.6383 m"/>
            <p:cNvSpPr/>
            <p:nvPr/>
          </p:nvSpPr>
          <p:spPr>
            <a:xfrm>
              <a:off x="8596223" y="1573817"/>
              <a:ext cx="28346" cy="28346"/>
            </a:xfrm>
            <a:prstGeom prst="ellipse">
              <a:avLst/>
            </a:prstGeom>
            <a:solidFill>
              <a:srgbClr val="00A6A6"/>
            </a:solidFill>
            <a:ln w="2743">
              <a:solidFill>
                <a:srgbClr val="FFFFFF"/>
              </a:solidFill>
            </a:ln>
            <a:effectLst/>
          </p:spPr>
          <p:txBody>
            <a:bodyPr rtlCol="0" anchor="ctr"/>
            <a:lstStyle/>
            <a:p>
              <a:pPr algn="ctr"/>
            </a:p>
          </p:txBody>
        </p:sp>
        <p:sp>
          <p:nvSpPr>
            <p:cNvPr id="1227" name="link6_sensor_3: 0.1815 m"/>
            <p:cNvSpPr/>
            <p:nvPr/>
          </p:nvSpPr>
          <p:spPr>
            <a:xfrm>
              <a:off x="9393242" y="858420"/>
              <a:ext cx="28346" cy="28346"/>
            </a:xfrm>
            <a:prstGeom prst="ellipse">
              <a:avLst/>
            </a:prstGeom>
            <a:solidFill>
              <a:srgbClr val="00A6A6"/>
            </a:solidFill>
            <a:ln w="2743">
              <a:solidFill>
                <a:srgbClr val="FFFFFF"/>
              </a:solidFill>
            </a:ln>
            <a:effectLst/>
          </p:spPr>
          <p:txBody>
            <a:bodyPr rtlCol="0" anchor="ctr"/>
            <a:lstStyle/>
            <a:p>
              <a:pPr algn="ctr"/>
            </a:p>
          </p:txBody>
        </p:sp>
        <p:sp>
          <p:nvSpPr>
            <p:cNvPr id="1228" name="link3_sensor_2: 0.4884 m"/>
            <p:cNvSpPr/>
            <p:nvPr/>
          </p:nvSpPr>
          <p:spPr>
            <a:xfrm>
              <a:off x="9024465" y="1352373"/>
              <a:ext cx="28346" cy="28346"/>
            </a:xfrm>
            <a:prstGeom prst="ellipse">
              <a:avLst/>
            </a:prstGeom>
            <a:solidFill>
              <a:srgbClr val="00A6A6"/>
            </a:solidFill>
            <a:ln w="2743">
              <a:solidFill>
                <a:srgbClr val="FFFFFF"/>
              </a:solidFill>
            </a:ln>
            <a:effectLst/>
          </p:spPr>
          <p:txBody>
            <a:bodyPr rtlCol="0" anchor="ctr"/>
            <a:lstStyle/>
            <a:p>
              <a:pPr algn="ctr"/>
            </a:p>
          </p:txBody>
        </p:sp>
        <p:sp>
          <p:nvSpPr>
            <p:cNvPr id="1229" name="link5_back_sensor_4: 0.2800 m"/>
            <p:cNvSpPr/>
            <p:nvPr/>
          </p:nvSpPr>
          <p:spPr>
            <a:xfrm>
              <a:off x="8988074" y="1654655"/>
              <a:ext cx="28346" cy="28346"/>
            </a:xfrm>
            <a:prstGeom prst="ellipse">
              <a:avLst/>
            </a:prstGeom>
            <a:solidFill>
              <a:srgbClr val="00A6A6"/>
            </a:solidFill>
            <a:ln w="2743">
              <a:solidFill>
                <a:srgbClr val="FFFFFF"/>
              </a:solidFill>
            </a:ln>
            <a:effectLst/>
          </p:spPr>
          <p:txBody>
            <a:bodyPr rtlCol="0" anchor="ctr"/>
            <a:lstStyle/>
            <a:p>
              <a:pPr algn="ctr"/>
            </a:p>
          </p:txBody>
        </p:sp>
        <p:sp>
          <p:nvSpPr>
            <p:cNvPr id="1230" name="link1_sensor_4: 0.6967 m"/>
            <p:cNvSpPr/>
            <p:nvPr/>
          </p:nvSpPr>
          <p:spPr>
            <a:xfrm>
              <a:off x="10987967" y="3430322"/>
              <a:ext cx="28346" cy="28346"/>
            </a:xfrm>
            <a:prstGeom prst="ellipse">
              <a:avLst/>
            </a:prstGeom>
            <a:solidFill>
              <a:srgbClr val="00A6A6"/>
            </a:solidFill>
            <a:ln w="2743">
              <a:solidFill>
                <a:srgbClr val="FFFFFF"/>
              </a:solidFill>
            </a:ln>
            <a:effectLst/>
          </p:spPr>
          <p:txBody>
            <a:bodyPr rtlCol="0" anchor="ctr"/>
            <a:lstStyle/>
            <a:p>
              <a:pPr algn="ctr"/>
            </a:p>
          </p:txBody>
        </p:sp>
        <p:sp>
          <p:nvSpPr>
            <p:cNvPr id="1231" name="link1_sensor_4: 0.5852 m"/>
            <p:cNvSpPr/>
            <p:nvPr/>
          </p:nvSpPr>
          <p:spPr>
            <a:xfrm>
              <a:off x="10793143" y="3259924"/>
              <a:ext cx="28346" cy="28346"/>
            </a:xfrm>
            <a:prstGeom prst="ellipse">
              <a:avLst/>
            </a:prstGeom>
            <a:solidFill>
              <a:srgbClr val="00A6A6"/>
            </a:solidFill>
            <a:ln w="2743">
              <a:solidFill>
                <a:srgbClr val="FFFFFF"/>
              </a:solidFill>
            </a:ln>
            <a:effectLst/>
          </p:spPr>
          <p:txBody>
            <a:bodyPr rtlCol="0" anchor="ctr"/>
            <a:lstStyle/>
            <a:p>
              <a:pPr algn="ctr"/>
            </a:p>
          </p:txBody>
        </p:sp>
        <p:sp>
          <p:nvSpPr>
            <p:cNvPr id="1232" name="link1_sensor_4: 0.5046 m"/>
            <p:cNvSpPr/>
            <p:nvPr/>
          </p:nvSpPr>
          <p:spPr>
            <a:xfrm>
              <a:off x="10652068" y="3136491"/>
              <a:ext cx="28346" cy="28346"/>
            </a:xfrm>
            <a:prstGeom prst="ellipse">
              <a:avLst/>
            </a:prstGeom>
            <a:solidFill>
              <a:srgbClr val="00A6A6"/>
            </a:solidFill>
            <a:ln w="2743">
              <a:solidFill>
                <a:srgbClr val="FFFFFF"/>
              </a:solidFill>
            </a:ln>
            <a:effectLst/>
          </p:spPr>
          <p:txBody>
            <a:bodyPr rtlCol="0" anchor="ctr"/>
            <a:lstStyle/>
            <a:p>
              <a:pPr algn="ctr"/>
            </a:p>
          </p:txBody>
        </p:sp>
        <p:sp>
          <p:nvSpPr>
            <p:cNvPr id="1233" name="link5_back_sensor_4: 0.2363 m"/>
            <p:cNvSpPr/>
            <p:nvPr/>
          </p:nvSpPr>
          <p:spPr>
            <a:xfrm>
              <a:off x="9024294" y="1399215"/>
              <a:ext cx="28346" cy="28346"/>
            </a:xfrm>
            <a:prstGeom prst="ellipse">
              <a:avLst/>
            </a:prstGeom>
            <a:solidFill>
              <a:srgbClr val="00A6A6"/>
            </a:solidFill>
            <a:ln w="2743">
              <a:solidFill>
                <a:srgbClr val="FFFFFF"/>
              </a:solidFill>
            </a:ln>
            <a:effectLst/>
          </p:spPr>
          <p:txBody>
            <a:bodyPr rtlCol="0" anchor="ctr"/>
            <a:lstStyle/>
            <a:p>
              <a:pPr algn="ctr"/>
            </a:p>
          </p:txBody>
        </p:sp>
        <p:sp>
          <p:nvSpPr>
            <p:cNvPr id="1234" name="link5_back_sensor_4: 0.2246 m"/>
            <p:cNvSpPr/>
            <p:nvPr/>
          </p:nvSpPr>
          <p:spPr>
            <a:xfrm>
              <a:off x="9033989" y="1330842"/>
              <a:ext cx="28346" cy="28346"/>
            </a:xfrm>
            <a:prstGeom prst="ellipse">
              <a:avLst/>
            </a:prstGeom>
            <a:solidFill>
              <a:srgbClr val="00A6A6"/>
            </a:solidFill>
            <a:ln w="2743">
              <a:solidFill>
                <a:srgbClr val="FFFFFF"/>
              </a:solidFill>
            </a:ln>
            <a:effectLst/>
          </p:spPr>
          <p:txBody>
            <a:bodyPr rtlCol="0" anchor="ctr"/>
            <a:lstStyle/>
            <a:p>
              <a:pPr algn="ctr"/>
            </a:p>
          </p:txBody>
        </p:sp>
        <p:sp>
          <p:nvSpPr>
            <p:cNvPr id="1235" name="link5_back_sensor_4: 0.2140 m"/>
            <p:cNvSpPr/>
            <p:nvPr/>
          </p:nvSpPr>
          <p:spPr>
            <a:xfrm>
              <a:off x="9042774" y="1268887"/>
              <a:ext cx="28346" cy="28346"/>
            </a:xfrm>
            <a:prstGeom prst="ellipse">
              <a:avLst/>
            </a:prstGeom>
            <a:solidFill>
              <a:srgbClr val="00A6A6"/>
            </a:solidFill>
            <a:ln w="2743">
              <a:solidFill>
                <a:srgbClr val="FFFFFF"/>
              </a:solidFill>
            </a:ln>
            <a:effectLst/>
          </p:spPr>
          <p:txBody>
            <a:bodyPr rtlCol="0" anchor="ctr"/>
            <a:lstStyle/>
            <a:p>
              <a:pPr algn="ctr"/>
            </a:p>
          </p:txBody>
        </p:sp>
        <p:sp>
          <p:nvSpPr>
            <p:cNvPr id="1236" name="link2_sensor_4: 0.5526 m"/>
            <p:cNvSpPr/>
            <p:nvPr/>
          </p:nvSpPr>
          <p:spPr>
            <a:xfrm>
              <a:off x="8786781" y="1649630"/>
              <a:ext cx="28346" cy="28346"/>
            </a:xfrm>
            <a:prstGeom prst="ellipse">
              <a:avLst/>
            </a:prstGeom>
            <a:solidFill>
              <a:srgbClr val="00A6A6"/>
            </a:solidFill>
            <a:ln w="2743">
              <a:solidFill>
                <a:srgbClr val="FFFFFF"/>
              </a:solidFill>
            </a:ln>
            <a:effectLst/>
          </p:spPr>
          <p:txBody>
            <a:bodyPr rtlCol="0" anchor="ctr"/>
            <a:lstStyle/>
            <a:p>
              <a:pPr algn="ctr"/>
            </a:p>
          </p:txBody>
        </p:sp>
        <p:sp>
          <p:nvSpPr>
            <p:cNvPr id="1237" name="link6_sensor_2: 0.6595 m"/>
            <p:cNvSpPr/>
            <p:nvPr/>
          </p:nvSpPr>
          <p:spPr>
            <a:xfrm>
              <a:off x="11063312" y="522918"/>
              <a:ext cx="28346" cy="28346"/>
            </a:xfrm>
            <a:prstGeom prst="ellipse">
              <a:avLst/>
            </a:prstGeom>
            <a:solidFill>
              <a:srgbClr val="00A6A6"/>
            </a:solidFill>
            <a:ln w="2743">
              <a:solidFill>
                <a:srgbClr val="FFFFFF"/>
              </a:solidFill>
            </a:ln>
            <a:effectLst/>
          </p:spPr>
          <p:txBody>
            <a:bodyPr rtlCol="0" anchor="ctr"/>
            <a:lstStyle/>
            <a:p>
              <a:pPr algn="ctr"/>
            </a:p>
          </p:txBody>
        </p:sp>
        <p:sp>
          <p:nvSpPr>
            <p:cNvPr id="1238" name="link6_sensor_2: 0.5942 m"/>
            <p:cNvSpPr/>
            <p:nvPr/>
          </p:nvSpPr>
          <p:spPr>
            <a:xfrm>
              <a:off x="11017481" y="878836"/>
              <a:ext cx="28346" cy="28346"/>
            </a:xfrm>
            <a:prstGeom prst="ellipse">
              <a:avLst/>
            </a:prstGeom>
            <a:solidFill>
              <a:srgbClr val="00A6A6"/>
            </a:solidFill>
            <a:ln w="2743">
              <a:solidFill>
                <a:srgbClr val="FFFFFF"/>
              </a:solidFill>
            </a:ln>
            <a:effectLst/>
          </p:spPr>
          <p:txBody>
            <a:bodyPr rtlCol="0" anchor="ctr"/>
            <a:lstStyle/>
            <a:p>
              <a:pPr algn="ctr"/>
            </a:p>
          </p:txBody>
        </p:sp>
        <p:sp>
          <p:nvSpPr>
            <p:cNvPr id="1239" name="link6_sensor_2: 0.5407 m"/>
            <p:cNvSpPr/>
            <p:nvPr/>
          </p:nvSpPr>
          <p:spPr>
            <a:xfrm>
              <a:off x="10979918" y="1170696"/>
              <a:ext cx="28346" cy="28346"/>
            </a:xfrm>
            <a:prstGeom prst="ellipse">
              <a:avLst/>
            </a:prstGeom>
            <a:solidFill>
              <a:srgbClr val="00A6A6"/>
            </a:solidFill>
            <a:ln w="2743">
              <a:solidFill>
                <a:srgbClr val="FFFFFF"/>
              </a:solidFill>
            </a:ln>
            <a:effectLst/>
          </p:spPr>
          <p:txBody>
            <a:bodyPr rtlCol="0" anchor="ctr"/>
            <a:lstStyle/>
            <a:p>
              <a:pPr algn="ctr"/>
            </a:p>
          </p:txBody>
        </p:sp>
        <p:sp>
          <p:nvSpPr>
            <p:cNvPr id="1240" name="link3_sensor_2: 0.4431 m"/>
            <p:cNvSpPr/>
            <p:nvPr/>
          </p:nvSpPr>
          <p:spPr>
            <a:xfrm>
              <a:off x="8891032" y="1702522"/>
              <a:ext cx="28346" cy="28346"/>
            </a:xfrm>
            <a:prstGeom prst="ellipse">
              <a:avLst/>
            </a:prstGeom>
            <a:solidFill>
              <a:srgbClr val="00A6A6"/>
            </a:solidFill>
            <a:ln w="2743">
              <a:solidFill>
                <a:srgbClr val="FFFFFF"/>
              </a:solidFill>
            </a:ln>
            <a:effectLst/>
          </p:spPr>
          <p:txBody>
            <a:bodyPr rtlCol="0" anchor="ctr"/>
            <a:lstStyle/>
            <a:p>
              <a:pPr algn="ctr"/>
            </a:p>
          </p:txBody>
        </p:sp>
        <p:sp>
          <p:nvSpPr>
            <p:cNvPr id="1241" name="link5_back_sensor_4: 0.2404 m"/>
            <p:cNvSpPr/>
            <p:nvPr/>
          </p:nvSpPr>
          <p:spPr>
            <a:xfrm>
              <a:off x="9027215" y="1470935"/>
              <a:ext cx="28346" cy="28346"/>
            </a:xfrm>
            <a:prstGeom prst="ellipse">
              <a:avLst/>
            </a:prstGeom>
            <a:solidFill>
              <a:srgbClr val="00A6A6"/>
            </a:solidFill>
            <a:ln w="2743">
              <a:solidFill>
                <a:srgbClr val="FFFFFF"/>
              </a:solidFill>
            </a:ln>
            <a:effectLst/>
          </p:spPr>
          <p:txBody>
            <a:bodyPr rtlCol="0" anchor="ctr"/>
            <a:lstStyle/>
            <a:p>
              <a:pPr algn="ctr"/>
            </a:p>
          </p:txBody>
        </p:sp>
        <p:sp>
          <p:nvSpPr>
            <p:cNvPr id="1242" name="link3_sensor_2: 0.6363 m"/>
            <p:cNvSpPr/>
            <p:nvPr/>
          </p:nvSpPr>
          <p:spPr>
            <a:xfrm>
              <a:off x="8434164" y="1349746"/>
              <a:ext cx="28346" cy="28346"/>
            </a:xfrm>
            <a:prstGeom prst="ellipse">
              <a:avLst/>
            </a:prstGeom>
            <a:solidFill>
              <a:srgbClr val="00A6A6"/>
            </a:solidFill>
            <a:ln w="2743">
              <a:solidFill>
                <a:srgbClr val="FFFFFF"/>
              </a:solidFill>
            </a:ln>
            <a:effectLst/>
          </p:spPr>
          <p:txBody>
            <a:bodyPr rtlCol="0" anchor="ctr"/>
            <a:lstStyle/>
            <a:p>
              <a:pPr algn="ctr"/>
            </a:p>
          </p:txBody>
        </p:sp>
        <p:sp>
          <p:nvSpPr>
            <p:cNvPr id="1243" name="link3_sensor_2: 0.5399 m"/>
            <p:cNvSpPr/>
            <p:nvPr/>
          </p:nvSpPr>
          <p:spPr>
            <a:xfrm>
              <a:off x="8679005" y="1496225"/>
              <a:ext cx="28346" cy="28346"/>
            </a:xfrm>
            <a:prstGeom prst="ellipse">
              <a:avLst/>
            </a:prstGeom>
            <a:solidFill>
              <a:srgbClr val="00A6A6"/>
            </a:solidFill>
            <a:ln w="2743">
              <a:solidFill>
                <a:srgbClr val="FFFFFF"/>
              </a:solidFill>
            </a:ln>
            <a:effectLst/>
          </p:spPr>
          <p:txBody>
            <a:bodyPr rtlCol="0" anchor="ctr"/>
            <a:lstStyle/>
            <a:p>
              <a:pPr algn="ctr"/>
            </a:p>
          </p:txBody>
        </p:sp>
        <p:sp>
          <p:nvSpPr>
            <p:cNvPr id="1244" name="link5_back_sensor_4: 0.2485 m"/>
            <p:cNvSpPr/>
            <p:nvPr/>
          </p:nvSpPr>
          <p:spPr>
            <a:xfrm>
              <a:off x="9024441" y="1548400"/>
              <a:ext cx="28346" cy="28346"/>
            </a:xfrm>
            <a:prstGeom prst="ellipse">
              <a:avLst/>
            </a:prstGeom>
            <a:solidFill>
              <a:srgbClr val="00A6A6"/>
            </a:solidFill>
            <a:ln w="2743">
              <a:solidFill>
                <a:srgbClr val="FFFFFF"/>
              </a:solidFill>
            </a:ln>
            <a:effectLst/>
          </p:spPr>
          <p:txBody>
            <a:bodyPr rtlCol="0" anchor="ctr"/>
            <a:lstStyle/>
            <a:p>
              <a:pPr algn="ctr"/>
            </a:p>
          </p:txBody>
        </p:sp>
        <p:sp>
          <p:nvSpPr>
            <p:cNvPr id="1245" name="link3_sensor_2: 0.5581 m"/>
            <p:cNvSpPr/>
            <p:nvPr/>
          </p:nvSpPr>
          <p:spPr>
            <a:xfrm>
              <a:off x="9070701" y="926817"/>
              <a:ext cx="28346" cy="28346"/>
            </a:xfrm>
            <a:prstGeom prst="ellipse">
              <a:avLst/>
            </a:prstGeom>
            <a:solidFill>
              <a:srgbClr val="00A6A6"/>
            </a:solidFill>
            <a:ln w="2743">
              <a:solidFill>
                <a:srgbClr val="FFFFFF"/>
              </a:solidFill>
            </a:ln>
            <a:effectLst/>
          </p:spPr>
          <p:txBody>
            <a:bodyPr rtlCol="0" anchor="ctr"/>
            <a:lstStyle/>
            <a:p>
              <a:pPr algn="ctr"/>
            </a:p>
          </p:txBody>
        </p:sp>
        <p:sp>
          <p:nvSpPr>
            <p:cNvPr id="1246" name="link3_sensor_2: 0.4158 m"/>
            <p:cNvSpPr/>
            <p:nvPr/>
          </p:nvSpPr>
          <p:spPr>
            <a:xfrm>
              <a:off x="8997922" y="1686951"/>
              <a:ext cx="28346" cy="28346"/>
            </a:xfrm>
            <a:prstGeom prst="ellipse">
              <a:avLst/>
            </a:prstGeom>
            <a:solidFill>
              <a:srgbClr val="00A6A6"/>
            </a:solidFill>
            <a:ln w="2743">
              <a:solidFill>
                <a:srgbClr val="FFFFFF"/>
              </a:solidFill>
            </a:ln>
            <a:effectLst/>
          </p:spPr>
          <p:txBody>
            <a:bodyPr rtlCol="0" anchor="ctr"/>
            <a:lstStyle/>
            <a:p>
              <a:pPr algn="ctr"/>
            </a:p>
          </p:txBody>
        </p:sp>
        <p:sp>
          <p:nvSpPr>
            <p:cNvPr id="1247" name="link3_sensor_2: 0.4622 m"/>
            <p:cNvSpPr/>
            <p:nvPr/>
          </p:nvSpPr>
          <p:spPr>
            <a:xfrm>
              <a:off x="8864261" y="1607359"/>
              <a:ext cx="28346" cy="28346"/>
            </a:xfrm>
            <a:prstGeom prst="ellipse">
              <a:avLst/>
            </a:prstGeom>
            <a:solidFill>
              <a:srgbClr val="00A6A6"/>
            </a:solidFill>
            <a:ln w="2743">
              <a:solidFill>
                <a:srgbClr val="FFFFFF"/>
              </a:solidFill>
            </a:ln>
            <a:effectLst/>
          </p:spPr>
          <p:txBody>
            <a:bodyPr rtlCol="0" anchor="ctr"/>
            <a:lstStyle/>
            <a:p>
              <a:pPr algn="ctr"/>
            </a:p>
          </p:txBody>
        </p:sp>
        <p:sp>
          <p:nvSpPr>
            <p:cNvPr id="1248" name="link5_back_sensor_4: 0.2062 m"/>
            <p:cNvSpPr/>
            <p:nvPr/>
          </p:nvSpPr>
          <p:spPr>
            <a:xfrm>
              <a:off x="9030027" y="1233961"/>
              <a:ext cx="28346" cy="28346"/>
            </a:xfrm>
            <a:prstGeom prst="ellipse">
              <a:avLst/>
            </a:prstGeom>
            <a:solidFill>
              <a:srgbClr val="00A6A6"/>
            </a:solidFill>
            <a:ln w="2743">
              <a:solidFill>
                <a:srgbClr val="FFFFFF"/>
              </a:solidFill>
            </a:ln>
            <a:effectLst/>
          </p:spPr>
          <p:txBody>
            <a:bodyPr rtlCol="0" anchor="ctr"/>
            <a:lstStyle/>
            <a:p>
              <a:pPr algn="ctr"/>
            </a:p>
          </p:txBody>
        </p:sp>
        <p:sp>
          <p:nvSpPr>
            <p:cNvPr id="1249" name="link5_back_sensor_4: 0.2161 m"/>
            <p:cNvSpPr/>
            <p:nvPr/>
          </p:nvSpPr>
          <p:spPr>
            <a:xfrm>
              <a:off x="9020891" y="1292425"/>
              <a:ext cx="28346" cy="28346"/>
            </a:xfrm>
            <a:prstGeom prst="ellipse">
              <a:avLst/>
            </a:prstGeom>
            <a:solidFill>
              <a:srgbClr val="00A6A6"/>
            </a:solidFill>
            <a:ln w="2743">
              <a:solidFill>
                <a:srgbClr val="FFFFFF"/>
              </a:solidFill>
            </a:ln>
            <a:effectLst/>
          </p:spPr>
          <p:txBody>
            <a:bodyPr rtlCol="0" anchor="ctr"/>
            <a:lstStyle/>
            <a:p>
              <a:pPr algn="ctr"/>
            </a:p>
          </p:txBody>
        </p:sp>
        <p:sp>
          <p:nvSpPr>
            <p:cNvPr id="1250" name="link5_back_sensor_4: 0.2269 m"/>
            <p:cNvSpPr/>
            <p:nvPr/>
          </p:nvSpPr>
          <p:spPr>
            <a:xfrm>
              <a:off x="9010837" y="1356759"/>
              <a:ext cx="28346" cy="28346"/>
            </a:xfrm>
            <a:prstGeom prst="ellipse">
              <a:avLst/>
            </a:prstGeom>
            <a:solidFill>
              <a:srgbClr val="00A6A6"/>
            </a:solidFill>
            <a:ln w="2743">
              <a:solidFill>
                <a:srgbClr val="FFFFFF"/>
              </a:solidFill>
            </a:ln>
            <a:effectLst/>
          </p:spPr>
          <p:txBody>
            <a:bodyPr rtlCol="0" anchor="ctr"/>
            <a:lstStyle/>
            <a:p>
              <a:pPr algn="ctr"/>
            </a:p>
          </p:txBody>
        </p:sp>
        <p:sp>
          <p:nvSpPr>
            <p:cNvPr id="1251" name="link3_sensor_1: 0.6405 m"/>
            <p:cNvSpPr/>
            <p:nvPr/>
          </p:nvSpPr>
          <p:spPr>
            <a:xfrm>
              <a:off x="8410331" y="1279033"/>
              <a:ext cx="28346" cy="28346"/>
            </a:xfrm>
            <a:prstGeom prst="ellipse">
              <a:avLst/>
            </a:prstGeom>
            <a:solidFill>
              <a:srgbClr val="00A6A6"/>
            </a:solidFill>
            <a:ln w="2743">
              <a:solidFill>
                <a:srgbClr val="FFFFFF"/>
              </a:solidFill>
            </a:ln>
            <a:effectLst/>
          </p:spPr>
          <p:txBody>
            <a:bodyPr rtlCol="0" anchor="ctr"/>
            <a:lstStyle/>
            <a:p>
              <a:pPr algn="ctr"/>
            </a:p>
          </p:txBody>
        </p:sp>
        <p:sp>
          <p:nvSpPr>
            <p:cNvPr id="1252" name="link2_sensor_6: 0.3548 m"/>
            <p:cNvSpPr/>
            <p:nvPr/>
          </p:nvSpPr>
          <p:spPr>
            <a:xfrm>
              <a:off x="8866645" y="2989057"/>
              <a:ext cx="28346" cy="28346"/>
            </a:xfrm>
            <a:prstGeom prst="ellipse">
              <a:avLst/>
            </a:prstGeom>
            <a:solidFill>
              <a:srgbClr val="00A6A6"/>
            </a:solidFill>
            <a:ln w="2743">
              <a:solidFill>
                <a:srgbClr val="FFFFFF"/>
              </a:solidFill>
            </a:ln>
            <a:effectLst/>
          </p:spPr>
          <p:txBody>
            <a:bodyPr rtlCol="0" anchor="ctr"/>
            <a:lstStyle/>
            <a:p>
              <a:pPr algn="ctr"/>
            </a:p>
          </p:txBody>
        </p:sp>
        <p:sp>
          <p:nvSpPr>
            <p:cNvPr id="1253" name="link3_sensor_2: 0.4918 m"/>
            <p:cNvSpPr/>
            <p:nvPr/>
          </p:nvSpPr>
          <p:spPr>
            <a:xfrm>
              <a:off x="9010013" y="1248620"/>
              <a:ext cx="28346" cy="28346"/>
            </a:xfrm>
            <a:prstGeom prst="ellipse">
              <a:avLst/>
            </a:prstGeom>
            <a:solidFill>
              <a:srgbClr val="00A6A6"/>
            </a:solidFill>
            <a:ln w="2743">
              <a:solidFill>
                <a:srgbClr val="FFFFFF"/>
              </a:solidFill>
            </a:ln>
            <a:effectLst/>
          </p:spPr>
          <p:txBody>
            <a:bodyPr rtlCol="0" anchor="ctr"/>
            <a:lstStyle/>
            <a:p>
              <a:pPr algn="ctr"/>
            </a:p>
          </p:txBody>
        </p:sp>
        <p:sp>
          <p:nvSpPr>
            <p:cNvPr id="1254" name="link2_sensor_4: 0.4637 m"/>
            <p:cNvSpPr/>
            <p:nvPr/>
          </p:nvSpPr>
          <p:spPr>
            <a:xfrm>
              <a:off x="8947716" y="1743360"/>
              <a:ext cx="28346" cy="28346"/>
            </a:xfrm>
            <a:prstGeom prst="ellipse">
              <a:avLst/>
            </a:prstGeom>
            <a:solidFill>
              <a:srgbClr val="00A6A6"/>
            </a:solidFill>
            <a:ln w="2743">
              <a:solidFill>
                <a:srgbClr val="FFFFFF"/>
              </a:solidFill>
            </a:ln>
            <a:effectLst/>
          </p:spPr>
          <p:txBody>
            <a:bodyPr rtlCol="0" anchor="ctr"/>
            <a:lstStyle/>
            <a:p>
              <a:pPr algn="ctr"/>
            </a:p>
          </p:txBody>
        </p:sp>
        <p:sp>
          <p:nvSpPr>
            <p:cNvPr id="1255" name="link2_sensor_4: 0.8042 m"/>
            <p:cNvSpPr/>
            <p:nvPr/>
          </p:nvSpPr>
          <p:spPr>
            <a:xfrm>
              <a:off x="8292059" y="1294609"/>
              <a:ext cx="28346" cy="28346"/>
            </a:xfrm>
            <a:prstGeom prst="ellipse">
              <a:avLst/>
            </a:prstGeom>
            <a:solidFill>
              <a:srgbClr val="00A6A6"/>
            </a:solidFill>
            <a:ln w="2743">
              <a:solidFill>
                <a:srgbClr val="FFFFFF"/>
              </a:solidFill>
            </a:ln>
            <a:effectLst/>
          </p:spPr>
          <p:txBody>
            <a:bodyPr rtlCol="0" anchor="ctr"/>
            <a:lstStyle/>
            <a:p>
              <a:pPr algn="ctr"/>
            </a:p>
          </p:txBody>
        </p:sp>
        <p:sp>
          <p:nvSpPr>
            <p:cNvPr id="1256" name="link5_back_sensor_4: 0.2250 m"/>
            <p:cNvSpPr/>
            <p:nvPr/>
          </p:nvSpPr>
          <p:spPr>
            <a:xfrm>
              <a:off x="9022940" y="1423684"/>
              <a:ext cx="28346" cy="28346"/>
            </a:xfrm>
            <a:prstGeom prst="ellipse">
              <a:avLst/>
            </a:prstGeom>
            <a:solidFill>
              <a:srgbClr val="00A6A6"/>
            </a:solidFill>
            <a:ln w="2743">
              <a:solidFill>
                <a:srgbClr val="FFFFFF"/>
              </a:solidFill>
            </a:ln>
            <a:effectLst/>
          </p:spPr>
          <p:txBody>
            <a:bodyPr rtlCol="0" anchor="ctr"/>
            <a:lstStyle/>
            <a:p>
              <a:pPr algn="ctr"/>
            </a:p>
          </p:txBody>
        </p:sp>
        <p:sp>
          <p:nvSpPr>
            <p:cNvPr id="1257" name="link5_back_sensor_4: 0.2375 m"/>
            <p:cNvSpPr/>
            <p:nvPr/>
          </p:nvSpPr>
          <p:spPr>
            <a:xfrm>
              <a:off x="9011275" y="1498449"/>
              <a:ext cx="28346" cy="28346"/>
            </a:xfrm>
            <a:prstGeom prst="ellipse">
              <a:avLst/>
            </a:prstGeom>
            <a:solidFill>
              <a:srgbClr val="00A6A6"/>
            </a:solidFill>
            <a:ln w="2743">
              <a:solidFill>
                <a:srgbClr val="FFFFFF"/>
              </a:solidFill>
            </a:ln>
            <a:effectLst/>
          </p:spPr>
          <p:txBody>
            <a:bodyPr rtlCol="0" anchor="ctr"/>
            <a:lstStyle/>
            <a:p>
              <a:pPr algn="ctr"/>
            </a:p>
          </p:txBody>
        </p:sp>
        <p:sp>
          <p:nvSpPr>
            <p:cNvPr id="1258" name="link1_sensor_4: 0.4861 m"/>
            <p:cNvSpPr/>
            <p:nvPr/>
          </p:nvSpPr>
          <p:spPr>
            <a:xfrm>
              <a:off x="10693683" y="3055434"/>
              <a:ext cx="28346" cy="28346"/>
            </a:xfrm>
            <a:prstGeom prst="ellipse">
              <a:avLst/>
            </a:prstGeom>
            <a:solidFill>
              <a:srgbClr val="00A6A6"/>
            </a:solidFill>
            <a:ln w="2743">
              <a:solidFill>
                <a:srgbClr val="FFFFFF"/>
              </a:solidFill>
            </a:ln>
            <a:effectLst/>
          </p:spPr>
          <p:txBody>
            <a:bodyPr rtlCol="0" anchor="ctr"/>
            <a:lstStyle/>
            <a:p>
              <a:pPr algn="ctr"/>
            </a:p>
          </p:txBody>
        </p:sp>
        <p:sp>
          <p:nvSpPr>
            <p:cNvPr id="1259" name="link3_sensor_2: 0.4183 m"/>
            <p:cNvSpPr/>
            <p:nvPr/>
          </p:nvSpPr>
          <p:spPr>
            <a:xfrm>
              <a:off x="8985074" y="1604243"/>
              <a:ext cx="28346" cy="28346"/>
            </a:xfrm>
            <a:prstGeom prst="ellipse">
              <a:avLst/>
            </a:prstGeom>
            <a:solidFill>
              <a:srgbClr val="00A6A6"/>
            </a:solidFill>
            <a:ln w="2743">
              <a:solidFill>
                <a:srgbClr val="FFFFFF"/>
              </a:solidFill>
            </a:ln>
            <a:effectLst/>
          </p:spPr>
          <p:txBody>
            <a:bodyPr rtlCol="0" anchor="ctr"/>
            <a:lstStyle/>
            <a:p>
              <a:pPr algn="ctr"/>
            </a:p>
          </p:txBody>
        </p:sp>
        <p:sp>
          <p:nvSpPr>
            <p:cNvPr id="1260" name="link2_sensor_4: 0.6724 m"/>
            <p:cNvSpPr/>
            <p:nvPr/>
          </p:nvSpPr>
          <p:spPr>
            <a:xfrm>
              <a:off x="8576603" y="1433522"/>
              <a:ext cx="28346" cy="28346"/>
            </a:xfrm>
            <a:prstGeom prst="ellipse">
              <a:avLst/>
            </a:prstGeom>
            <a:solidFill>
              <a:srgbClr val="00A6A6"/>
            </a:solidFill>
            <a:ln w="2743">
              <a:solidFill>
                <a:srgbClr val="FFFFFF"/>
              </a:solidFill>
            </a:ln>
            <a:effectLst/>
          </p:spPr>
          <p:txBody>
            <a:bodyPr rtlCol="0" anchor="ctr"/>
            <a:lstStyle/>
            <a:p>
              <a:pPr algn="ctr"/>
            </a:p>
          </p:txBody>
        </p:sp>
        <p:sp>
          <p:nvSpPr>
            <p:cNvPr id="1261" name="link3_sensor_2: 0.4751 m"/>
            <p:cNvSpPr/>
            <p:nvPr/>
          </p:nvSpPr>
          <p:spPr>
            <a:xfrm>
              <a:off x="8840357" y="1507386"/>
              <a:ext cx="28346" cy="28346"/>
            </a:xfrm>
            <a:prstGeom prst="ellipse">
              <a:avLst/>
            </a:prstGeom>
            <a:solidFill>
              <a:srgbClr val="00A6A6"/>
            </a:solidFill>
            <a:ln w="2743">
              <a:solidFill>
                <a:srgbClr val="FFFFFF"/>
              </a:solidFill>
            </a:ln>
            <a:effectLst/>
          </p:spPr>
          <p:txBody>
            <a:bodyPr rtlCol="0" anchor="ctr"/>
            <a:lstStyle/>
            <a:p>
              <a:pPr algn="ctr"/>
            </a:p>
          </p:txBody>
        </p:sp>
        <p:sp>
          <p:nvSpPr>
            <p:cNvPr id="1262" name="link6_sensor_2: 0.5011 m"/>
            <p:cNvSpPr/>
            <p:nvPr/>
          </p:nvSpPr>
          <p:spPr>
            <a:xfrm>
              <a:off x="10958961" y="1315476"/>
              <a:ext cx="28346" cy="28346"/>
            </a:xfrm>
            <a:prstGeom prst="ellipse">
              <a:avLst/>
            </a:prstGeom>
            <a:solidFill>
              <a:srgbClr val="00A6A6"/>
            </a:solidFill>
            <a:ln w="2743">
              <a:solidFill>
                <a:srgbClr val="FFFFFF"/>
              </a:solidFill>
            </a:ln>
            <a:effectLst/>
          </p:spPr>
          <p:txBody>
            <a:bodyPr rtlCol="0" anchor="ctr"/>
            <a:lstStyle/>
            <a:p>
              <a:pPr algn="ctr"/>
            </a:p>
          </p:txBody>
        </p:sp>
        <p:sp>
          <p:nvSpPr>
            <p:cNvPr id="1263" name="link3_sensor_2: 0.5482 m"/>
            <p:cNvSpPr/>
            <p:nvPr/>
          </p:nvSpPr>
          <p:spPr>
            <a:xfrm>
              <a:off x="8651354" y="1381070"/>
              <a:ext cx="28346" cy="28346"/>
            </a:xfrm>
            <a:prstGeom prst="ellipse">
              <a:avLst/>
            </a:prstGeom>
            <a:solidFill>
              <a:srgbClr val="00A6A6"/>
            </a:solidFill>
            <a:ln w="2743">
              <a:solidFill>
                <a:srgbClr val="FFFFFF"/>
              </a:solidFill>
            </a:ln>
            <a:effectLst/>
          </p:spPr>
          <p:txBody>
            <a:bodyPr rtlCol="0" anchor="ctr"/>
            <a:lstStyle/>
            <a:p>
              <a:pPr algn="ctr"/>
            </a:p>
          </p:txBody>
        </p:sp>
        <p:sp>
          <p:nvSpPr>
            <p:cNvPr id="1264" name="link1_sensor_4: 0.5605 m"/>
            <p:cNvSpPr/>
            <p:nvPr/>
          </p:nvSpPr>
          <p:spPr>
            <a:xfrm>
              <a:off x="10837637" y="3163110"/>
              <a:ext cx="28346" cy="28346"/>
            </a:xfrm>
            <a:prstGeom prst="ellipse">
              <a:avLst/>
            </a:prstGeom>
            <a:solidFill>
              <a:srgbClr val="00A6A6"/>
            </a:solidFill>
            <a:ln w="2743">
              <a:solidFill>
                <a:srgbClr val="FFFFFF"/>
              </a:solidFill>
            </a:ln>
            <a:effectLst/>
          </p:spPr>
          <p:txBody>
            <a:bodyPr rtlCol="0" anchor="ctr"/>
            <a:lstStyle/>
            <a:p>
              <a:pPr algn="ctr"/>
            </a:p>
          </p:txBody>
        </p:sp>
        <p:sp>
          <p:nvSpPr>
            <p:cNvPr id="1265" name="link5_back_sensor_4: 0.2082 m"/>
            <p:cNvSpPr/>
            <p:nvPr/>
          </p:nvSpPr>
          <p:spPr>
            <a:xfrm>
              <a:off x="9008540" y="1256204"/>
              <a:ext cx="28346" cy="28346"/>
            </a:xfrm>
            <a:prstGeom prst="ellipse">
              <a:avLst/>
            </a:prstGeom>
            <a:solidFill>
              <a:srgbClr val="00A6A6"/>
            </a:solidFill>
            <a:ln w="2743">
              <a:solidFill>
                <a:srgbClr val="FFFFFF"/>
              </a:solidFill>
            </a:ln>
            <a:effectLst/>
          </p:spPr>
          <p:txBody>
            <a:bodyPr rtlCol="0" anchor="ctr"/>
            <a:lstStyle/>
            <a:p>
              <a:pPr algn="ctr"/>
            </a:p>
          </p:txBody>
        </p:sp>
        <p:sp>
          <p:nvSpPr>
            <p:cNvPr id="1266" name="link6_sensor_2: 0.5467 m"/>
            <p:cNvSpPr/>
            <p:nvPr/>
          </p:nvSpPr>
          <p:spPr>
            <a:xfrm>
              <a:off x="10992111" y="1056043"/>
              <a:ext cx="28346" cy="28346"/>
            </a:xfrm>
            <a:prstGeom prst="ellipse">
              <a:avLst/>
            </a:prstGeom>
            <a:solidFill>
              <a:srgbClr val="00A6A6"/>
            </a:solidFill>
            <a:ln w="2743">
              <a:solidFill>
                <a:srgbClr val="FFFFFF"/>
              </a:solidFill>
            </a:ln>
            <a:effectLst/>
          </p:spPr>
          <p:txBody>
            <a:bodyPr rtlCol="0" anchor="ctr"/>
            <a:lstStyle/>
            <a:p>
              <a:pPr algn="ctr"/>
            </a:p>
          </p:txBody>
        </p:sp>
        <p:sp>
          <p:nvSpPr>
            <p:cNvPr id="1267" name="link2_sensor_4: 0.5779 m"/>
            <p:cNvSpPr/>
            <p:nvPr/>
          </p:nvSpPr>
          <p:spPr>
            <a:xfrm>
              <a:off x="8782017" y="1533663"/>
              <a:ext cx="28346" cy="28346"/>
            </a:xfrm>
            <a:prstGeom prst="ellipse">
              <a:avLst/>
            </a:prstGeom>
            <a:solidFill>
              <a:srgbClr val="00A6A6"/>
            </a:solidFill>
            <a:ln w="2743">
              <a:solidFill>
                <a:srgbClr val="FFFFFF"/>
              </a:solidFill>
            </a:ln>
            <a:effectLst/>
          </p:spPr>
          <p:txBody>
            <a:bodyPr rtlCol="0" anchor="ctr"/>
            <a:lstStyle/>
            <a:p>
              <a:pPr algn="ctr"/>
            </a:p>
          </p:txBody>
        </p:sp>
        <p:sp>
          <p:nvSpPr>
            <p:cNvPr id="1268" name="link3_sensor_2: 0.6480 m"/>
            <p:cNvSpPr/>
            <p:nvPr/>
          </p:nvSpPr>
          <p:spPr>
            <a:xfrm>
              <a:off x="8392871" y="1208309"/>
              <a:ext cx="28346" cy="28346"/>
            </a:xfrm>
            <a:prstGeom prst="ellipse">
              <a:avLst/>
            </a:prstGeom>
            <a:solidFill>
              <a:srgbClr val="00A6A6"/>
            </a:solidFill>
            <a:ln w="2743">
              <a:solidFill>
                <a:srgbClr val="FFFFFF"/>
              </a:solidFill>
            </a:ln>
            <a:effectLst/>
          </p:spPr>
          <p:txBody>
            <a:bodyPr rtlCol="0" anchor="ctr"/>
            <a:lstStyle/>
            <a:p>
              <a:pPr algn="ctr"/>
            </a:p>
          </p:txBody>
        </p:sp>
        <p:sp>
          <p:nvSpPr>
            <p:cNvPr id="1269" name="link3_sensor_2: 0.5626 m"/>
            <p:cNvSpPr/>
            <p:nvPr/>
          </p:nvSpPr>
          <p:spPr>
            <a:xfrm>
              <a:off x="9055147" y="797195"/>
              <a:ext cx="28346" cy="28346"/>
            </a:xfrm>
            <a:prstGeom prst="ellipse">
              <a:avLst/>
            </a:prstGeom>
            <a:solidFill>
              <a:srgbClr val="00A6A6"/>
            </a:solidFill>
            <a:ln w="2743">
              <a:solidFill>
                <a:srgbClr val="FFFFFF"/>
              </a:solidFill>
            </a:ln>
            <a:effectLst/>
          </p:spPr>
          <p:txBody>
            <a:bodyPr rtlCol="0" anchor="ctr"/>
            <a:lstStyle/>
            <a:p>
              <a:pPr algn="ctr"/>
            </a:p>
          </p:txBody>
        </p:sp>
        <p:sp>
          <p:nvSpPr>
            <p:cNvPr id="1270" name="link6_sensor_2: 0.6014 m"/>
            <p:cNvSpPr/>
            <p:nvPr/>
          </p:nvSpPr>
          <p:spPr>
            <a:xfrm>
              <a:off x="11032059" y="743771"/>
              <a:ext cx="28346" cy="28346"/>
            </a:xfrm>
            <a:prstGeom prst="ellipse">
              <a:avLst/>
            </a:prstGeom>
            <a:solidFill>
              <a:srgbClr val="00A6A6"/>
            </a:solidFill>
            <a:ln w="2743">
              <a:solidFill>
                <a:srgbClr val="FFFFFF"/>
              </a:solidFill>
            </a:ln>
            <a:effectLst/>
          </p:spPr>
          <p:txBody>
            <a:bodyPr rtlCol="0" anchor="ctr"/>
            <a:lstStyle/>
            <a:p>
              <a:pPr algn="ctr"/>
            </a:p>
          </p:txBody>
        </p:sp>
        <p:sp>
          <p:nvSpPr>
            <p:cNvPr id="1271" name="link5_back_sensor_4: 0.2104 m"/>
            <p:cNvSpPr/>
            <p:nvPr/>
          </p:nvSpPr>
          <p:spPr>
            <a:xfrm>
              <a:off x="9012641" y="1317983"/>
              <a:ext cx="28346" cy="28346"/>
            </a:xfrm>
            <a:prstGeom prst="ellipse">
              <a:avLst/>
            </a:prstGeom>
            <a:solidFill>
              <a:srgbClr val="00A6A6"/>
            </a:solidFill>
            <a:ln w="2743">
              <a:solidFill>
                <a:srgbClr val="FFFFFF"/>
              </a:solidFill>
            </a:ln>
            <a:effectLst/>
          </p:spPr>
          <p:txBody>
            <a:bodyPr rtlCol="0" anchor="ctr"/>
            <a:lstStyle/>
            <a:p>
              <a:pPr algn="ctr"/>
            </a:p>
          </p:txBody>
        </p:sp>
        <p:sp>
          <p:nvSpPr>
            <p:cNvPr id="1272" name="link5_back_sensor_4: 0.2328 m"/>
            <p:cNvSpPr/>
            <p:nvPr/>
          </p:nvSpPr>
          <p:spPr>
            <a:xfrm>
              <a:off x="8989381" y="1454147"/>
              <a:ext cx="28346" cy="28346"/>
            </a:xfrm>
            <a:prstGeom prst="ellipse">
              <a:avLst/>
            </a:prstGeom>
            <a:solidFill>
              <a:srgbClr val="00A6A6"/>
            </a:solidFill>
            <a:ln w="2743">
              <a:solidFill>
                <a:srgbClr val="FFFFFF"/>
              </a:solidFill>
            </a:ln>
            <a:effectLst/>
          </p:spPr>
          <p:txBody>
            <a:bodyPr rtlCol="0" anchor="ctr"/>
            <a:lstStyle/>
            <a:p>
              <a:pPr algn="ctr"/>
            </a:p>
          </p:txBody>
        </p:sp>
        <p:sp>
          <p:nvSpPr>
            <p:cNvPr id="1273" name="link6_sensor_2: 0.6683 m"/>
            <p:cNvSpPr/>
            <p:nvPr/>
          </p:nvSpPr>
          <p:spPr>
            <a:xfrm>
              <a:off x="11081009" y="360722"/>
              <a:ext cx="28346" cy="28346"/>
            </a:xfrm>
            <a:prstGeom prst="ellipse">
              <a:avLst/>
            </a:prstGeom>
            <a:solidFill>
              <a:srgbClr val="00A6A6"/>
            </a:solidFill>
            <a:ln w="2743">
              <a:solidFill>
                <a:srgbClr val="FFFFFF"/>
              </a:solidFill>
            </a:ln>
            <a:effectLst/>
          </p:spPr>
          <p:txBody>
            <a:bodyPr rtlCol="0" anchor="ctr"/>
            <a:lstStyle/>
            <a:p>
              <a:pPr algn="ctr"/>
            </a:p>
          </p:txBody>
        </p:sp>
        <p:sp>
          <p:nvSpPr>
            <p:cNvPr id="1274" name="link5_back_sensor_4: 0.2160 m"/>
            <p:cNvSpPr/>
            <p:nvPr/>
          </p:nvSpPr>
          <p:spPr>
            <a:xfrm>
              <a:off x="9010917" y="1381876"/>
              <a:ext cx="28346" cy="28346"/>
            </a:xfrm>
            <a:prstGeom prst="ellipse">
              <a:avLst/>
            </a:prstGeom>
            <a:solidFill>
              <a:srgbClr val="00A6A6"/>
            </a:solidFill>
            <a:ln w="2743">
              <a:solidFill>
                <a:srgbClr val="FFFFFF"/>
              </a:solidFill>
            </a:ln>
            <a:effectLst/>
          </p:spPr>
          <p:txBody>
            <a:bodyPr rtlCol="0" anchor="ctr"/>
            <a:lstStyle/>
            <a:p>
              <a:pPr algn="ctr"/>
            </a:p>
          </p:txBody>
        </p:sp>
        <p:sp>
          <p:nvSpPr>
            <p:cNvPr id="1275" name="link4_sensor_3: 0.6357 m"/>
            <p:cNvSpPr/>
            <p:nvPr/>
          </p:nvSpPr>
          <p:spPr>
            <a:xfrm>
              <a:off x="10961155" y="2731993"/>
              <a:ext cx="28346" cy="28346"/>
            </a:xfrm>
            <a:prstGeom prst="ellipse">
              <a:avLst/>
            </a:prstGeom>
            <a:solidFill>
              <a:srgbClr val="00A6A6"/>
            </a:solidFill>
            <a:ln w="2743">
              <a:solidFill>
                <a:srgbClr val="FFFFFF"/>
              </a:solidFill>
            </a:ln>
            <a:effectLst/>
          </p:spPr>
          <p:txBody>
            <a:bodyPr rtlCol="0" anchor="ctr"/>
            <a:lstStyle/>
            <a:p>
              <a:pPr algn="ctr"/>
            </a:p>
          </p:txBody>
        </p:sp>
        <p:sp>
          <p:nvSpPr>
            <p:cNvPr id="1276" name="link3_sensor_2: 0.4953 m"/>
            <p:cNvSpPr/>
            <p:nvPr/>
          </p:nvSpPr>
          <p:spPr>
            <a:xfrm>
              <a:off x="8994953" y="1140505"/>
              <a:ext cx="28346" cy="28346"/>
            </a:xfrm>
            <a:prstGeom prst="ellipse">
              <a:avLst/>
            </a:prstGeom>
            <a:solidFill>
              <a:srgbClr val="00A6A6"/>
            </a:solidFill>
            <a:ln w="2743">
              <a:solidFill>
                <a:srgbClr val="FFFFFF"/>
              </a:solidFill>
            </a:ln>
            <a:effectLst/>
          </p:spPr>
          <p:txBody>
            <a:bodyPr rtlCol="0" anchor="ctr"/>
            <a:lstStyle/>
            <a:p>
              <a:pPr algn="ctr"/>
            </a:p>
          </p:txBody>
        </p:sp>
        <p:sp>
          <p:nvSpPr>
            <p:cNvPr id="1277" name="link5_front_sensor_3: 0.4699 m"/>
            <p:cNvSpPr/>
            <p:nvPr/>
          </p:nvSpPr>
          <p:spPr>
            <a:xfrm>
              <a:off x="10484491" y="2245167"/>
              <a:ext cx="28346" cy="28346"/>
            </a:xfrm>
            <a:prstGeom prst="ellipse">
              <a:avLst/>
            </a:prstGeom>
            <a:solidFill>
              <a:srgbClr val="00A6A6"/>
            </a:solidFill>
            <a:ln w="2743">
              <a:solidFill>
                <a:srgbClr val="FFFFFF"/>
              </a:solidFill>
            </a:ln>
            <a:effectLst/>
          </p:spPr>
          <p:txBody>
            <a:bodyPr rtlCol="0" anchor="ctr"/>
            <a:lstStyle/>
            <a:p>
              <a:pPr algn="ctr"/>
            </a:p>
          </p:txBody>
        </p:sp>
        <p:sp>
          <p:nvSpPr>
            <p:cNvPr id="1278" name="link3_sensor_2: 0.4210 m"/>
            <p:cNvSpPr/>
            <p:nvPr/>
          </p:nvSpPr>
          <p:spPr>
            <a:xfrm>
              <a:off x="8971728" y="1518505"/>
              <a:ext cx="28346" cy="28346"/>
            </a:xfrm>
            <a:prstGeom prst="ellipse">
              <a:avLst/>
            </a:prstGeom>
            <a:solidFill>
              <a:srgbClr val="00A6A6"/>
            </a:solidFill>
            <a:ln w="2743">
              <a:solidFill>
                <a:srgbClr val="FFFFFF"/>
              </a:solidFill>
            </a:ln>
            <a:effectLst/>
          </p:spPr>
          <p:txBody>
            <a:bodyPr rtlCol="0" anchor="ctr"/>
            <a:lstStyle/>
            <a:p>
              <a:pPr algn="ctr"/>
            </a:p>
          </p:txBody>
        </p:sp>
        <p:sp>
          <p:nvSpPr>
            <p:cNvPr id="1279" name="link5_front_sensor_3: 0.4263 m"/>
            <p:cNvSpPr/>
            <p:nvPr/>
          </p:nvSpPr>
          <p:spPr>
            <a:xfrm>
              <a:off x="10359542" y="2245497"/>
              <a:ext cx="28346" cy="28346"/>
            </a:xfrm>
            <a:prstGeom prst="ellipse">
              <a:avLst/>
            </a:prstGeom>
            <a:solidFill>
              <a:srgbClr val="00A6A6"/>
            </a:solidFill>
            <a:ln w="2743">
              <a:solidFill>
                <a:srgbClr val="FFFFFF"/>
              </a:solidFill>
            </a:ln>
            <a:effectLst/>
          </p:spPr>
          <p:txBody>
            <a:bodyPr rtlCol="0" anchor="ctr"/>
            <a:lstStyle/>
            <a:p>
              <a:pPr algn="ctr"/>
            </a:p>
          </p:txBody>
        </p:sp>
        <p:sp>
          <p:nvSpPr>
            <p:cNvPr id="1280" name="link3_sensor_2: 0.4815 m"/>
            <p:cNvSpPr/>
            <p:nvPr/>
          </p:nvSpPr>
          <p:spPr>
            <a:xfrm>
              <a:off x="8819950" y="1405390"/>
              <a:ext cx="28346" cy="28346"/>
            </a:xfrm>
            <a:prstGeom prst="ellipse">
              <a:avLst/>
            </a:prstGeom>
            <a:solidFill>
              <a:srgbClr val="00A6A6"/>
            </a:solidFill>
            <a:ln w="2743">
              <a:solidFill>
                <a:srgbClr val="FFFFFF"/>
              </a:solidFill>
            </a:ln>
            <a:effectLst/>
          </p:spPr>
          <p:txBody>
            <a:bodyPr rtlCol="0" anchor="ctr"/>
            <a:lstStyle/>
            <a:p>
              <a:pPr algn="ctr"/>
            </a:p>
          </p:txBody>
        </p:sp>
        <p:sp>
          <p:nvSpPr>
            <p:cNvPr id="1281" name="link5_back_sensor_4: 0.1992 m"/>
            <p:cNvSpPr/>
            <p:nvPr/>
          </p:nvSpPr>
          <p:spPr>
            <a:xfrm>
              <a:off x="9008263" y="1282815"/>
              <a:ext cx="28346" cy="28346"/>
            </a:xfrm>
            <a:prstGeom prst="ellipse">
              <a:avLst/>
            </a:prstGeom>
            <a:solidFill>
              <a:srgbClr val="00A6A6"/>
            </a:solidFill>
            <a:ln w="2743">
              <a:solidFill>
                <a:srgbClr val="FFFFFF"/>
              </a:solidFill>
            </a:ln>
            <a:effectLst/>
          </p:spPr>
          <p:txBody>
            <a:bodyPr rtlCol="0" anchor="ctr"/>
            <a:lstStyle/>
            <a:p>
              <a:pPr algn="ctr"/>
            </a:p>
          </p:txBody>
        </p:sp>
        <p:sp>
          <p:nvSpPr>
            <p:cNvPr id="1282" name="link5_front_sensor_3: 0.3901 m"/>
            <p:cNvSpPr/>
            <p:nvPr/>
          </p:nvSpPr>
          <p:spPr>
            <a:xfrm>
              <a:off x="10255596" y="2245766"/>
              <a:ext cx="28346" cy="28346"/>
            </a:xfrm>
            <a:prstGeom prst="ellipse">
              <a:avLst/>
            </a:prstGeom>
            <a:solidFill>
              <a:srgbClr val="00A6A6"/>
            </a:solidFill>
            <a:ln w="2743">
              <a:solidFill>
                <a:srgbClr val="FFFFFF"/>
              </a:solidFill>
            </a:ln>
            <a:effectLst/>
          </p:spPr>
          <p:txBody>
            <a:bodyPr rtlCol="0" anchor="ctr"/>
            <a:lstStyle/>
            <a:p>
              <a:pPr algn="ctr"/>
            </a:p>
          </p:txBody>
        </p:sp>
        <p:sp>
          <p:nvSpPr>
            <p:cNvPr id="1283" name="link5_back_sensor_4: 0.2295 m"/>
            <p:cNvSpPr/>
            <p:nvPr/>
          </p:nvSpPr>
          <p:spPr>
            <a:xfrm>
              <a:off x="8965695" y="1411199"/>
              <a:ext cx="28346" cy="28346"/>
            </a:xfrm>
            <a:prstGeom prst="ellipse">
              <a:avLst/>
            </a:prstGeom>
            <a:solidFill>
              <a:srgbClr val="00A6A6"/>
            </a:solidFill>
            <a:ln w="2743">
              <a:solidFill>
                <a:srgbClr val="FFFFFF"/>
              </a:solidFill>
            </a:ln>
            <a:effectLst/>
          </p:spPr>
          <p:txBody>
            <a:bodyPr rtlCol="0" anchor="ctr"/>
            <a:lstStyle/>
            <a:p>
              <a:pPr algn="ctr"/>
            </a:p>
          </p:txBody>
        </p:sp>
        <p:sp>
          <p:nvSpPr>
            <p:cNvPr id="1284" name="link1_sensor_4: 0.4689 m"/>
            <p:cNvSpPr/>
            <p:nvPr/>
          </p:nvSpPr>
          <p:spPr>
            <a:xfrm>
              <a:off x="10733505" y="2977878"/>
              <a:ext cx="28346" cy="28346"/>
            </a:xfrm>
            <a:prstGeom prst="ellipse">
              <a:avLst/>
            </a:prstGeom>
            <a:solidFill>
              <a:srgbClr val="00A6A6"/>
            </a:solidFill>
            <a:ln w="2743">
              <a:solidFill>
                <a:srgbClr val="FFFFFF"/>
              </a:solidFill>
            </a:ln>
            <a:effectLst/>
          </p:spPr>
          <p:txBody>
            <a:bodyPr rtlCol="0" anchor="ctr"/>
            <a:lstStyle/>
            <a:p>
              <a:pPr algn="ctr"/>
            </a:p>
          </p:txBody>
        </p:sp>
        <p:sp>
          <p:nvSpPr>
            <p:cNvPr id="1285" name="link5_back_sensor_4: 0.2076 m"/>
            <p:cNvSpPr/>
            <p:nvPr/>
          </p:nvSpPr>
          <p:spPr>
            <a:xfrm>
              <a:off x="8999619" y="1342661"/>
              <a:ext cx="28346" cy="28346"/>
            </a:xfrm>
            <a:prstGeom prst="ellipse">
              <a:avLst/>
            </a:prstGeom>
            <a:solidFill>
              <a:srgbClr val="00A6A6"/>
            </a:solidFill>
            <a:ln w="2743">
              <a:solidFill>
                <a:srgbClr val="FFFFFF"/>
              </a:solidFill>
            </a:ln>
            <a:effectLst/>
          </p:spPr>
          <p:txBody>
            <a:bodyPr rtlCol="0" anchor="ctr"/>
            <a:lstStyle/>
            <a:p>
              <a:pPr algn="ctr"/>
            </a:p>
          </p:txBody>
        </p:sp>
        <p:sp>
          <p:nvSpPr>
            <p:cNvPr id="1286" name="link2_sensor_4: 0.4705 m"/>
            <p:cNvSpPr/>
            <p:nvPr/>
          </p:nvSpPr>
          <p:spPr>
            <a:xfrm>
              <a:off x="8958806" y="1668926"/>
              <a:ext cx="28346" cy="28346"/>
            </a:xfrm>
            <a:prstGeom prst="ellipse">
              <a:avLst/>
            </a:prstGeom>
            <a:solidFill>
              <a:srgbClr val="00A6A6"/>
            </a:solidFill>
            <a:ln w="2743">
              <a:solidFill>
                <a:srgbClr val="FFFFFF"/>
              </a:solidFill>
            </a:ln>
            <a:effectLst/>
          </p:spPr>
          <p:txBody>
            <a:bodyPr rtlCol="0" anchor="ctr"/>
            <a:lstStyle/>
            <a:p>
              <a:pPr algn="ctr"/>
            </a:p>
          </p:txBody>
        </p:sp>
        <p:sp>
          <p:nvSpPr>
            <p:cNvPr id="1287" name="link3_sensor_2: 0.5568 m"/>
            <p:cNvSpPr/>
            <p:nvPr/>
          </p:nvSpPr>
          <p:spPr>
            <a:xfrm>
              <a:off x="8621998" y="1258971"/>
              <a:ext cx="28346" cy="28346"/>
            </a:xfrm>
            <a:prstGeom prst="ellipse">
              <a:avLst/>
            </a:prstGeom>
            <a:solidFill>
              <a:srgbClr val="00A6A6"/>
            </a:solidFill>
            <a:ln w="2743">
              <a:solidFill>
                <a:srgbClr val="FFFFFF"/>
              </a:solidFill>
            </a:ln>
            <a:effectLst/>
          </p:spPr>
          <p:txBody>
            <a:bodyPr rtlCol="0" anchor="ctr"/>
            <a:lstStyle/>
            <a:p>
              <a:pPr algn="ctr"/>
            </a:p>
          </p:txBody>
        </p:sp>
        <p:sp>
          <p:nvSpPr>
            <p:cNvPr id="1288" name="link6_sensor_2: 0.5062 m"/>
            <p:cNvSpPr/>
            <p:nvPr/>
          </p:nvSpPr>
          <p:spPr>
            <a:xfrm>
              <a:off x="10969864" y="1211535"/>
              <a:ext cx="28346" cy="28346"/>
            </a:xfrm>
            <a:prstGeom prst="ellipse">
              <a:avLst/>
            </a:prstGeom>
            <a:solidFill>
              <a:srgbClr val="00A6A6"/>
            </a:solidFill>
            <a:ln w="2743">
              <a:solidFill>
                <a:srgbClr val="FFFFFF"/>
              </a:solidFill>
            </a:ln>
            <a:effectLst/>
          </p:spPr>
          <p:txBody>
            <a:bodyPr rtlCol="0" anchor="ctr"/>
            <a:lstStyle/>
            <a:p>
              <a:pPr algn="ctr"/>
            </a:p>
          </p:txBody>
        </p:sp>
        <p:sp>
          <p:nvSpPr>
            <p:cNvPr id="1289" name="link1_sensor_4: 0.5378 m"/>
            <p:cNvSpPr/>
            <p:nvPr/>
          </p:nvSpPr>
          <p:spPr>
            <a:xfrm>
              <a:off x="10879913" y="3071111"/>
              <a:ext cx="28346" cy="28346"/>
            </a:xfrm>
            <a:prstGeom prst="ellipse">
              <a:avLst/>
            </a:prstGeom>
            <a:solidFill>
              <a:srgbClr val="00A6A6"/>
            </a:solidFill>
            <a:ln w="2743">
              <a:solidFill>
                <a:srgbClr val="FFFFFF"/>
              </a:solidFill>
            </a:ln>
            <a:effectLst/>
          </p:spPr>
          <p:txBody>
            <a:bodyPr rtlCol="0" anchor="ctr"/>
            <a:lstStyle/>
            <a:p>
              <a:pPr algn="ctr"/>
            </a:p>
          </p:txBody>
        </p:sp>
        <p:sp>
          <p:nvSpPr>
            <p:cNvPr id="1290" name="link6_sensor_2: 0.5528 m"/>
            <p:cNvSpPr/>
            <p:nvPr/>
          </p:nvSpPr>
          <p:spPr>
            <a:xfrm>
              <a:off x="11005003" y="934988"/>
              <a:ext cx="28346" cy="28346"/>
            </a:xfrm>
            <a:prstGeom prst="ellipse">
              <a:avLst/>
            </a:prstGeom>
            <a:solidFill>
              <a:srgbClr val="00A6A6"/>
            </a:solidFill>
            <a:ln w="2743">
              <a:solidFill>
                <a:srgbClr val="FFFFFF"/>
              </a:solidFill>
            </a:ln>
            <a:effectLst/>
          </p:spPr>
          <p:txBody>
            <a:bodyPr rtlCol="0" anchor="ctr"/>
            <a:lstStyle/>
            <a:p>
              <a:pPr algn="ctr"/>
            </a:p>
          </p:txBody>
        </p:sp>
        <p:sp>
          <p:nvSpPr>
            <p:cNvPr id="1291" name="link5_front_sensor_3: 0.3314 m"/>
            <p:cNvSpPr/>
            <p:nvPr/>
          </p:nvSpPr>
          <p:spPr>
            <a:xfrm>
              <a:off x="10201346" y="2117532"/>
              <a:ext cx="28346" cy="28346"/>
            </a:xfrm>
            <a:prstGeom prst="ellipse">
              <a:avLst/>
            </a:prstGeom>
            <a:solidFill>
              <a:srgbClr val="00A6A6"/>
            </a:solidFill>
            <a:ln w="2743">
              <a:solidFill>
                <a:srgbClr val="FFFFFF"/>
              </a:solidFill>
            </a:ln>
            <a:effectLst/>
          </p:spPr>
          <p:txBody>
            <a:bodyPr rtlCol="0" anchor="ctr"/>
            <a:lstStyle/>
            <a:p>
              <a:pPr algn="ctr"/>
            </a:p>
          </p:txBody>
        </p:sp>
        <p:sp>
          <p:nvSpPr>
            <p:cNvPr id="1292" name="link5_front_sensor_3: 0.6357 m"/>
            <p:cNvSpPr/>
            <p:nvPr/>
          </p:nvSpPr>
          <p:spPr>
            <a:xfrm>
              <a:off x="10678340" y="2611826"/>
              <a:ext cx="28346" cy="28346"/>
            </a:xfrm>
            <a:prstGeom prst="ellipse">
              <a:avLst/>
            </a:prstGeom>
            <a:solidFill>
              <a:srgbClr val="00A6A6"/>
            </a:solidFill>
            <a:ln w="2743">
              <a:solidFill>
                <a:srgbClr val="FFFFFF"/>
              </a:solidFill>
            </a:ln>
            <a:effectLst/>
          </p:spPr>
          <p:txBody>
            <a:bodyPr rtlCol="0" anchor="ctr"/>
            <a:lstStyle/>
            <a:p>
              <a:pPr algn="ctr"/>
            </a:p>
          </p:txBody>
        </p:sp>
        <p:sp>
          <p:nvSpPr>
            <p:cNvPr id="1293" name="link2_sensor_4: 0.6057 m"/>
            <p:cNvSpPr/>
            <p:nvPr/>
          </p:nvSpPr>
          <p:spPr>
            <a:xfrm>
              <a:off x="8776606" y="1401967"/>
              <a:ext cx="28346" cy="28346"/>
            </a:xfrm>
            <a:prstGeom prst="ellipse">
              <a:avLst/>
            </a:prstGeom>
            <a:solidFill>
              <a:srgbClr val="00A6A6"/>
            </a:solidFill>
            <a:ln w="2743">
              <a:solidFill>
                <a:srgbClr val="FFFFFF"/>
              </a:solidFill>
            </a:ln>
            <a:effectLst/>
          </p:spPr>
          <p:txBody>
            <a:bodyPr rtlCol="0" anchor="ctr"/>
            <a:lstStyle/>
            <a:p>
              <a:pPr algn="ctr"/>
            </a:p>
          </p:txBody>
        </p:sp>
        <p:sp>
          <p:nvSpPr>
            <p:cNvPr id="1294" name="link5_back_sensor_4: 0.2225 m"/>
            <p:cNvSpPr/>
            <p:nvPr/>
          </p:nvSpPr>
          <p:spPr>
            <a:xfrm>
              <a:off x="8950126" y="1368542"/>
              <a:ext cx="28346" cy="28346"/>
            </a:xfrm>
            <a:prstGeom prst="ellipse">
              <a:avLst/>
            </a:prstGeom>
            <a:solidFill>
              <a:srgbClr val="00A6A6"/>
            </a:solidFill>
            <a:ln w="2743">
              <a:solidFill>
                <a:srgbClr val="FFFFFF"/>
              </a:solidFill>
            </a:ln>
            <a:effectLst/>
          </p:spPr>
          <p:txBody>
            <a:bodyPr rtlCol="0" anchor="ctr"/>
            <a:lstStyle/>
            <a:p>
              <a:pPr algn="ctr"/>
            </a:p>
          </p:txBody>
        </p:sp>
        <p:sp>
          <p:nvSpPr>
            <p:cNvPr id="1295" name="link5_back_sensor_4: 0.1999 m"/>
            <p:cNvSpPr/>
            <p:nvPr/>
          </p:nvSpPr>
          <p:spPr>
            <a:xfrm>
              <a:off x="8989000" y="1305801"/>
              <a:ext cx="28346" cy="28346"/>
            </a:xfrm>
            <a:prstGeom prst="ellipse">
              <a:avLst/>
            </a:prstGeom>
            <a:solidFill>
              <a:srgbClr val="00A6A6"/>
            </a:solidFill>
            <a:ln w="2743">
              <a:solidFill>
                <a:srgbClr val="FFFFFF"/>
              </a:solidFill>
            </a:ln>
            <a:effectLst/>
          </p:spPr>
          <p:txBody>
            <a:bodyPr rtlCol="0" anchor="ctr"/>
            <a:lstStyle/>
            <a:p>
              <a:pPr algn="ctr"/>
            </a:p>
          </p:txBody>
        </p:sp>
        <p:sp>
          <p:nvSpPr>
            <p:cNvPr id="1296" name="link2_sensor_4: 0.7104 m"/>
            <p:cNvSpPr/>
            <p:nvPr/>
          </p:nvSpPr>
          <p:spPr>
            <a:xfrm>
              <a:off x="8553843" y="1270848"/>
              <a:ext cx="28346" cy="28346"/>
            </a:xfrm>
            <a:prstGeom prst="ellipse">
              <a:avLst/>
            </a:prstGeom>
            <a:solidFill>
              <a:srgbClr val="00A6A6"/>
            </a:solidFill>
            <a:ln w="2743">
              <a:solidFill>
                <a:srgbClr val="FFFFFF"/>
              </a:solidFill>
            </a:ln>
            <a:effectLst/>
          </p:spPr>
          <p:txBody>
            <a:bodyPr rtlCol="0" anchor="ctr"/>
            <a:lstStyle/>
            <a:p>
              <a:pPr algn="ctr"/>
            </a:p>
          </p:txBody>
        </p:sp>
        <p:sp>
          <p:nvSpPr>
            <p:cNvPr id="1297" name="link6_sensor_2: 0.6088 m"/>
            <p:cNvSpPr/>
            <p:nvPr/>
          </p:nvSpPr>
          <p:spPr>
            <a:xfrm>
              <a:off x="11047537" y="600374"/>
              <a:ext cx="28346" cy="28346"/>
            </a:xfrm>
            <a:prstGeom prst="ellipse">
              <a:avLst/>
            </a:prstGeom>
            <a:solidFill>
              <a:srgbClr val="00A6A6"/>
            </a:solidFill>
            <a:ln w="2743">
              <a:solidFill>
                <a:srgbClr val="FFFFFF"/>
              </a:solidFill>
            </a:ln>
            <a:effectLst/>
          </p:spPr>
          <p:txBody>
            <a:bodyPr rtlCol="0" anchor="ctr"/>
            <a:lstStyle/>
            <a:p>
              <a:pPr algn="ctr"/>
            </a:p>
          </p:txBody>
        </p:sp>
        <p:sp>
          <p:nvSpPr>
            <p:cNvPr id="1298" name="link3_sensor_2: 0.4236 m"/>
            <p:cNvSpPr/>
            <p:nvPr/>
          </p:nvSpPr>
          <p:spPr>
            <a:xfrm>
              <a:off x="8957939" y="1429666"/>
              <a:ext cx="28346" cy="28346"/>
            </a:xfrm>
            <a:prstGeom prst="ellipse">
              <a:avLst/>
            </a:prstGeom>
            <a:solidFill>
              <a:srgbClr val="00A6A6"/>
            </a:solidFill>
            <a:ln w="2743">
              <a:solidFill>
                <a:srgbClr val="FFFFFF"/>
              </a:solidFill>
            </a:ln>
            <a:effectLst/>
          </p:spPr>
          <p:txBody>
            <a:bodyPr rtlCol="0" anchor="ctr"/>
            <a:lstStyle/>
            <a:p>
              <a:pPr algn="ctr"/>
            </a:p>
          </p:txBody>
        </p:sp>
        <p:sp>
          <p:nvSpPr>
            <p:cNvPr id="1299" name="link3_sensor_2: 0.4989 m"/>
            <p:cNvSpPr/>
            <p:nvPr/>
          </p:nvSpPr>
          <p:spPr>
            <a:xfrm>
              <a:off x="8979241" y="1027728"/>
              <a:ext cx="28346" cy="28346"/>
            </a:xfrm>
            <a:prstGeom prst="ellipse">
              <a:avLst/>
            </a:prstGeom>
            <a:solidFill>
              <a:srgbClr val="00A6A6"/>
            </a:solidFill>
            <a:ln w="2743">
              <a:solidFill>
                <a:srgbClr val="FFFFFF"/>
              </a:solidFill>
            </a:ln>
            <a:effectLst/>
          </p:spPr>
          <p:txBody>
            <a:bodyPr rtlCol="0" anchor="ctr"/>
            <a:lstStyle/>
            <a:p>
              <a:pPr algn="ctr"/>
            </a:p>
          </p:txBody>
        </p:sp>
        <p:sp>
          <p:nvSpPr>
            <p:cNvPr id="1300" name="link3_sensor_2: 0.4882 m"/>
            <p:cNvSpPr/>
            <p:nvPr/>
          </p:nvSpPr>
          <p:spPr>
            <a:xfrm>
              <a:off x="8798445" y="1297961"/>
              <a:ext cx="28346" cy="28346"/>
            </a:xfrm>
            <a:prstGeom prst="ellipse">
              <a:avLst/>
            </a:prstGeom>
            <a:solidFill>
              <a:srgbClr val="00A6A6"/>
            </a:solidFill>
            <a:ln w="2743">
              <a:solidFill>
                <a:srgbClr val="FFFFFF"/>
              </a:solidFill>
            </a:ln>
            <a:effectLst/>
          </p:spPr>
          <p:txBody>
            <a:bodyPr rtlCol="0" anchor="ctr"/>
            <a:lstStyle/>
            <a:p>
              <a:pPr algn="ctr"/>
            </a:p>
          </p:txBody>
        </p:sp>
        <p:sp>
          <p:nvSpPr>
            <p:cNvPr id="1301" name="link2_sensor_4: 0.5055 m"/>
            <p:cNvSpPr/>
            <p:nvPr/>
          </p:nvSpPr>
          <p:spPr>
            <a:xfrm>
              <a:off x="8954524" y="1538900"/>
              <a:ext cx="28346" cy="28346"/>
            </a:xfrm>
            <a:prstGeom prst="ellipse">
              <a:avLst/>
            </a:prstGeom>
            <a:solidFill>
              <a:srgbClr val="00A6A6"/>
            </a:solidFill>
            <a:ln w="2743">
              <a:solidFill>
                <a:srgbClr val="FFFFFF"/>
              </a:solidFill>
            </a:ln>
            <a:effectLst/>
          </p:spPr>
          <p:txBody>
            <a:bodyPr rtlCol="0" anchor="ctr"/>
            <a:lstStyle/>
            <a:p>
              <a:pPr algn="ctr"/>
            </a:p>
          </p:txBody>
        </p:sp>
        <p:sp>
          <p:nvSpPr>
            <p:cNvPr id="1302" name="link1_sensor_4: 0.4529 m"/>
            <p:cNvSpPr/>
            <p:nvPr/>
          </p:nvSpPr>
          <p:spPr>
            <a:xfrm>
              <a:off x="10771652" y="2903601"/>
              <a:ext cx="28346" cy="28346"/>
            </a:xfrm>
            <a:prstGeom prst="ellipse">
              <a:avLst/>
            </a:prstGeom>
            <a:solidFill>
              <a:srgbClr val="00A6A6"/>
            </a:solidFill>
            <a:ln w="2743">
              <a:solidFill>
                <a:srgbClr val="FFFFFF"/>
              </a:solidFill>
            </a:ln>
            <a:effectLst/>
          </p:spPr>
          <p:txBody>
            <a:bodyPr rtlCol="0" anchor="ctr"/>
            <a:lstStyle/>
            <a:p>
              <a:pPr algn="ctr"/>
            </a:p>
          </p:txBody>
        </p:sp>
        <p:sp>
          <p:nvSpPr>
            <p:cNvPr id="1303" name="link6_sensor_2: 0.4713 m"/>
            <p:cNvSpPr/>
            <p:nvPr/>
          </p:nvSpPr>
          <p:spPr>
            <a:xfrm>
              <a:off x="10950194" y="1349076"/>
              <a:ext cx="28346" cy="28346"/>
            </a:xfrm>
            <a:prstGeom prst="ellipse">
              <a:avLst/>
            </a:prstGeom>
            <a:solidFill>
              <a:srgbClr val="00A6A6"/>
            </a:solidFill>
            <a:ln w="2743">
              <a:solidFill>
                <a:srgbClr val="FFFFFF"/>
              </a:solidFill>
            </a:ln>
            <a:effectLst/>
          </p:spPr>
          <p:txBody>
            <a:bodyPr rtlCol="0" anchor="ctr"/>
            <a:lstStyle/>
            <a:p>
              <a:pPr algn="ctr"/>
            </a:p>
          </p:txBody>
        </p:sp>
        <p:sp>
          <p:nvSpPr>
            <p:cNvPr id="1304" name="link4_sensor_3: 0.6486 m"/>
            <p:cNvSpPr/>
            <p:nvPr/>
          </p:nvSpPr>
          <p:spPr>
            <a:xfrm>
              <a:off x="11055241" y="2653741"/>
              <a:ext cx="28346" cy="28346"/>
            </a:xfrm>
            <a:prstGeom prst="ellipse">
              <a:avLst/>
            </a:prstGeom>
            <a:solidFill>
              <a:srgbClr val="00A6A6"/>
            </a:solidFill>
            <a:ln w="2743">
              <a:solidFill>
                <a:srgbClr val="FFFFFF"/>
              </a:solidFill>
            </a:ln>
            <a:effectLst/>
          </p:spPr>
          <p:txBody>
            <a:bodyPr rtlCol="0" anchor="ctr"/>
            <a:lstStyle/>
            <a:p>
              <a:pPr algn="ctr"/>
            </a:p>
          </p:txBody>
        </p:sp>
        <p:sp>
          <p:nvSpPr>
            <p:cNvPr id="1305" name="link5_front_sensor_3: 0.3315 m"/>
            <p:cNvSpPr/>
            <p:nvPr/>
          </p:nvSpPr>
          <p:spPr>
            <a:xfrm>
              <a:off x="10251196" y="2075272"/>
              <a:ext cx="28346" cy="28346"/>
            </a:xfrm>
            <a:prstGeom prst="ellipse">
              <a:avLst/>
            </a:prstGeom>
            <a:solidFill>
              <a:srgbClr val="00A6A6"/>
            </a:solidFill>
            <a:ln w="2743">
              <a:solidFill>
                <a:srgbClr val="FFFFFF"/>
              </a:solidFill>
            </a:ln>
            <a:effectLst/>
          </p:spPr>
          <p:txBody>
            <a:bodyPr rtlCol="0" anchor="ctr"/>
            <a:lstStyle/>
            <a:p>
              <a:pPr algn="ctr"/>
            </a:p>
          </p:txBody>
        </p:sp>
        <p:sp>
          <p:nvSpPr>
            <p:cNvPr id="1306" name="link4_sensor_3: 0.5019 m"/>
            <p:cNvSpPr/>
            <p:nvPr/>
          </p:nvSpPr>
          <p:spPr>
            <a:xfrm>
              <a:off x="10753243" y="2530173"/>
              <a:ext cx="28346" cy="28346"/>
            </a:xfrm>
            <a:prstGeom prst="ellipse">
              <a:avLst/>
            </a:prstGeom>
            <a:solidFill>
              <a:srgbClr val="00A6A6"/>
            </a:solidFill>
            <a:ln w="2743">
              <a:solidFill>
                <a:srgbClr val="FFFFFF"/>
              </a:solidFill>
            </a:ln>
            <a:effectLst/>
          </p:spPr>
          <p:txBody>
            <a:bodyPr rtlCol="0" anchor="ctr"/>
            <a:lstStyle/>
            <a:p>
              <a:pPr algn="ctr"/>
            </a:p>
          </p:txBody>
        </p:sp>
        <p:sp>
          <p:nvSpPr>
            <p:cNvPr id="1307" name="link1_sensor_4: 0.5169 m"/>
            <p:cNvSpPr/>
            <p:nvPr/>
          </p:nvSpPr>
          <p:spPr>
            <a:xfrm>
              <a:off x="10920138" y="2983577"/>
              <a:ext cx="28346" cy="28346"/>
            </a:xfrm>
            <a:prstGeom prst="ellipse">
              <a:avLst/>
            </a:prstGeom>
            <a:solidFill>
              <a:srgbClr val="00A6A6"/>
            </a:solidFill>
            <a:ln w="2743">
              <a:solidFill>
                <a:srgbClr val="FFFFFF"/>
              </a:solidFill>
            </a:ln>
            <a:effectLst/>
          </p:spPr>
          <p:txBody>
            <a:bodyPr rtlCol="0" anchor="ctr"/>
            <a:lstStyle/>
            <a:p>
              <a:pPr algn="ctr"/>
            </a:p>
          </p:txBody>
        </p:sp>
        <p:sp>
          <p:nvSpPr>
            <p:cNvPr id="1308" name="link5_front_sensor_3: 0.3865 m"/>
            <p:cNvSpPr/>
            <p:nvPr/>
          </p:nvSpPr>
          <p:spPr>
            <a:xfrm>
              <a:off x="10237881" y="2292617"/>
              <a:ext cx="28346" cy="28346"/>
            </a:xfrm>
            <a:prstGeom prst="ellipse">
              <a:avLst/>
            </a:prstGeom>
            <a:solidFill>
              <a:srgbClr val="00A6A6"/>
            </a:solidFill>
            <a:ln w="2743">
              <a:solidFill>
                <a:srgbClr val="FFFFFF"/>
              </a:solidFill>
            </a:ln>
            <a:effectLst/>
          </p:spPr>
          <p:txBody>
            <a:bodyPr rtlCol="0" anchor="ctr"/>
            <a:lstStyle/>
            <a:p>
              <a:pPr algn="ctr"/>
            </a:p>
          </p:txBody>
        </p:sp>
        <p:sp>
          <p:nvSpPr>
            <p:cNvPr id="1309" name="link5_front_sensor_3: 0.4220 m"/>
            <p:cNvSpPr/>
            <p:nvPr/>
          </p:nvSpPr>
          <p:spPr>
            <a:xfrm>
              <a:off x="10341443" y="2296699"/>
              <a:ext cx="28346" cy="28346"/>
            </a:xfrm>
            <a:prstGeom prst="ellipse">
              <a:avLst/>
            </a:prstGeom>
            <a:solidFill>
              <a:srgbClr val="00A6A6"/>
            </a:solidFill>
            <a:ln w="2743">
              <a:solidFill>
                <a:srgbClr val="FFFFFF"/>
              </a:solidFill>
            </a:ln>
            <a:effectLst/>
          </p:spPr>
          <p:txBody>
            <a:bodyPr rtlCol="0" anchor="ctr"/>
            <a:lstStyle/>
            <a:p>
              <a:pPr algn="ctr"/>
            </a:p>
          </p:txBody>
        </p:sp>
        <p:sp>
          <p:nvSpPr>
            <p:cNvPr id="1310" name="link5_back_sensor_5: 0.2137 m"/>
            <p:cNvSpPr/>
            <p:nvPr/>
          </p:nvSpPr>
          <p:spPr>
            <a:xfrm>
              <a:off x="8994708" y="953323"/>
              <a:ext cx="28346" cy="28346"/>
            </a:xfrm>
            <a:prstGeom prst="ellipse">
              <a:avLst/>
            </a:prstGeom>
            <a:solidFill>
              <a:srgbClr val="00A6A6"/>
            </a:solidFill>
            <a:ln w="2743">
              <a:solidFill>
                <a:srgbClr val="FFFFFF"/>
              </a:solidFill>
            </a:ln>
            <a:effectLst/>
          </p:spPr>
          <p:txBody>
            <a:bodyPr rtlCol="0" anchor="ctr"/>
            <a:lstStyle/>
            <a:p>
              <a:pPr algn="ctr"/>
            </a:p>
          </p:txBody>
        </p:sp>
        <p:sp>
          <p:nvSpPr>
            <p:cNvPr id="1311" name="link3_sensor_2: 0.4282 m"/>
            <p:cNvSpPr/>
            <p:nvPr/>
          </p:nvSpPr>
          <p:spPr>
            <a:xfrm>
              <a:off x="8942485" y="1335570"/>
              <a:ext cx="28346" cy="28346"/>
            </a:xfrm>
            <a:prstGeom prst="ellipse">
              <a:avLst/>
            </a:prstGeom>
            <a:solidFill>
              <a:srgbClr val="00A6A6"/>
            </a:solidFill>
            <a:ln w="2743">
              <a:solidFill>
                <a:srgbClr val="FFFFFF"/>
              </a:solidFill>
            </a:ln>
            <a:effectLst/>
          </p:spPr>
          <p:txBody>
            <a:bodyPr rtlCol="0" anchor="ctr"/>
            <a:lstStyle/>
            <a:p>
              <a:pPr algn="ctr"/>
            </a:p>
          </p:txBody>
        </p:sp>
        <p:sp>
          <p:nvSpPr>
            <p:cNvPr id="1312" name="link5_front_sensor_3: 0.4647 m"/>
            <p:cNvSpPr/>
            <p:nvPr/>
          </p:nvSpPr>
          <p:spPr>
            <a:xfrm>
              <a:off x="10466217" y="2301614"/>
              <a:ext cx="28346" cy="28346"/>
            </a:xfrm>
            <a:prstGeom prst="ellipse">
              <a:avLst/>
            </a:prstGeom>
            <a:solidFill>
              <a:srgbClr val="00A6A6"/>
            </a:solidFill>
            <a:ln w="2743">
              <a:solidFill>
                <a:srgbClr val="FFFFFF"/>
              </a:solidFill>
            </a:ln>
            <a:effectLst/>
          </p:spPr>
          <p:txBody>
            <a:bodyPr rtlCol="0" anchor="ctr"/>
            <a:lstStyle/>
            <a:p>
              <a:pPr algn="ctr"/>
            </a:p>
          </p:txBody>
        </p:sp>
        <p:sp>
          <p:nvSpPr>
            <p:cNvPr id="1313" name="link6_sensor_2: 0.5590 m"/>
            <p:cNvSpPr/>
            <p:nvPr/>
          </p:nvSpPr>
          <p:spPr>
            <a:xfrm>
              <a:off x="11018636" y="806979"/>
              <a:ext cx="28346" cy="28346"/>
            </a:xfrm>
            <a:prstGeom prst="ellipse">
              <a:avLst/>
            </a:prstGeom>
            <a:solidFill>
              <a:srgbClr val="00A6A6"/>
            </a:solidFill>
            <a:ln w="2743">
              <a:solidFill>
                <a:srgbClr val="FFFFFF"/>
              </a:solidFill>
            </a:ln>
            <a:effectLst/>
          </p:spPr>
          <p:txBody>
            <a:bodyPr rtlCol="0" anchor="ctr"/>
            <a:lstStyle/>
            <a:p>
              <a:pPr algn="ctr"/>
            </a:p>
          </p:txBody>
        </p:sp>
        <p:sp>
          <p:nvSpPr>
            <p:cNvPr id="1314" name="link2_sensor_3: 0.1821 m"/>
            <p:cNvSpPr/>
            <p:nvPr/>
          </p:nvSpPr>
          <p:spPr>
            <a:xfrm>
              <a:off x="9198501" y="2514222"/>
              <a:ext cx="28346" cy="28346"/>
            </a:xfrm>
            <a:prstGeom prst="ellipse">
              <a:avLst/>
            </a:prstGeom>
            <a:solidFill>
              <a:srgbClr val="00A6A6"/>
            </a:solidFill>
            <a:ln w="2743">
              <a:solidFill>
                <a:srgbClr val="FFFFFF"/>
              </a:solidFill>
            </a:ln>
            <a:effectLst/>
          </p:spPr>
          <p:txBody>
            <a:bodyPr rtlCol="0" anchor="ctr"/>
            <a:lstStyle/>
            <a:p>
              <a:pPr algn="ctr"/>
            </a:p>
          </p:txBody>
        </p:sp>
        <p:sp>
          <p:nvSpPr>
            <p:cNvPr id="1315" name="link5_front_sensor_3: 0.5170 m"/>
            <p:cNvSpPr/>
            <p:nvPr/>
          </p:nvSpPr>
          <p:spPr>
            <a:xfrm>
              <a:off x="10619448" y="2307636"/>
              <a:ext cx="28346" cy="28346"/>
            </a:xfrm>
            <a:prstGeom prst="ellipse">
              <a:avLst/>
            </a:prstGeom>
            <a:solidFill>
              <a:srgbClr val="00A6A6"/>
            </a:solidFill>
            <a:ln w="2743">
              <a:solidFill>
                <a:srgbClr val="FFFFFF"/>
              </a:solidFill>
            </a:ln>
            <a:effectLst/>
          </p:spPr>
          <p:txBody>
            <a:bodyPr rtlCol="0" anchor="ctr"/>
            <a:lstStyle/>
            <a:p>
              <a:pPr algn="ctr"/>
            </a:p>
          </p:txBody>
        </p:sp>
        <p:sp>
          <p:nvSpPr>
            <p:cNvPr id="1316" name="link5_front_sensor_3: 0.4298 m"/>
            <p:cNvSpPr/>
            <p:nvPr/>
          </p:nvSpPr>
          <p:spPr>
            <a:xfrm>
              <a:off x="10498239" y="2142949"/>
              <a:ext cx="28346" cy="28346"/>
            </a:xfrm>
            <a:prstGeom prst="ellipse">
              <a:avLst/>
            </a:prstGeom>
            <a:solidFill>
              <a:srgbClr val="00A6A6"/>
            </a:solidFill>
            <a:ln w="2743">
              <a:solidFill>
                <a:srgbClr val="FFFFFF"/>
              </a:solidFill>
            </a:ln>
            <a:effectLst/>
          </p:spPr>
          <p:txBody>
            <a:bodyPr rtlCol="0" anchor="ctr"/>
            <a:lstStyle/>
            <a:p>
              <a:pPr algn="ctr"/>
            </a:p>
          </p:txBody>
        </p:sp>
        <p:sp>
          <p:nvSpPr>
            <p:cNvPr id="1317" name="link3_sensor_2: 0.5025 m"/>
            <p:cNvSpPr/>
            <p:nvPr/>
          </p:nvSpPr>
          <p:spPr>
            <a:xfrm>
              <a:off x="8962837" y="909995"/>
              <a:ext cx="28346" cy="28346"/>
            </a:xfrm>
            <a:prstGeom prst="ellipse">
              <a:avLst/>
            </a:prstGeom>
            <a:solidFill>
              <a:srgbClr val="00A6A6"/>
            </a:solidFill>
            <a:ln w="2743">
              <a:solidFill>
                <a:srgbClr val="FFFFFF"/>
              </a:solidFill>
            </a:ln>
            <a:effectLst/>
          </p:spPr>
          <p:txBody>
            <a:bodyPr rtlCol="0" anchor="ctr"/>
            <a:lstStyle/>
            <a:p>
              <a:pPr algn="ctr"/>
            </a:p>
          </p:txBody>
        </p:sp>
        <p:sp>
          <p:nvSpPr>
            <p:cNvPr id="1318" name="link6_sensor_2: 0.4302 m"/>
            <p:cNvSpPr/>
            <p:nvPr/>
          </p:nvSpPr>
          <p:spPr>
            <a:xfrm>
              <a:off x="10808567" y="1120068"/>
              <a:ext cx="28346" cy="28346"/>
            </a:xfrm>
            <a:prstGeom prst="ellipse">
              <a:avLst/>
            </a:prstGeom>
            <a:solidFill>
              <a:srgbClr val="00A6A6"/>
            </a:solidFill>
            <a:ln w="2743">
              <a:solidFill>
                <a:srgbClr val="FFFFFF"/>
              </a:solidFill>
            </a:ln>
            <a:effectLst/>
          </p:spPr>
          <p:txBody>
            <a:bodyPr rtlCol="0" anchor="ctr"/>
            <a:lstStyle/>
            <a:p>
              <a:pPr algn="ctr"/>
            </a:p>
          </p:txBody>
        </p:sp>
        <p:sp>
          <p:nvSpPr>
            <p:cNvPr id="1319" name="link5_front_sensor_3: 0.3314 m"/>
            <p:cNvSpPr/>
            <p:nvPr/>
          </p:nvSpPr>
          <p:spPr>
            <a:xfrm>
              <a:off x="10301803" y="2031922"/>
              <a:ext cx="28346" cy="28346"/>
            </a:xfrm>
            <a:prstGeom prst="ellipse">
              <a:avLst/>
            </a:prstGeom>
            <a:solidFill>
              <a:srgbClr val="00A6A6"/>
            </a:solidFill>
            <a:ln w="2743">
              <a:solidFill>
                <a:srgbClr val="FFFFFF"/>
              </a:solidFill>
            </a:ln>
            <a:effectLst/>
          </p:spPr>
          <p:txBody>
            <a:bodyPr rtlCol="0" anchor="ctr"/>
            <a:lstStyle/>
            <a:p>
              <a:pPr algn="ctr"/>
            </a:p>
          </p:txBody>
        </p:sp>
        <p:sp>
          <p:nvSpPr>
            <p:cNvPr id="1320" name="link1_sensor_4: 0.4380 m"/>
            <p:cNvSpPr/>
            <p:nvPr/>
          </p:nvSpPr>
          <p:spPr>
            <a:xfrm>
              <a:off x="10808226" y="2832396"/>
              <a:ext cx="28346" cy="28346"/>
            </a:xfrm>
            <a:prstGeom prst="ellipse">
              <a:avLst/>
            </a:prstGeom>
            <a:solidFill>
              <a:srgbClr val="00A6A6"/>
            </a:solidFill>
            <a:ln w="2743">
              <a:solidFill>
                <a:srgbClr val="FFFFFF"/>
              </a:solidFill>
            </a:ln>
            <a:effectLst/>
          </p:spPr>
          <p:txBody>
            <a:bodyPr rtlCol="0" anchor="ctr"/>
            <a:lstStyle/>
            <a:p>
              <a:pPr algn="ctr"/>
            </a:p>
          </p:txBody>
        </p:sp>
        <p:sp>
          <p:nvSpPr>
            <p:cNvPr id="1321" name="link5_back_sensor_5: 0.2231 m"/>
            <p:cNvSpPr/>
            <p:nvPr/>
          </p:nvSpPr>
          <p:spPr>
            <a:xfrm>
              <a:off x="8990343" y="901942"/>
              <a:ext cx="28346" cy="28346"/>
            </a:xfrm>
            <a:prstGeom prst="ellipse">
              <a:avLst/>
            </a:prstGeom>
            <a:solidFill>
              <a:srgbClr val="00A6A6"/>
            </a:solidFill>
            <a:ln w="2743">
              <a:solidFill>
                <a:srgbClr val="FFFFFF"/>
              </a:solidFill>
            </a:ln>
            <a:effectLst/>
          </p:spPr>
          <p:txBody>
            <a:bodyPr rtlCol="0" anchor="ctr"/>
            <a:lstStyle/>
            <a:p>
              <a:pPr algn="ctr"/>
            </a:p>
          </p:txBody>
        </p:sp>
        <p:sp>
          <p:nvSpPr>
            <p:cNvPr id="1322" name="link6_sensor_2: 0.6163 m"/>
            <p:cNvSpPr/>
            <p:nvPr/>
          </p:nvSpPr>
          <p:spPr>
            <a:xfrm>
              <a:off x="11063933" y="447890"/>
              <a:ext cx="28346" cy="28346"/>
            </a:xfrm>
            <a:prstGeom prst="ellipse">
              <a:avLst/>
            </a:prstGeom>
            <a:solidFill>
              <a:srgbClr val="00A6A6"/>
            </a:solidFill>
            <a:ln w="2743">
              <a:solidFill>
                <a:srgbClr val="FFFFFF"/>
              </a:solidFill>
            </a:ln>
            <a:effectLst/>
          </p:spPr>
          <p:txBody>
            <a:bodyPr rtlCol="0" anchor="ctr"/>
            <a:lstStyle/>
            <a:p>
              <a:pPr algn="ctr"/>
            </a:p>
          </p:txBody>
        </p:sp>
        <p:sp>
          <p:nvSpPr>
            <p:cNvPr id="1323" name="link2_sensor_3: 0.1813 m"/>
            <p:cNvSpPr/>
            <p:nvPr/>
          </p:nvSpPr>
          <p:spPr>
            <a:xfrm>
              <a:off x="9193179" y="2480708"/>
              <a:ext cx="28346" cy="28346"/>
            </a:xfrm>
            <a:prstGeom prst="ellipse">
              <a:avLst/>
            </a:prstGeom>
            <a:solidFill>
              <a:srgbClr val="00A6A6"/>
            </a:solidFill>
            <a:ln w="2743">
              <a:solidFill>
                <a:srgbClr val="FFFFFF"/>
              </a:solidFill>
            </a:ln>
            <a:effectLst/>
          </p:spPr>
          <p:txBody>
            <a:bodyPr rtlCol="0" anchor="ctr"/>
            <a:lstStyle/>
            <a:p>
              <a:pPr algn="ctr"/>
            </a:p>
          </p:txBody>
        </p:sp>
        <p:sp>
          <p:nvSpPr>
            <p:cNvPr id="1324" name="link2_sensor_4: 0.6363 m"/>
            <p:cNvSpPr/>
            <p:nvPr/>
          </p:nvSpPr>
          <p:spPr>
            <a:xfrm>
              <a:off x="8770362" y="1250996"/>
              <a:ext cx="28346" cy="28346"/>
            </a:xfrm>
            <a:prstGeom prst="ellipse">
              <a:avLst/>
            </a:prstGeom>
            <a:solidFill>
              <a:srgbClr val="00A6A6"/>
            </a:solidFill>
            <a:ln w="2743">
              <a:solidFill>
                <a:srgbClr val="FFFFFF"/>
              </a:solidFill>
            </a:ln>
            <a:effectLst/>
          </p:spPr>
          <p:txBody>
            <a:bodyPr rtlCol="0" anchor="ctr"/>
            <a:lstStyle/>
            <a:p>
              <a:pPr algn="ctr"/>
            </a:p>
          </p:txBody>
        </p:sp>
        <p:sp>
          <p:nvSpPr>
            <p:cNvPr id="1325" name="link1_sensor_3: 0.4372 m"/>
            <p:cNvSpPr/>
            <p:nvPr/>
          </p:nvSpPr>
          <p:spPr>
            <a:xfrm>
              <a:off x="10856576" y="2793660"/>
              <a:ext cx="28346" cy="28346"/>
            </a:xfrm>
            <a:prstGeom prst="ellipse">
              <a:avLst/>
            </a:prstGeom>
            <a:solidFill>
              <a:srgbClr val="00A6A6"/>
            </a:solidFill>
            <a:ln w="2743">
              <a:solidFill>
                <a:srgbClr val="FFFFFF"/>
              </a:solidFill>
            </a:ln>
            <a:effectLst/>
          </p:spPr>
          <p:txBody>
            <a:bodyPr rtlCol="0" anchor="ctr"/>
            <a:lstStyle/>
            <a:p>
              <a:pPr algn="ctr"/>
            </a:p>
          </p:txBody>
        </p:sp>
        <p:sp>
          <p:nvSpPr>
            <p:cNvPr id="1326" name="link2_sensor_4: 0.5325 m"/>
            <p:cNvSpPr/>
            <p:nvPr/>
          </p:nvSpPr>
          <p:spPr>
            <a:xfrm>
              <a:off x="8956927" y="1410756"/>
              <a:ext cx="28346" cy="28346"/>
            </a:xfrm>
            <a:prstGeom prst="ellipse">
              <a:avLst/>
            </a:prstGeom>
            <a:solidFill>
              <a:srgbClr val="00A6A6"/>
            </a:solidFill>
            <a:ln w="2743">
              <a:solidFill>
                <a:srgbClr val="FFFFFF"/>
              </a:solidFill>
            </a:ln>
            <a:effectLst/>
          </p:spPr>
          <p:txBody>
            <a:bodyPr rtlCol="0" anchor="ctr"/>
            <a:lstStyle/>
            <a:p>
              <a:pPr algn="ctr"/>
            </a:p>
          </p:txBody>
        </p:sp>
        <p:sp>
          <p:nvSpPr>
            <p:cNvPr id="1327" name="link5_front_sensor_3: 0.5626 m"/>
            <p:cNvSpPr/>
            <p:nvPr/>
          </p:nvSpPr>
          <p:spPr>
            <a:xfrm>
              <a:off x="10780052" y="2293473"/>
              <a:ext cx="28346" cy="28346"/>
            </a:xfrm>
            <a:prstGeom prst="ellipse">
              <a:avLst/>
            </a:prstGeom>
            <a:solidFill>
              <a:srgbClr val="00A6A6"/>
            </a:solidFill>
            <a:ln w="2743">
              <a:solidFill>
                <a:srgbClr val="FFFFFF"/>
              </a:solidFill>
            </a:ln>
            <a:effectLst/>
          </p:spPr>
          <p:txBody>
            <a:bodyPr rtlCol="0" anchor="ctr"/>
            <a:lstStyle/>
            <a:p>
              <a:pPr algn="ctr"/>
            </a:p>
          </p:txBody>
        </p:sp>
        <p:sp>
          <p:nvSpPr>
            <p:cNvPr id="1328" name="link6_sensor_2: 0.4758 m"/>
            <p:cNvSpPr/>
            <p:nvPr/>
          </p:nvSpPr>
          <p:spPr>
            <a:xfrm>
              <a:off x="10960504" y="1249552"/>
              <a:ext cx="28346" cy="28346"/>
            </a:xfrm>
            <a:prstGeom prst="ellipse">
              <a:avLst/>
            </a:prstGeom>
            <a:solidFill>
              <a:srgbClr val="00A6A6"/>
            </a:solidFill>
            <a:ln w="2743">
              <a:solidFill>
                <a:srgbClr val="FFFFFF"/>
              </a:solidFill>
            </a:ln>
            <a:effectLst/>
          </p:spPr>
          <p:txBody>
            <a:bodyPr rtlCol="0" anchor="ctr"/>
            <a:lstStyle/>
            <a:p>
              <a:pPr algn="ctr"/>
            </a:p>
          </p:txBody>
        </p:sp>
        <p:sp>
          <p:nvSpPr>
            <p:cNvPr id="1329" name="link2_sensor_3: 0.2760 m"/>
            <p:cNvSpPr/>
            <p:nvPr/>
          </p:nvSpPr>
          <p:spPr>
            <a:xfrm>
              <a:off x="8818999" y="2630098"/>
              <a:ext cx="28346" cy="28346"/>
            </a:xfrm>
            <a:prstGeom prst="ellipse">
              <a:avLst/>
            </a:prstGeom>
            <a:solidFill>
              <a:srgbClr val="00A6A6"/>
            </a:solidFill>
            <a:ln w="2743">
              <a:solidFill>
                <a:srgbClr val="FFFFFF"/>
              </a:solidFill>
            </a:ln>
            <a:effectLst/>
          </p:spPr>
          <p:txBody>
            <a:bodyPr rtlCol="0" anchor="ctr"/>
            <a:lstStyle/>
            <a:p>
              <a:pPr algn="ctr"/>
            </a:p>
          </p:txBody>
        </p:sp>
        <p:sp>
          <p:nvSpPr>
            <p:cNvPr id="1330" name="link3_sensor_2: 0.4364 m"/>
            <p:cNvSpPr/>
            <p:nvPr/>
          </p:nvSpPr>
          <p:spPr>
            <a:xfrm>
              <a:off x="8923959" y="1232678"/>
              <a:ext cx="28346" cy="28346"/>
            </a:xfrm>
            <a:prstGeom prst="ellipse">
              <a:avLst/>
            </a:prstGeom>
            <a:solidFill>
              <a:srgbClr val="00A6A6"/>
            </a:solidFill>
            <a:ln w="2743">
              <a:solidFill>
                <a:srgbClr val="FFFFFF"/>
              </a:solidFill>
            </a:ln>
            <a:effectLst/>
          </p:spPr>
          <p:txBody>
            <a:bodyPr rtlCol="0" anchor="ctr"/>
            <a:lstStyle/>
            <a:p>
              <a:pPr algn="ctr"/>
            </a:p>
          </p:txBody>
        </p:sp>
        <p:sp>
          <p:nvSpPr>
            <p:cNvPr id="1331" name="link5_back_sensor_5: 0.2334 m"/>
            <p:cNvSpPr/>
            <p:nvPr/>
          </p:nvSpPr>
          <p:spPr>
            <a:xfrm>
              <a:off x="8985523" y="845188"/>
              <a:ext cx="28346" cy="28346"/>
            </a:xfrm>
            <a:prstGeom prst="ellipse">
              <a:avLst/>
            </a:prstGeom>
            <a:solidFill>
              <a:srgbClr val="00A6A6"/>
            </a:solidFill>
            <a:ln w="2743">
              <a:solidFill>
                <a:srgbClr val="FFFFFF"/>
              </a:solidFill>
            </a:ln>
            <a:effectLst/>
          </p:spPr>
          <p:txBody>
            <a:bodyPr rtlCol="0" anchor="ctr"/>
            <a:lstStyle/>
            <a:p>
              <a:pPr algn="ctr"/>
            </a:p>
          </p:txBody>
        </p:sp>
        <p:sp>
          <p:nvSpPr>
            <p:cNvPr id="1332" name="link5_back_sensor_5: 0.2079 m"/>
            <p:cNvSpPr/>
            <p:nvPr/>
          </p:nvSpPr>
          <p:spPr>
            <a:xfrm>
              <a:off x="8984418" y="974478"/>
              <a:ext cx="28346" cy="28346"/>
            </a:xfrm>
            <a:prstGeom prst="ellipse">
              <a:avLst/>
            </a:prstGeom>
            <a:solidFill>
              <a:srgbClr val="00A6A6"/>
            </a:solidFill>
            <a:ln w="2743">
              <a:solidFill>
                <a:srgbClr val="FFFFFF"/>
              </a:solidFill>
            </a:ln>
            <a:effectLst/>
          </p:spPr>
          <p:txBody>
            <a:bodyPr rtlCol="0" anchor="ctr"/>
            <a:lstStyle/>
            <a:p>
              <a:pPr algn="ctr"/>
            </a:p>
          </p:txBody>
        </p:sp>
        <p:sp>
          <p:nvSpPr>
            <p:cNvPr id="1333" name="link1_sensor_4: 0.4975 m"/>
            <p:cNvSpPr/>
            <p:nvPr/>
          </p:nvSpPr>
          <p:spPr>
            <a:xfrm>
              <a:off x="10958471" y="2900191"/>
              <a:ext cx="28346" cy="28346"/>
            </a:xfrm>
            <a:prstGeom prst="ellipse">
              <a:avLst/>
            </a:prstGeom>
            <a:solidFill>
              <a:srgbClr val="00A6A6"/>
            </a:solidFill>
            <a:ln w="2743">
              <a:solidFill>
                <a:srgbClr val="FFFFFF"/>
              </a:solidFill>
            </a:ln>
            <a:effectLst/>
          </p:spPr>
          <p:txBody>
            <a:bodyPr rtlCol="0" anchor="ctr"/>
            <a:lstStyle/>
            <a:p>
              <a:pPr algn="ctr"/>
            </a:p>
          </p:txBody>
        </p:sp>
        <p:sp>
          <p:nvSpPr>
            <p:cNvPr id="1334" name="link2_sensor_3: 0.1805 m"/>
            <p:cNvSpPr/>
            <p:nvPr/>
          </p:nvSpPr>
          <p:spPr>
            <a:xfrm>
              <a:off x="9187846" y="2447115"/>
              <a:ext cx="28346" cy="28346"/>
            </a:xfrm>
            <a:prstGeom prst="ellipse">
              <a:avLst/>
            </a:prstGeom>
            <a:solidFill>
              <a:srgbClr val="00A6A6"/>
            </a:solidFill>
            <a:ln w="2743">
              <a:solidFill>
                <a:srgbClr val="FFFFFF"/>
              </a:solidFill>
            </a:ln>
            <a:effectLst/>
          </p:spPr>
          <p:txBody>
            <a:bodyPr rtlCol="0" anchor="ctr"/>
            <a:lstStyle/>
            <a:p>
              <a:pPr algn="ctr"/>
            </a:p>
          </p:txBody>
        </p:sp>
        <p:sp>
          <p:nvSpPr>
            <p:cNvPr id="1335" name="link1_sensor_3: 0.5030 m"/>
            <p:cNvSpPr/>
            <p:nvPr/>
          </p:nvSpPr>
          <p:spPr>
            <a:xfrm>
              <a:off x="11019183" y="2874485"/>
              <a:ext cx="28346" cy="28346"/>
            </a:xfrm>
            <a:prstGeom prst="ellipse">
              <a:avLst/>
            </a:prstGeom>
            <a:solidFill>
              <a:srgbClr val="00A6A6"/>
            </a:solidFill>
            <a:ln w="2743">
              <a:solidFill>
                <a:srgbClr val="FFFFFF"/>
              </a:solidFill>
            </a:ln>
            <a:effectLst/>
          </p:spPr>
          <p:txBody>
            <a:bodyPr rtlCol="0" anchor="ctr"/>
            <a:lstStyle/>
            <a:p>
              <a:pPr algn="ctr"/>
            </a:p>
          </p:txBody>
        </p:sp>
        <p:sp>
          <p:nvSpPr>
            <p:cNvPr id="1336" name="link2_sensor_3: 0.1712 m"/>
            <p:cNvSpPr/>
            <p:nvPr/>
          </p:nvSpPr>
          <p:spPr>
            <a:xfrm>
              <a:off x="9172570" y="2539928"/>
              <a:ext cx="28346" cy="28346"/>
            </a:xfrm>
            <a:prstGeom prst="ellipse">
              <a:avLst/>
            </a:prstGeom>
            <a:solidFill>
              <a:srgbClr val="00A6A6"/>
            </a:solidFill>
            <a:ln w="2743">
              <a:solidFill>
                <a:srgbClr val="FFFFFF"/>
              </a:solidFill>
            </a:ln>
            <a:effectLst/>
          </p:spPr>
          <p:txBody>
            <a:bodyPr rtlCol="0" anchor="ctr"/>
            <a:lstStyle/>
            <a:p>
              <a:pPr algn="ctr"/>
            </a:p>
          </p:txBody>
        </p:sp>
        <p:sp>
          <p:nvSpPr>
            <p:cNvPr id="1337" name="link5_front_sensor_3: 0.3313 m"/>
            <p:cNvSpPr/>
            <p:nvPr/>
          </p:nvSpPr>
          <p:spPr>
            <a:xfrm>
              <a:off x="10353487" y="1987758"/>
              <a:ext cx="28346" cy="28346"/>
            </a:xfrm>
            <a:prstGeom prst="ellipse">
              <a:avLst/>
            </a:prstGeom>
            <a:solidFill>
              <a:srgbClr val="00A6A6"/>
            </a:solidFill>
            <a:ln w="2743">
              <a:solidFill>
                <a:srgbClr val="FFFFFF"/>
              </a:solidFill>
            </a:ln>
            <a:effectLst/>
          </p:spPr>
          <p:txBody>
            <a:bodyPr rtlCol="0" anchor="ctr"/>
            <a:lstStyle/>
            <a:p>
              <a:pPr algn="ctr"/>
            </a:p>
          </p:txBody>
        </p:sp>
        <p:sp>
          <p:nvSpPr>
            <p:cNvPr id="1338" name="link2_sensor_0: 0.2424 m"/>
            <p:cNvSpPr/>
            <p:nvPr/>
          </p:nvSpPr>
          <p:spPr>
            <a:xfrm>
              <a:off x="8864852" y="2632764"/>
              <a:ext cx="28346" cy="28346"/>
            </a:xfrm>
            <a:prstGeom prst="ellipse">
              <a:avLst/>
            </a:prstGeom>
            <a:solidFill>
              <a:srgbClr val="00A6A6"/>
            </a:solidFill>
            <a:ln w="2743">
              <a:solidFill>
                <a:srgbClr val="FFFFFF"/>
              </a:solidFill>
            </a:ln>
            <a:effectLst/>
          </p:spPr>
          <p:txBody>
            <a:bodyPr rtlCol="0" anchor="ctr"/>
            <a:lstStyle/>
            <a:p>
              <a:pPr algn="ctr"/>
            </a:p>
          </p:txBody>
        </p:sp>
        <p:sp>
          <p:nvSpPr>
            <p:cNvPr id="1339" name="link5_front_sensor_3: 0.4299 m"/>
            <p:cNvSpPr/>
            <p:nvPr/>
          </p:nvSpPr>
          <p:spPr>
            <a:xfrm>
              <a:off x="10568206" y="2087286"/>
              <a:ext cx="28346" cy="28346"/>
            </a:xfrm>
            <a:prstGeom prst="ellipse">
              <a:avLst/>
            </a:prstGeom>
            <a:solidFill>
              <a:srgbClr val="00A6A6"/>
            </a:solidFill>
            <a:ln w="2743">
              <a:solidFill>
                <a:srgbClr val="FFFFFF"/>
              </a:solidFill>
            </a:ln>
            <a:effectLst/>
          </p:spPr>
          <p:txBody>
            <a:bodyPr rtlCol="0" anchor="ctr"/>
            <a:lstStyle/>
            <a:p>
              <a:pPr algn="ctr"/>
            </a:p>
          </p:txBody>
        </p:sp>
        <p:sp>
          <p:nvSpPr>
            <p:cNvPr id="1340" name="link4_sensor_3: 0.6184 m"/>
            <p:cNvSpPr/>
            <p:nvPr/>
          </p:nvSpPr>
          <p:spPr>
            <a:xfrm>
              <a:off x="11138375" y="2343811"/>
              <a:ext cx="28346" cy="28346"/>
            </a:xfrm>
            <a:prstGeom prst="ellipse">
              <a:avLst/>
            </a:prstGeom>
            <a:solidFill>
              <a:srgbClr val="00A6A6"/>
            </a:solidFill>
            <a:ln w="2743">
              <a:solidFill>
                <a:srgbClr val="FFFFFF"/>
              </a:solidFill>
            </a:ln>
            <a:effectLst/>
          </p:spPr>
          <p:txBody>
            <a:bodyPr rtlCol="0" anchor="ctr"/>
            <a:lstStyle/>
            <a:p>
              <a:pPr algn="ctr"/>
            </a:p>
          </p:txBody>
        </p:sp>
        <p:sp>
          <p:nvSpPr>
            <p:cNvPr id="1341" name="link2_sensor_3: 0.2808 m"/>
            <p:cNvSpPr/>
            <p:nvPr/>
          </p:nvSpPr>
          <p:spPr>
            <a:xfrm>
              <a:off x="8798667" y="2577516"/>
              <a:ext cx="28346" cy="28346"/>
            </a:xfrm>
            <a:prstGeom prst="ellipse">
              <a:avLst/>
            </a:prstGeom>
            <a:solidFill>
              <a:srgbClr val="00A6A6"/>
            </a:solidFill>
            <a:ln w="2743">
              <a:solidFill>
                <a:srgbClr val="FFFFFF"/>
              </a:solidFill>
            </a:ln>
            <a:effectLst/>
          </p:spPr>
          <p:txBody>
            <a:bodyPr rtlCol="0" anchor="ctr"/>
            <a:lstStyle/>
            <a:p>
              <a:pPr algn="ctr"/>
            </a:p>
          </p:txBody>
        </p:sp>
        <p:sp>
          <p:nvSpPr>
            <p:cNvPr id="1342" name="link5_back_sensor_5: 0.2172 m"/>
            <p:cNvSpPr/>
            <p:nvPr/>
          </p:nvSpPr>
          <p:spPr>
            <a:xfrm>
              <a:off x="8978992" y="924669"/>
              <a:ext cx="28346" cy="28346"/>
            </a:xfrm>
            <a:prstGeom prst="ellipse">
              <a:avLst/>
            </a:prstGeom>
            <a:solidFill>
              <a:srgbClr val="00A6A6"/>
            </a:solidFill>
            <a:ln w="2743">
              <a:solidFill>
                <a:srgbClr val="FFFFFF"/>
              </a:solidFill>
            </a:ln>
            <a:effectLst/>
          </p:spPr>
          <p:txBody>
            <a:bodyPr rtlCol="0" anchor="ctr"/>
            <a:lstStyle/>
            <a:p>
              <a:pPr algn="ctr"/>
            </a:p>
          </p:txBody>
        </p:sp>
        <p:sp>
          <p:nvSpPr>
            <p:cNvPr id="1343" name="link5_back_sensor_5: 0.2448 m"/>
            <p:cNvSpPr/>
            <p:nvPr/>
          </p:nvSpPr>
          <p:spPr>
            <a:xfrm>
              <a:off x="8980171" y="782173"/>
              <a:ext cx="28346" cy="28346"/>
            </a:xfrm>
            <a:prstGeom prst="ellipse">
              <a:avLst/>
            </a:prstGeom>
            <a:solidFill>
              <a:srgbClr val="00A6A6"/>
            </a:solidFill>
            <a:ln w="2743">
              <a:solidFill>
                <a:srgbClr val="FFFFFF"/>
              </a:solidFill>
            </a:ln>
            <a:effectLst/>
          </p:spPr>
          <p:txBody>
            <a:bodyPr rtlCol="0" anchor="ctr"/>
            <a:lstStyle/>
            <a:p>
              <a:pPr algn="ctr"/>
            </a:p>
          </p:txBody>
        </p:sp>
        <p:sp>
          <p:nvSpPr>
            <p:cNvPr id="1344" name="link6_sensor_2: 0.4448 m"/>
            <p:cNvSpPr/>
            <p:nvPr/>
          </p:nvSpPr>
          <p:spPr>
            <a:xfrm>
              <a:off x="10941973" y="1380482"/>
              <a:ext cx="28346" cy="28346"/>
            </a:xfrm>
            <a:prstGeom prst="ellipse">
              <a:avLst/>
            </a:prstGeom>
            <a:solidFill>
              <a:srgbClr val="00A6A6"/>
            </a:solidFill>
            <a:ln w="2743">
              <a:solidFill>
                <a:srgbClr val="FFFFFF"/>
              </a:solidFill>
            </a:ln>
            <a:effectLst/>
          </p:spPr>
          <p:txBody>
            <a:bodyPr rtlCol="0" anchor="ctr"/>
            <a:lstStyle/>
            <a:p>
              <a:pPr algn="ctr"/>
            </a:p>
          </p:txBody>
        </p:sp>
        <p:sp>
          <p:nvSpPr>
            <p:cNvPr id="1345" name="link4_sensor_3: 0.4727 m"/>
            <p:cNvSpPr/>
            <p:nvPr/>
          </p:nvSpPr>
          <p:spPr>
            <a:xfrm>
              <a:off x="10804992" y="2286665"/>
              <a:ext cx="28346" cy="28346"/>
            </a:xfrm>
            <a:prstGeom prst="ellipse">
              <a:avLst/>
            </a:prstGeom>
            <a:solidFill>
              <a:srgbClr val="00A6A6"/>
            </a:solidFill>
            <a:ln w="2743">
              <a:solidFill>
                <a:srgbClr val="FFFFFF"/>
              </a:solidFill>
            </a:ln>
            <a:effectLst/>
          </p:spPr>
          <p:txBody>
            <a:bodyPr rtlCol="0" anchor="ctr"/>
            <a:lstStyle/>
            <a:p>
              <a:pPr algn="ctr"/>
            </a:p>
          </p:txBody>
        </p:sp>
        <p:sp>
          <p:nvSpPr>
            <p:cNvPr id="1346" name="link2_sensor_3: 0.1797 m"/>
            <p:cNvSpPr/>
            <p:nvPr/>
          </p:nvSpPr>
          <p:spPr>
            <a:xfrm>
              <a:off x="9182499" y="2413442"/>
              <a:ext cx="28346" cy="28346"/>
            </a:xfrm>
            <a:prstGeom prst="ellipse">
              <a:avLst/>
            </a:prstGeom>
            <a:solidFill>
              <a:srgbClr val="00A6A6"/>
            </a:solidFill>
            <a:ln w="2743">
              <a:solidFill>
                <a:srgbClr val="FFFFFF"/>
              </a:solidFill>
            </a:ln>
            <a:effectLst/>
          </p:spPr>
          <p:txBody>
            <a:bodyPr rtlCol="0" anchor="ctr"/>
            <a:lstStyle/>
            <a:p>
              <a:pPr algn="ctr"/>
            </a:p>
          </p:txBody>
        </p:sp>
        <p:sp>
          <p:nvSpPr>
            <p:cNvPr id="1347" name="link4_sensor_3: 0.4297 m"/>
            <p:cNvSpPr/>
            <p:nvPr/>
          </p:nvSpPr>
          <p:spPr>
            <a:xfrm>
              <a:off x="10682445" y="2337918"/>
              <a:ext cx="28346" cy="28346"/>
            </a:xfrm>
            <a:prstGeom prst="ellipse">
              <a:avLst/>
            </a:prstGeom>
            <a:solidFill>
              <a:srgbClr val="00A6A6"/>
            </a:solidFill>
            <a:ln w="2743">
              <a:solidFill>
                <a:srgbClr val="FFFFFF"/>
              </a:solidFill>
            </a:ln>
            <a:effectLst/>
          </p:spPr>
          <p:txBody>
            <a:bodyPr rtlCol="0" anchor="ctr"/>
            <a:lstStyle/>
            <a:p>
              <a:pPr algn="ctr"/>
            </a:p>
          </p:txBody>
        </p:sp>
        <p:sp>
          <p:nvSpPr>
            <p:cNvPr id="1348" name="link6_sensor_2: 0.5653 m"/>
            <p:cNvSpPr/>
            <p:nvPr/>
          </p:nvSpPr>
          <p:spPr>
            <a:xfrm>
              <a:off x="11033079" y="671398"/>
              <a:ext cx="28346" cy="28346"/>
            </a:xfrm>
            <a:prstGeom prst="ellipse">
              <a:avLst/>
            </a:prstGeom>
            <a:solidFill>
              <a:srgbClr val="00A6A6"/>
            </a:solidFill>
            <a:ln w="2743">
              <a:solidFill>
                <a:srgbClr val="FFFFFF"/>
              </a:solidFill>
            </a:ln>
            <a:effectLst/>
          </p:spPr>
          <p:txBody>
            <a:bodyPr rtlCol="0" anchor="ctr"/>
            <a:lstStyle/>
            <a:p>
              <a:pPr algn="ctr"/>
            </a:p>
          </p:txBody>
        </p:sp>
        <p:sp>
          <p:nvSpPr>
            <p:cNvPr id="1349" name="link1_sensor_3: 0.4380 m"/>
            <p:cNvSpPr/>
            <p:nvPr/>
          </p:nvSpPr>
          <p:spPr>
            <a:xfrm>
              <a:off x="10864977" y="2712450"/>
              <a:ext cx="28346" cy="28346"/>
            </a:xfrm>
            <a:prstGeom prst="ellipse">
              <a:avLst/>
            </a:prstGeom>
            <a:solidFill>
              <a:srgbClr val="00A6A6"/>
            </a:solidFill>
            <a:ln w="2743">
              <a:solidFill>
                <a:srgbClr val="FFFFFF"/>
              </a:solidFill>
            </a:ln>
            <a:effectLst/>
          </p:spPr>
          <p:txBody>
            <a:bodyPr rtlCol="0" anchor="ctr"/>
            <a:lstStyle/>
            <a:p>
              <a:pPr algn="ctr"/>
            </a:p>
          </p:txBody>
        </p:sp>
        <p:sp>
          <p:nvSpPr>
            <p:cNvPr id="1350" name="link2_sensor_3: 0.1705 m"/>
            <p:cNvSpPr/>
            <p:nvPr/>
          </p:nvSpPr>
          <p:spPr>
            <a:xfrm>
              <a:off x="9167477" y="2508063"/>
              <a:ext cx="28346" cy="28346"/>
            </a:xfrm>
            <a:prstGeom prst="ellipse">
              <a:avLst/>
            </a:prstGeom>
            <a:solidFill>
              <a:srgbClr val="00A6A6"/>
            </a:solidFill>
            <a:ln w="2743">
              <a:solidFill>
                <a:srgbClr val="FFFFFF"/>
              </a:solidFill>
            </a:ln>
            <a:effectLst/>
          </p:spPr>
          <p:txBody>
            <a:bodyPr rtlCol="0" anchor="ctr"/>
            <a:lstStyle/>
            <a:p>
              <a:pPr algn="ctr"/>
            </a:p>
          </p:txBody>
        </p:sp>
        <p:sp>
          <p:nvSpPr>
            <p:cNvPr id="1351" name="link6_sensor_2: 0.4074 m"/>
            <p:cNvSpPr/>
            <p:nvPr/>
          </p:nvSpPr>
          <p:spPr>
            <a:xfrm>
              <a:off x="10757066" y="1034954"/>
              <a:ext cx="28346" cy="28346"/>
            </a:xfrm>
            <a:prstGeom prst="ellipse">
              <a:avLst/>
            </a:prstGeom>
            <a:solidFill>
              <a:srgbClr val="00A6A6"/>
            </a:solidFill>
            <a:ln w="2743">
              <a:solidFill>
                <a:srgbClr val="FFFFFF"/>
              </a:solidFill>
            </a:ln>
            <a:effectLst/>
          </p:spPr>
          <p:txBody>
            <a:bodyPr rtlCol="0" anchor="ctr"/>
            <a:lstStyle/>
            <a:p>
              <a:pPr algn="ctr"/>
            </a:p>
          </p:txBody>
        </p:sp>
        <p:sp>
          <p:nvSpPr>
            <p:cNvPr id="1352" name="link2_sensor_0: 0.2451 m"/>
            <p:cNvSpPr/>
            <p:nvPr/>
          </p:nvSpPr>
          <p:spPr>
            <a:xfrm>
              <a:off x="8849590" y="2586288"/>
              <a:ext cx="28346" cy="28346"/>
            </a:xfrm>
            <a:prstGeom prst="ellipse">
              <a:avLst/>
            </a:prstGeom>
            <a:solidFill>
              <a:srgbClr val="00A6A6"/>
            </a:solidFill>
            <a:ln w="2743">
              <a:solidFill>
                <a:srgbClr val="FFFFFF"/>
              </a:solidFill>
            </a:ln>
            <a:effectLst/>
          </p:spPr>
          <p:txBody>
            <a:bodyPr rtlCol="0" anchor="ctr"/>
            <a:lstStyle/>
            <a:p>
              <a:pPr algn="ctr"/>
            </a:p>
          </p:txBody>
        </p:sp>
        <p:sp>
          <p:nvSpPr>
            <p:cNvPr id="1353" name="link5_back_sensor_5: 0.2097 m"/>
            <p:cNvSpPr/>
            <p:nvPr/>
          </p:nvSpPr>
          <p:spPr>
            <a:xfrm>
              <a:off x="8959837" y="990536"/>
              <a:ext cx="28346" cy="28346"/>
            </a:xfrm>
            <a:prstGeom prst="ellipse">
              <a:avLst/>
            </a:prstGeom>
            <a:solidFill>
              <a:srgbClr val="00A6A6"/>
            </a:solidFill>
            <a:ln w="2743">
              <a:solidFill>
                <a:srgbClr val="FFFFFF"/>
              </a:solidFill>
            </a:ln>
            <a:effectLst/>
          </p:spPr>
          <p:txBody>
            <a:bodyPr rtlCol="0" anchor="ctr"/>
            <a:lstStyle/>
            <a:p>
              <a:pPr algn="ctr"/>
            </a:p>
          </p:txBody>
        </p:sp>
        <p:sp>
          <p:nvSpPr>
            <p:cNvPr id="1354" name="link2_sensor_4: 0.5793 m"/>
            <p:cNvSpPr/>
            <p:nvPr/>
          </p:nvSpPr>
          <p:spPr>
            <a:xfrm>
              <a:off x="8950952" y="1227966"/>
              <a:ext cx="28346" cy="28346"/>
            </a:xfrm>
            <a:prstGeom prst="ellipse">
              <a:avLst/>
            </a:prstGeom>
            <a:solidFill>
              <a:srgbClr val="00A6A6"/>
            </a:solidFill>
            <a:ln w="2743">
              <a:solidFill>
                <a:srgbClr val="FFFFFF"/>
              </a:solidFill>
            </a:ln>
            <a:effectLst/>
          </p:spPr>
          <p:txBody>
            <a:bodyPr rtlCol="0" anchor="ctr"/>
            <a:lstStyle/>
            <a:p>
              <a:pPr algn="ctr"/>
            </a:p>
          </p:txBody>
        </p:sp>
        <p:sp>
          <p:nvSpPr>
            <p:cNvPr id="1355" name="link6_sensor_2: 0.4804 m"/>
            <p:cNvSpPr/>
            <p:nvPr/>
          </p:nvSpPr>
          <p:spPr>
            <a:xfrm>
              <a:off x="10971344" y="1145009"/>
              <a:ext cx="28346" cy="28346"/>
            </a:xfrm>
            <a:prstGeom prst="ellipse">
              <a:avLst/>
            </a:prstGeom>
            <a:solidFill>
              <a:srgbClr val="00A6A6"/>
            </a:solidFill>
            <a:ln w="2743">
              <a:solidFill>
                <a:srgbClr val="FFFFFF"/>
              </a:solidFill>
            </a:ln>
            <a:effectLst/>
          </p:spPr>
          <p:txBody>
            <a:bodyPr rtlCol="0" anchor="ctr"/>
            <a:lstStyle/>
            <a:p>
              <a:pPr algn="ctr"/>
            </a:p>
          </p:txBody>
        </p:sp>
        <p:sp>
          <p:nvSpPr>
            <p:cNvPr id="1356" name="link5_back_sensor_5: 0.2273 m"/>
            <p:cNvSpPr/>
            <p:nvPr/>
          </p:nvSpPr>
          <p:spPr>
            <a:xfrm>
              <a:off x="8972990" y="869569"/>
              <a:ext cx="28346" cy="28346"/>
            </a:xfrm>
            <a:prstGeom prst="ellipse">
              <a:avLst/>
            </a:prstGeom>
            <a:solidFill>
              <a:srgbClr val="00A6A6"/>
            </a:solidFill>
            <a:ln w="2743">
              <a:solidFill>
                <a:srgbClr val="FFFFFF"/>
              </a:solidFill>
            </a:ln>
            <a:effectLst/>
          </p:spPr>
          <p:txBody>
            <a:bodyPr rtlCol="0" anchor="ctr"/>
            <a:lstStyle/>
            <a:p>
              <a:pPr algn="ctr"/>
            </a:p>
          </p:txBody>
        </p:sp>
        <p:sp>
          <p:nvSpPr>
            <p:cNvPr id="1357" name="link3_sensor_2: 0.4392 m"/>
            <p:cNvSpPr/>
            <p:nvPr/>
          </p:nvSpPr>
          <p:spPr>
            <a:xfrm>
              <a:off x="8908221" y="1131661"/>
              <a:ext cx="28346" cy="28346"/>
            </a:xfrm>
            <a:prstGeom prst="ellipse">
              <a:avLst/>
            </a:prstGeom>
            <a:solidFill>
              <a:srgbClr val="00A6A6"/>
            </a:solidFill>
            <a:ln w="2743">
              <a:solidFill>
                <a:srgbClr val="FFFFFF"/>
              </a:solidFill>
            </a:ln>
            <a:effectLst/>
          </p:spPr>
          <p:txBody>
            <a:bodyPr rtlCol="0" anchor="ctr"/>
            <a:lstStyle/>
            <a:p>
              <a:pPr algn="ctr"/>
            </a:p>
          </p:txBody>
        </p:sp>
        <p:sp>
          <p:nvSpPr>
            <p:cNvPr id="1358" name="link2_sensor_3: 0.1698 m"/>
            <p:cNvSpPr/>
            <p:nvPr/>
          </p:nvSpPr>
          <p:spPr>
            <a:xfrm>
              <a:off x="9162372" y="2476126"/>
              <a:ext cx="28346" cy="28346"/>
            </a:xfrm>
            <a:prstGeom prst="ellipse">
              <a:avLst/>
            </a:prstGeom>
            <a:solidFill>
              <a:srgbClr val="00A6A6"/>
            </a:solidFill>
            <a:ln w="2743">
              <a:solidFill>
                <a:srgbClr val="FFFFFF"/>
              </a:solidFill>
            </a:ln>
            <a:effectLst/>
          </p:spPr>
          <p:txBody>
            <a:bodyPr rtlCol="0" anchor="ctr"/>
            <a:lstStyle/>
            <a:p>
              <a:pPr algn="ctr"/>
            </a:p>
          </p:txBody>
        </p:sp>
        <p:sp>
          <p:nvSpPr>
            <p:cNvPr id="1359" name="link5_back_sensor_5: 0.2572 m"/>
            <p:cNvSpPr/>
            <p:nvPr/>
          </p:nvSpPr>
          <p:spPr>
            <a:xfrm>
              <a:off x="8974194" y="711801"/>
              <a:ext cx="28346" cy="28346"/>
            </a:xfrm>
            <a:prstGeom prst="ellipse">
              <a:avLst/>
            </a:prstGeom>
            <a:solidFill>
              <a:srgbClr val="00A6A6"/>
            </a:solidFill>
            <a:ln w="2743">
              <a:solidFill>
                <a:srgbClr val="FFFFFF"/>
              </a:solidFill>
            </a:ln>
            <a:effectLst/>
          </p:spPr>
          <p:txBody>
            <a:bodyPr rtlCol="0" anchor="ctr"/>
            <a:lstStyle/>
            <a:p>
              <a:pPr algn="ctr"/>
            </a:p>
          </p:txBody>
        </p:sp>
        <p:sp>
          <p:nvSpPr>
            <p:cNvPr id="1360" name="link5_front_sensor_3: 0.3312 m"/>
            <p:cNvSpPr/>
            <p:nvPr/>
          </p:nvSpPr>
          <p:spPr>
            <a:xfrm>
              <a:off x="10406158" y="1942662"/>
              <a:ext cx="28346" cy="28346"/>
            </a:xfrm>
            <a:prstGeom prst="ellipse">
              <a:avLst/>
            </a:prstGeom>
            <a:solidFill>
              <a:srgbClr val="00A6A6"/>
            </a:solidFill>
            <a:ln w="2743">
              <a:solidFill>
                <a:srgbClr val="FFFFFF"/>
              </a:solidFill>
            </a:ln>
            <a:effectLst/>
          </p:spPr>
          <p:txBody>
            <a:bodyPr rtlCol="0" anchor="ctr"/>
            <a:lstStyle/>
            <a:p>
              <a:pPr algn="ctr"/>
            </a:p>
          </p:txBody>
        </p:sp>
        <p:sp>
          <p:nvSpPr>
            <p:cNvPr id="1361" name="link2_sensor_3: 0.1615 m"/>
            <p:cNvSpPr/>
            <p:nvPr/>
          </p:nvSpPr>
          <p:spPr>
            <a:xfrm>
              <a:off x="9149029" y="2563271"/>
              <a:ext cx="28346" cy="28346"/>
            </a:xfrm>
            <a:prstGeom prst="ellipse">
              <a:avLst/>
            </a:prstGeom>
            <a:solidFill>
              <a:srgbClr val="00A6A6"/>
            </a:solidFill>
            <a:ln w="2743">
              <a:solidFill>
                <a:srgbClr val="FFFFFF"/>
              </a:solidFill>
            </a:ln>
            <a:effectLst/>
          </p:spPr>
          <p:txBody>
            <a:bodyPr rtlCol="0" anchor="ctr"/>
            <a:lstStyle/>
            <a:p>
              <a:pPr algn="ctr"/>
            </a:p>
          </p:txBody>
        </p:sp>
        <p:sp>
          <p:nvSpPr>
            <p:cNvPr id="1362" name="link4_sensor_3: 0.4667 m"/>
            <p:cNvSpPr/>
            <p:nvPr/>
          </p:nvSpPr>
          <p:spPr>
            <a:xfrm>
              <a:off x="10751602" y="2433874"/>
              <a:ext cx="28346" cy="28346"/>
            </a:xfrm>
            <a:prstGeom prst="ellipse">
              <a:avLst/>
            </a:prstGeom>
            <a:solidFill>
              <a:srgbClr val="00A6A6"/>
            </a:solidFill>
            <a:ln w="2743">
              <a:solidFill>
                <a:srgbClr val="FFFFFF"/>
              </a:solidFill>
            </a:ln>
            <a:effectLst/>
          </p:spPr>
          <p:txBody>
            <a:bodyPr rtlCol="0" anchor="ctr"/>
            <a:lstStyle/>
            <a:p>
              <a:pPr algn="ctr"/>
            </a:p>
          </p:txBody>
        </p:sp>
        <p:sp>
          <p:nvSpPr>
            <p:cNvPr id="1363" name="link1_sensor_3: 0.5040 m"/>
            <p:cNvSpPr/>
            <p:nvPr/>
          </p:nvSpPr>
          <p:spPr>
            <a:xfrm>
              <a:off x="11031493" y="2781553"/>
              <a:ext cx="28346" cy="28346"/>
            </a:xfrm>
            <a:prstGeom prst="ellipse">
              <a:avLst/>
            </a:prstGeom>
            <a:solidFill>
              <a:srgbClr val="00A6A6"/>
            </a:solidFill>
            <a:ln w="2743">
              <a:solidFill>
                <a:srgbClr val="FFFFFF"/>
              </a:solidFill>
            </a:ln>
            <a:effectLst/>
          </p:spPr>
          <p:txBody>
            <a:bodyPr rtlCol="0" anchor="ctr"/>
            <a:lstStyle/>
            <a:p>
              <a:pPr algn="ctr"/>
            </a:p>
          </p:txBody>
        </p:sp>
        <p:sp>
          <p:nvSpPr>
            <p:cNvPr id="1364" name="link2_sensor_0: 0.2478 m"/>
            <p:cNvSpPr/>
            <p:nvPr/>
          </p:nvSpPr>
          <p:spPr>
            <a:xfrm>
              <a:off x="8833797" y="2538199"/>
              <a:ext cx="28346" cy="28346"/>
            </a:xfrm>
            <a:prstGeom prst="ellipse">
              <a:avLst/>
            </a:prstGeom>
            <a:solidFill>
              <a:srgbClr val="00A6A6"/>
            </a:solidFill>
            <a:ln w="2743">
              <a:solidFill>
                <a:srgbClr val="FFFFFF"/>
              </a:solidFill>
            </a:ln>
            <a:effectLst/>
          </p:spPr>
          <p:txBody>
            <a:bodyPr rtlCol="0" anchor="ctr"/>
            <a:lstStyle/>
            <a:p>
              <a:pPr algn="ctr"/>
            </a:p>
          </p:txBody>
        </p:sp>
        <p:sp>
          <p:nvSpPr>
            <p:cNvPr id="1365" name="link5_back_sensor_5: 0.2191 m"/>
            <p:cNvSpPr/>
            <p:nvPr/>
          </p:nvSpPr>
          <p:spPr>
            <a:xfrm>
              <a:off x="8953045" y="940594"/>
              <a:ext cx="28346" cy="28346"/>
            </a:xfrm>
            <a:prstGeom prst="ellipse">
              <a:avLst/>
            </a:prstGeom>
            <a:solidFill>
              <a:srgbClr val="00A6A6"/>
            </a:solidFill>
            <a:ln w="2743">
              <a:solidFill>
                <a:srgbClr val="FFFFFF"/>
              </a:solidFill>
            </a:ln>
            <a:effectLst/>
          </p:spPr>
          <p:txBody>
            <a:bodyPr rtlCol="0" anchor="ctr"/>
            <a:lstStyle/>
            <a:p>
              <a:pPr algn="ctr"/>
            </a:p>
          </p:txBody>
        </p:sp>
        <p:sp>
          <p:nvSpPr>
            <p:cNvPr id="1366" name="link5_front_sensor_3: 0.4297 m"/>
            <p:cNvSpPr/>
            <p:nvPr/>
          </p:nvSpPr>
          <p:spPr>
            <a:xfrm>
              <a:off x="10639637" y="2029885"/>
              <a:ext cx="28346" cy="28346"/>
            </a:xfrm>
            <a:prstGeom prst="ellipse">
              <a:avLst/>
            </a:prstGeom>
            <a:solidFill>
              <a:srgbClr val="00A6A6"/>
            </a:solidFill>
            <a:ln w="2743">
              <a:solidFill>
                <a:srgbClr val="FFFFFF"/>
              </a:solidFill>
            </a:ln>
            <a:effectLst/>
          </p:spPr>
          <p:txBody>
            <a:bodyPr rtlCol="0" anchor="ctr"/>
            <a:lstStyle/>
            <a:p>
              <a:pPr algn="ctr"/>
            </a:p>
          </p:txBody>
        </p:sp>
        <p:sp>
          <p:nvSpPr>
            <p:cNvPr id="1367" name="link5_front_sensor_3: 0.5107 m"/>
            <p:cNvSpPr/>
            <p:nvPr/>
          </p:nvSpPr>
          <p:spPr>
            <a:xfrm>
              <a:off x="10600825" y="2372419"/>
              <a:ext cx="28346" cy="28346"/>
            </a:xfrm>
            <a:prstGeom prst="ellipse">
              <a:avLst/>
            </a:prstGeom>
            <a:solidFill>
              <a:srgbClr val="00A6A6"/>
            </a:solidFill>
            <a:ln w="2743">
              <a:solidFill>
                <a:srgbClr val="FFFFFF"/>
              </a:solidFill>
            </a:ln>
            <a:effectLst/>
          </p:spPr>
          <p:txBody>
            <a:bodyPr rtlCol="0" anchor="ctr"/>
            <a:lstStyle/>
            <a:p>
              <a:pPr algn="ctr"/>
            </a:p>
          </p:txBody>
        </p:sp>
        <p:sp>
          <p:nvSpPr>
            <p:cNvPr id="1368" name="link4_sensor_1: 0.4718 m"/>
            <p:cNvSpPr/>
            <p:nvPr/>
          </p:nvSpPr>
          <p:spPr>
            <a:xfrm>
              <a:off x="10884070" y="1674687"/>
              <a:ext cx="28346" cy="28346"/>
            </a:xfrm>
            <a:prstGeom prst="ellipse">
              <a:avLst/>
            </a:prstGeom>
            <a:solidFill>
              <a:srgbClr val="00A6A6"/>
            </a:solidFill>
            <a:ln w="2743">
              <a:solidFill>
                <a:srgbClr val="FFFFFF"/>
              </a:solidFill>
            </a:ln>
            <a:effectLst/>
          </p:spPr>
          <p:txBody>
            <a:bodyPr rtlCol="0" anchor="ctr"/>
            <a:lstStyle/>
            <a:p>
              <a:pPr algn="ctr"/>
            </a:p>
          </p:txBody>
        </p:sp>
        <p:sp>
          <p:nvSpPr>
            <p:cNvPr id="1369" name="link2_sensor_3: 0.1691 m"/>
            <p:cNvSpPr/>
            <p:nvPr/>
          </p:nvSpPr>
          <p:spPr>
            <a:xfrm>
              <a:off x="9157256" y="2444117"/>
              <a:ext cx="28346" cy="28346"/>
            </a:xfrm>
            <a:prstGeom prst="ellipse">
              <a:avLst/>
            </a:prstGeom>
            <a:solidFill>
              <a:srgbClr val="00A6A6"/>
            </a:solidFill>
            <a:ln w="2743">
              <a:solidFill>
                <a:srgbClr val="FFFFFF"/>
              </a:solidFill>
            </a:ln>
            <a:effectLst/>
          </p:spPr>
          <p:txBody>
            <a:bodyPr rtlCol="0" anchor="ctr"/>
            <a:lstStyle/>
            <a:p>
              <a:pPr algn="ctr"/>
            </a:p>
          </p:txBody>
        </p:sp>
        <p:sp>
          <p:nvSpPr>
            <p:cNvPr id="1370" name="link2_sensor_3: 0.1608 m"/>
            <p:cNvSpPr/>
            <p:nvPr/>
          </p:nvSpPr>
          <p:spPr>
            <a:xfrm>
              <a:off x="9144146" y="2532899"/>
              <a:ext cx="28346" cy="28346"/>
            </a:xfrm>
            <a:prstGeom prst="ellipse">
              <a:avLst/>
            </a:prstGeom>
            <a:solidFill>
              <a:srgbClr val="00A6A6"/>
            </a:solidFill>
            <a:ln w="2743">
              <a:solidFill>
                <a:srgbClr val="FFFFFF"/>
              </a:solidFill>
            </a:ln>
            <a:effectLst/>
          </p:spPr>
          <p:txBody>
            <a:bodyPr rtlCol="0" anchor="ctr"/>
            <a:lstStyle/>
            <a:p>
              <a:pPr algn="ctr"/>
            </a:p>
          </p:txBody>
        </p:sp>
        <p:sp>
          <p:nvSpPr>
            <p:cNvPr id="1371" name="link4_sensor_3: 0.3674 m"/>
            <p:cNvSpPr/>
            <p:nvPr/>
          </p:nvSpPr>
          <p:spPr>
            <a:xfrm>
              <a:off x="10537805" y="2363358"/>
              <a:ext cx="28346" cy="28346"/>
            </a:xfrm>
            <a:prstGeom prst="ellipse">
              <a:avLst/>
            </a:prstGeom>
            <a:solidFill>
              <a:srgbClr val="00A6A6"/>
            </a:solidFill>
            <a:ln w="2743">
              <a:solidFill>
                <a:srgbClr val="FFFFFF"/>
              </a:solidFill>
            </a:ln>
            <a:effectLst/>
          </p:spPr>
          <p:txBody>
            <a:bodyPr rtlCol="0" anchor="ctr"/>
            <a:lstStyle/>
            <a:p>
              <a:pPr algn="ctr"/>
            </a:p>
          </p:txBody>
        </p:sp>
        <p:sp>
          <p:nvSpPr>
            <p:cNvPr id="1372" name="link5_back_sensor_5: 0.2385 m"/>
            <p:cNvSpPr/>
            <p:nvPr/>
          </p:nvSpPr>
          <p:spPr>
            <a:xfrm>
              <a:off x="8966314" y="808287"/>
              <a:ext cx="28346" cy="28346"/>
            </a:xfrm>
            <a:prstGeom prst="ellipse">
              <a:avLst/>
            </a:prstGeom>
            <a:solidFill>
              <a:srgbClr val="00A6A6"/>
            </a:solidFill>
            <a:ln w="2743">
              <a:solidFill>
                <a:srgbClr val="FFFFFF"/>
              </a:solidFill>
            </a:ln>
            <a:effectLst/>
          </p:spPr>
          <p:txBody>
            <a:bodyPr rtlCol="0" anchor="ctr"/>
            <a:lstStyle/>
            <a:p>
              <a:pPr algn="ctr"/>
            </a:p>
          </p:txBody>
        </p:sp>
        <p:sp>
          <p:nvSpPr>
            <p:cNvPr id="1373" name="link4_sensor_3: 0.4863 m"/>
            <p:cNvSpPr/>
            <p:nvPr/>
          </p:nvSpPr>
          <p:spPr>
            <a:xfrm>
              <a:off x="10884600" y="2214739"/>
              <a:ext cx="28346" cy="28346"/>
            </a:xfrm>
            <a:prstGeom prst="ellipse">
              <a:avLst/>
            </a:prstGeom>
            <a:solidFill>
              <a:srgbClr val="00A6A6"/>
            </a:solidFill>
            <a:ln w="2743">
              <a:solidFill>
                <a:srgbClr val="FFFFFF"/>
              </a:solidFill>
            </a:ln>
            <a:effectLst/>
          </p:spPr>
          <p:txBody>
            <a:bodyPr rtlCol="0" anchor="ctr"/>
            <a:lstStyle/>
            <a:p>
              <a:pPr algn="ctr"/>
            </a:p>
          </p:txBody>
        </p:sp>
        <p:sp>
          <p:nvSpPr>
            <p:cNvPr id="1374" name="link5_back_sensor_5: 0.2191 m"/>
            <p:cNvSpPr/>
            <p:nvPr/>
          </p:nvSpPr>
          <p:spPr>
            <a:xfrm>
              <a:off x="8917876" y="1003037"/>
              <a:ext cx="28346" cy="28346"/>
            </a:xfrm>
            <a:prstGeom prst="ellipse">
              <a:avLst/>
            </a:prstGeom>
            <a:solidFill>
              <a:srgbClr val="00A6A6"/>
            </a:solidFill>
            <a:ln w="2743">
              <a:solidFill>
                <a:srgbClr val="FFFFFF"/>
              </a:solidFill>
            </a:ln>
            <a:effectLst/>
          </p:spPr>
          <p:txBody>
            <a:bodyPr rtlCol="0" anchor="ctr"/>
            <a:lstStyle/>
            <a:p>
              <a:pPr algn="ctr"/>
            </a:p>
          </p:txBody>
        </p:sp>
        <p:sp>
          <p:nvSpPr>
            <p:cNvPr id="1375" name="link1_sensor_3: 0.4388 m"/>
            <p:cNvSpPr/>
            <p:nvPr/>
          </p:nvSpPr>
          <p:spPr>
            <a:xfrm>
              <a:off x="10873598" y="2629002"/>
              <a:ext cx="28346" cy="28346"/>
            </a:xfrm>
            <a:prstGeom prst="ellipse">
              <a:avLst/>
            </a:prstGeom>
            <a:solidFill>
              <a:srgbClr val="00A6A6"/>
            </a:solidFill>
            <a:ln w="2743">
              <a:solidFill>
                <a:srgbClr val="FFFFFF"/>
              </a:solidFill>
            </a:ln>
            <a:effectLst/>
          </p:spPr>
          <p:txBody>
            <a:bodyPr rtlCol="0" anchor="ctr"/>
            <a:lstStyle/>
            <a:p>
              <a:pPr algn="ctr"/>
            </a:p>
          </p:txBody>
        </p:sp>
        <p:sp>
          <p:nvSpPr>
            <p:cNvPr id="1376" name="link2_sensor_3: 0.1943 m"/>
            <p:cNvSpPr/>
            <p:nvPr/>
          </p:nvSpPr>
          <p:spPr>
            <a:xfrm>
              <a:off x="8999626" y="2612542"/>
              <a:ext cx="28346" cy="28346"/>
            </a:xfrm>
            <a:prstGeom prst="ellipse">
              <a:avLst/>
            </a:prstGeom>
            <a:solidFill>
              <a:srgbClr val="00A6A6"/>
            </a:solidFill>
            <a:ln w="2743">
              <a:solidFill>
                <a:srgbClr val="FFFFFF"/>
              </a:solidFill>
            </a:ln>
            <a:effectLst/>
          </p:spPr>
          <p:txBody>
            <a:bodyPr rtlCol="0" anchor="ctr"/>
            <a:lstStyle/>
            <a:p>
              <a:pPr algn="ctr"/>
            </a:p>
          </p:txBody>
        </p:sp>
        <p:sp>
          <p:nvSpPr>
            <p:cNvPr id="1377" name="link5_front_sensor_3: 0.5275 m"/>
            <p:cNvSpPr/>
            <p:nvPr/>
          </p:nvSpPr>
          <p:spPr>
            <a:xfrm>
              <a:off x="10813831" y="2187073"/>
              <a:ext cx="28346" cy="28346"/>
            </a:xfrm>
            <a:prstGeom prst="ellipse">
              <a:avLst/>
            </a:prstGeom>
            <a:solidFill>
              <a:srgbClr val="00A6A6"/>
            </a:solidFill>
            <a:ln w="2743">
              <a:solidFill>
                <a:srgbClr val="FFFFFF"/>
              </a:solidFill>
            </a:ln>
            <a:effectLst/>
          </p:spPr>
          <p:txBody>
            <a:bodyPr rtlCol="0" anchor="ctr"/>
            <a:lstStyle/>
            <a:p>
              <a:pPr algn="ctr"/>
            </a:p>
          </p:txBody>
        </p:sp>
        <p:sp>
          <p:nvSpPr>
            <p:cNvPr id="1378" name="link4_sensor_3: 0.5887 m"/>
            <p:cNvSpPr/>
            <p:nvPr/>
          </p:nvSpPr>
          <p:spPr>
            <a:xfrm>
              <a:off x="11033189" y="2523070"/>
              <a:ext cx="28346" cy="28346"/>
            </a:xfrm>
            <a:prstGeom prst="ellipse">
              <a:avLst/>
            </a:prstGeom>
            <a:solidFill>
              <a:srgbClr val="00A6A6"/>
            </a:solidFill>
            <a:ln w="2743">
              <a:solidFill>
                <a:srgbClr val="FFFFFF"/>
              </a:solidFill>
            </a:ln>
            <a:effectLst/>
          </p:spPr>
          <p:txBody>
            <a:bodyPr rtlCol="0" anchor="ctr"/>
            <a:lstStyle/>
            <a:p>
              <a:pPr algn="ctr"/>
            </a:p>
          </p:txBody>
        </p:sp>
        <p:sp>
          <p:nvSpPr>
            <p:cNvPr id="1379" name="link6_sensor_2: 0.4488 m"/>
            <p:cNvSpPr/>
            <p:nvPr/>
          </p:nvSpPr>
          <p:spPr>
            <a:xfrm>
              <a:off x="10951763" y="1285031"/>
              <a:ext cx="28346" cy="28346"/>
            </a:xfrm>
            <a:prstGeom prst="ellipse">
              <a:avLst/>
            </a:prstGeom>
            <a:solidFill>
              <a:srgbClr val="00A6A6"/>
            </a:solidFill>
            <a:ln w="2743">
              <a:solidFill>
                <a:srgbClr val="FFFFFF"/>
              </a:solidFill>
            </a:ln>
            <a:effectLst/>
          </p:spPr>
          <p:txBody>
            <a:bodyPr rtlCol="0" anchor="ctr"/>
            <a:lstStyle/>
            <a:p>
              <a:pPr algn="ctr"/>
            </a:p>
          </p:txBody>
        </p:sp>
        <p:sp>
          <p:nvSpPr>
            <p:cNvPr id="1380" name="link5_back_sensor_5: 0.2710 m"/>
            <p:cNvSpPr/>
            <p:nvPr/>
          </p:nvSpPr>
          <p:spPr>
            <a:xfrm>
              <a:off x="8967477" y="632702"/>
              <a:ext cx="28346" cy="28346"/>
            </a:xfrm>
            <a:prstGeom prst="ellipse">
              <a:avLst/>
            </a:prstGeom>
            <a:solidFill>
              <a:srgbClr val="00A6A6"/>
            </a:solidFill>
            <a:ln w="2743">
              <a:solidFill>
                <a:srgbClr val="FFFFFF"/>
              </a:solidFill>
            </a:ln>
            <a:effectLst/>
          </p:spPr>
          <p:txBody>
            <a:bodyPr rtlCol="0" anchor="ctr"/>
            <a:lstStyle/>
            <a:p>
              <a:pPr algn="ctr"/>
            </a:p>
          </p:txBody>
        </p:sp>
        <p:sp>
          <p:nvSpPr>
            <p:cNvPr id="1381" name="link6_sensor_2: 0.4117 m"/>
            <p:cNvSpPr/>
            <p:nvPr/>
          </p:nvSpPr>
          <p:spPr>
            <a:xfrm>
              <a:off x="10764089" y="939411"/>
              <a:ext cx="28346" cy="28346"/>
            </a:xfrm>
            <a:prstGeom prst="ellipse">
              <a:avLst/>
            </a:prstGeom>
            <a:solidFill>
              <a:srgbClr val="00A6A6"/>
            </a:solidFill>
            <a:ln w="2743">
              <a:solidFill>
                <a:srgbClr val="FFFFFF"/>
              </a:solidFill>
            </a:ln>
            <a:effectLst/>
          </p:spPr>
          <p:txBody>
            <a:bodyPr rtlCol="0" anchor="ctr"/>
            <a:lstStyle/>
            <a:p>
              <a:pPr algn="ctr"/>
            </a:p>
          </p:txBody>
        </p:sp>
        <p:sp>
          <p:nvSpPr>
            <p:cNvPr id="1382" name="link4_sensor_3: 0.4965 m"/>
            <p:cNvSpPr/>
            <p:nvPr/>
          </p:nvSpPr>
          <p:spPr>
            <a:xfrm>
              <a:off x="10857585" y="2376929"/>
              <a:ext cx="28346" cy="28346"/>
            </a:xfrm>
            <a:prstGeom prst="ellipse">
              <a:avLst/>
            </a:prstGeom>
            <a:solidFill>
              <a:srgbClr val="00A6A6"/>
            </a:solidFill>
            <a:ln w="2743">
              <a:solidFill>
                <a:srgbClr val="FFFFFF"/>
              </a:solidFill>
            </a:ln>
            <a:effectLst/>
          </p:spPr>
          <p:txBody>
            <a:bodyPr rtlCol="0" anchor="ctr"/>
            <a:lstStyle/>
            <a:p>
              <a:pPr algn="ctr"/>
            </a:p>
          </p:txBody>
        </p:sp>
        <p:sp>
          <p:nvSpPr>
            <p:cNvPr id="1383" name="link2_sensor_0: 0.2507 m"/>
            <p:cNvSpPr/>
            <p:nvPr/>
          </p:nvSpPr>
          <p:spPr>
            <a:xfrm>
              <a:off x="8817446" y="2488412"/>
              <a:ext cx="28346" cy="28346"/>
            </a:xfrm>
            <a:prstGeom prst="ellipse">
              <a:avLst/>
            </a:prstGeom>
            <a:solidFill>
              <a:srgbClr val="00A6A6"/>
            </a:solidFill>
            <a:ln w="2743">
              <a:solidFill>
                <a:srgbClr val="FFFFFF"/>
              </a:solidFill>
            </a:ln>
            <a:effectLst/>
          </p:spPr>
          <p:txBody>
            <a:bodyPr rtlCol="0" anchor="ctr"/>
            <a:lstStyle/>
            <a:p>
              <a:pPr algn="ctr"/>
            </a:p>
          </p:txBody>
        </p:sp>
        <p:sp>
          <p:nvSpPr>
            <p:cNvPr id="1384" name="link5_front_sensor_3: 0.5746 m"/>
            <p:cNvSpPr/>
            <p:nvPr/>
          </p:nvSpPr>
          <p:spPr>
            <a:xfrm>
              <a:off x="10794377" y="2388605"/>
              <a:ext cx="28346" cy="28346"/>
            </a:xfrm>
            <a:prstGeom prst="ellipse">
              <a:avLst/>
            </a:prstGeom>
            <a:solidFill>
              <a:srgbClr val="00A6A6"/>
            </a:solidFill>
            <a:ln w="2743">
              <a:solidFill>
                <a:srgbClr val="FFFFFF"/>
              </a:solidFill>
            </a:ln>
            <a:effectLst/>
          </p:spPr>
          <p:txBody>
            <a:bodyPr rtlCol="0" anchor="ctr"/>
            <a:lstStyle/>
            <a:p>
              <a:pPr algn="ctr"/>
            </a:p>
          </p:txBody>
        </p:sp>
        <p:sp>
          <p:nvSpPr>
            <p:cNvPr id="1385" name="link5_back_sensor_5: 0.2294 m"/>
            <p:cNvSpPr/>
            <p:nvPr/>
          </p:nvSpPr>
          <p:spPr>
            <a:xfrm>
              <a:off x="8945518" y="885240"/>
              <a:ext cx="28346" cy="28346"/>
            </a:xfrm>
            <a:prstGeom prst="ellipse">
              <a:avLst/>
            </a:prstGeom>
            <a:solidFill>
              <a:srgbClr val="00A6A6"/>
            </a:solidFill>
            <a:ln w="2743">
              <a:solidFill>
                <a:srgbClr val="FFFFFF"/>
              </a:solidFill>
            </a:ln>
            <a:effectLst/>
          </p:spPr>
          <p:txBody>
            <a:bodyPr rtlCol="0" anchor="ctr"/>
            <a:lstStyle/>
            <a:p>
              <a:pPr algn="ctr"/>
            </a:p>
          </p:txBody>
        </p:sp>
        <p:sp>
          <p:nvSpPr>
            <p:cNvPr id="1386" name="link2_sensor_3: 0.1602 m"/>
            <p:cNvSpPr/>
            <p:nvPr/>
          </p:nvSpPr>
          <p:spPr>
            <a:xfrm>
              <a:off x="9139251" y="2502462"/>
              <a:ext cx="28346" cy="28346"/>
            </a:xfrm>
            <a:prstGeom prst="ellipse">
              <a:avLst/>
            </a:prstGeom>
            <a:solidFill>
              <a:srgbClr val="00A6A6"/>
            </a:solidFill>
            <a:ln w="2743">
              <a:solidFill>
                <a:srgbClr val="FFFFFF"/>
              </a:solidFill>
            </a:ln>
            <a:effectLst/>
          </p:spPr>
          <p:txBody>
            <a:bodyPr rtlCol="0" anchor="ctr"/>
            <a:lstStyle/>
            <a:p>
              <a:pPr algn="ctr"/>
            </a:p>
          </p:txBody>
        </p:sp>
        <p:sp>
          <p:nvSpPr>
            <p:cNvPr id="1387" name="link2_sensor_3: 0.1528 m"/>
            <p:cNvSpPr/>
            <p:nvPr/>
          </p:nvSpPr>
          <p:spPr>
            <a:xfrm>
              <a:off x="9127558" y="2584557"/>
              <a:ext cx="28346" cy="28346"/>
            </a:xfrm>
            <a:prstGeom prst="ellipse">
              <a:avLst/>
            </a:prstGeom>
            <a:solidFill>
              <a:srgbClr val="00A6A6"/>
            </a:solidFill>
            <a:ln w="2743">
              <a:solidFill>
                <a:srgbClr val="FFFFFF"/>
              </a:solidFill>
            </a:ln>
            <a:effectLst/>
          </p:spPr>
          <p:txBody>
            <a:bodyPr rtlCol="0" anchor="ctr"/>
            <a:lstStyle/>
            <a:p>
              <a:pPr algn="ctr"/>
            </a:p>
          </p:txBody>
        </p:sp>
        <p:sp>
          <p:nvSpPr>
            <p:cNvPr id="1388" name="link4_sensor_3: 0.7872 m"/>
            <p:cNvSpPr/>
            <p:nvPr/>
          </p:nvSpPr>
          <p:spPr>
            <a:xfrm>
              <a:off x="11571055" y="2413433"/>
              <a:ext cx="28346" cy="28346"/>
            </a:xfrm>
            <a:prstGeom prst="ellipse">
              <a:avLst/>
            </a:prstGeom>
            <a:solidFill>
              <a:srgbClr val="00A6A6"/>
            </a:solidFill>
            <a:ln w="2743">
              <a:solidFill>
                <a:srgbClr val="FFFFFF"/>
              </a:solidFill>
            </a:ln>
            <a:effectLst/>
          </p:spPr>
          <p:txBody>
            <a:bodyPr rtlCol="0" anchor="ctr"/>
            <a:lstStyle/>
            <a:p>
              <a:pPr algn="ctr"/>
            </a:p>
          </p:txBody>
        </p:sp>
        <p:sp>
          <p:nvSpPr>
            <p:cNvPr id="1389" name="link5_front_sensor_3: 0.3311 m"/>
            <p:cNvSpPr/>
            <p:nvPr/>
          </p:nvSpPr>
          <p:spPr>
            <a:xfrm>
              <a:off x="10459969" y="1896680"/>
              <a:ext cx="28346" cy="28346"/>
            </a:xfrm>
            <a:prstGeom prst="ellipse">
              <a:avLst/>
            </a:prstGeom>
            <a:solidFill>
              <a:srgbClr val="00A6A6"/>
            </a:solidFill>
            <a:ln w="2743">
              <a:solidFill>
                <a:srgbClr val="FFFFFF"/>
              </a:solidFill>
            </a:ln>
            <a:effectLst/>
          </p:spPr>
          <p:txBody>
            <a:bodyPr rtlCol="0" anchor="ctr"/>
            <a:lstStyle/>
            <a:p>
              <a:pPr algn="ctr"/>
            </a:p>
          </p:txBody>
        </p:sp>
        <p:sp>
          <p:nvSpPr>
            <p:cNvPr id="1390" name="link2_sensor_3: 0.1967 m"/>
            <p:cNvSpPr/>
            <p:nvPr/>
          </p:nvSpPr>
          <p:spPr>
            <a:xfrm>
              <a:off x="8988187" y="2574703"/>
              <a:ext cx="28346" cy="28346"/>
            </a:xfrm>
            <a:prstGeom prst="ellipse">
              <a:avLst/>
            </a:prstGeom>
            <a:solidFill>
              <a:srgbClr val="00A6A6"/>
            </a:solidFill>
            <a:ln w="2743">
              <a:solidFill>
                <a:srgbClr val="FFFFFF"/>
              </a:solidFill>
            </a:ln>
            <a:effectLst/>
          </p:spPr>
          <p:txBody>
            <a:bodyPr rtlCol="0" anchor="ctr"/>
            <a:lstStyle/>
            <a:p>
              <a:pPr algn="ctr"/>
            </a:p>
          </p:txBody>
        </p:sp>
        <p:sp>
          <p:nvSpPr>
            <p:cNvPr id="1391" name="link3_sensor_2: 0.4421 m"/>
            <p:cNvSpPr/>
            <p:nvPr/>
          </p:nvSpPr>
          <p:spPr>
            <a:xfrm>
              <a:off x="8891839" y="1026560"/>
              <a:ext cx="28346" cy="28346"/>
            </a:xfrm>
            <a:prstGeom prst="ellipse">
              <a:avLst/>
            </a:prstGeom>
            <a:solidFill>
              <a:srgbClr val="00A6A6"/>
            </a:solidFill>
            <a:ln w="2743">
              <a:solidFill>
                <a:srgbClr val="FFFFFF"/>
              </a:solidFill>
            </a:ln>
            <a:effectLst/>
          </p:spPr>
          <p:txBody>
            <a:bodyPr rtlCol="0" anchor="ctr"/>
            <a:lstStyle/>
            <a:p>
              <a:pPr algn="ctr"/>
            </a:p>
          </p:txBody>
        </p:sp>
        <p:sp>
          <p:nvSpPr>
            <p:cNvPr id="1392" name="link6_sensor_2: 0.5718 m"/>
            <p:cNvSpPr/>
            <p:nvPr/>
          </p:nvSpPr>
          <p:spPr>
            <a:xfrm>
              <a:off x="11048336" y="527592"/>
              <a:ext cx="28346" cy="28346"/>
            </a:xfrm>
            <a:prstGeom prst="ellipse">
              <a:avLst/>
            </a:prstGeom>
            <a:solidFill>
              <a:srgbClr val="00A6A6"/>
            </a:solidFill>
            <a:ln w="2743">
              <a:solidFill>
                <a:srgbClr val="FFFFFF"/>
              </a:solidFill>
            </a:ln>
            <a:effectLst/>
          </p:spPr>
          <p:txBody>
            <a:bodyPr rtlCol="0" anchor="ctr"/>
            <a:lstStyle/>
            <a:p>
              <a:pPr algn="ctr"/>
            </a:p>
          </p:txBody>
        </p:sp>
        <p:sp>
          <p:nvSpPr>
            <p:cNvPr id="1393" name="link5_back_sensor_5: 0.2507 m"/>
            <p:cNvSpPr/>
            <p:nvPr/>
          </p:nvSpPr>
          <p:spPr>
            <a:xfrm>
              <a:off x="8958843" y="739720"/>
              <a:ext cx="28346" cy="28346"/>
            </a:xfrm>
            <a:prstGeom prst="ellipse">
              <a:avLst/>
            </a:prstGeom>
            <a:solidFill>
              <a:srgbClr val="00A6A6"/>
            </a:solidFill>
            <a:ln w="2743">
              <a:solidFill>
                <a:srgbClr val="FFFFFF"/>
              </a:solidFill>
            </a:ln>
            <a:effectLst/>
          </p:spPr>
          <p:txBody>
            <a:bodyPr rtlCol="0" anchor="ctr"/>
            <a:lstStyle/>
            <a:p>
              <a:pPr algn="ctr"/>
            </a:p>
          </p:txBody>
        </p:sp>
        <p:sp>
          <p:nvSpPr>
            <p:cNvPr id="1394" name="link6_sensor_2: 0.4851 m"/>
            <p:cNvSpPr/>
            <p:nvPr/>
          </p:nvSpPr>
          <p:spPr>
            <a:xfrm>
              <a:off x="10982760" y="1035053"/>
              <a:ext cx="28346" cy="28346"/>
            </a:xfrm>
            <a:prstGeom prst="ellipse">
              <a:avLst/>
            </a:prstGeom>
            <a:solidFill>
              <a:srgbClr val="00A6A6"/>
            </a:solidFill>
            <a:ln w="2743">
              <a:solidFill>
                <a:srgbClr val="FFFFFF"/>
              </a:solidFill>
            </a:ln>
            <a:effectLst/>
          </p:spPr>
          <p:txBody>
            <a:bodyPr rtlCol="0" anchor="ctr"/>
            <a:lstStyle/>
            <a:p>
              <a:pPr algn="ctr"/>
            </a:p>
          </p:txBody>
        </p:sp>
        <p:sp>
          <p:nvSpPr>
            <p:cNvPr id="1395" name="link2_sensor_4: 0.6512 m"/>
            <p:cNvSpPr/>
            <p:nvPr/>
          </p:nvSpPr>
          <p:spPr>
            <a:xfrm>
              <a:off x="8935653" y="966051"/>
              <a:ext cx="28346" cy="28346"/>
            </a:xfrm>
            <a:prstGeom prst="ellipse">
              <a:avLst/>
            </a:prstGeom>
            <a:solidFill>
              <a:srgbClr val="00A6A6"/>
            </a:solidFill>
            <a:ln w="2743">
              <a:solidFill>
                <a:srgbClr val="FFFFFF"/>
              </a:solidFill>
            </a:ln>
            <a:effectLst/>
          </p:spPr>
          <p:txBody>
            <a:bodyPr rtlCol="0" anchor="ctr"/>
            <a:lstStyle/>
            <a:p>
              <a:pPr algn="ctr"/>
            </a:p>
          </p:txBody>
        </p:sp>
        <p:sp>
          <p:nvSpPr>
            <p:cNvPr id="1396" name="link2_sensor_3: 0.1523 m"/>
            <p:cNvSpPr/>
            <p:nvPr/>
          </p:nvSpPr>
          <p:spPr>
            <a:xfrm>
              <a:off x="9122867" y="2555545"/>
              <a:ext cx="28346" cy="28346"/>
            </a:xfrm>
            <a:prstGeom prst="ellipse">
              <a:avLst/>
            </a:prstGeom>
            <a:solidFill>
              <a:srgbClr val="00A6A6"/>
            </a:solidFill>
            <a:ln w="2743">
              <a:solidFill>
                <a:srgbClr val="FFFFFF"/>
              </a:solidFill>
            </a:ln>
            <a:effectLst/>
          </p:spPr>
          <p:txBody>
            <a:bodyPr rtlCol="0" anchor="ctr"/>
            <a:lstStyle/>
            <a:p>
              <a:pPr algn="ctr"/>
            </a:p>
          </p:txBody>
        </p:sp>
        <p:sp>
          <p:nvSpPr>
            <p:cNvPr id="1397" name="link2_sensor_3: 0.1596 m"/>
            <p:cNvSpPr/>
            <p:nvPr/>
          </p:nvSpPr>
          <p:spPr>
            <a:xfrm>
              <a:off x="9134347" y="2471960"/>
              <a:ext cx="28346" cy="28346"/>
            </a:xfrm>
            <a:prstGeom prst="ellipse">
              <a:avLst/>
            </a:prstGeom>
            <a:solidFill>
              <a:srgbClr val="00A6A6"/>
            </a:solidFill>
            <a:ln w="2743">
              <a:solidFill>
                <a:srgbClr val="FFFFFF"/>
              </a:solidFill>
            </a:ln>
            <a:effectLst/>
          </p:spPr>
          <p:txBody>
            <a:bodyPr rtlCol="0" anchor="ctr"/>
            <a:lstStyle/>
            <a:p>
              <a:pPr algn="ctr"/>
            </a:p>
          </p:txBody>
        </p:sp>
        <p:sp>
          <p:nvSpPr>
            <p:cNvPr id="1398" name="link4_sensor_3: 0.6128 m"/>
            <p:cNvSpPr/>
            <p:nvPr/>
          </p:nvSpPr>
          <p:spPr>
            <a:xfrm>
              <a:off x="11207004" y="2244935"/>
              <a:ext cx="28346" cy="28346"/>
            </a:xfrm>
            <a:prstGeom prst="ellipse">
              <a:avLst/>
            </a:prstGeom>
            <a:solidFill>
              <a:srgbClr val="00A6A6"/>
            </a:solidFill>
            <a:ln w="2743">
              <a:solidFill>
                <a:srgbClr val="FFFFFF"/>
              </a:solidFill>
            </a:ln>
            <a:effectLst/>
          </p:spPr>
          <p:txBody>
            <a:bodyPr rtlCol="0" anchor="ctr"/>
            <a:lstStyle/>
            <a:p>
              <a:pPr algn="ctr"/>
            </a:p>
          </p:txBody>
        </p:sp>
        <p:sp>
          <p:nvSpPr>
            <p:cNvPr id="1399" name="link2_sensor_3: 0.1992 m"/>
            <p:cNvSpPr/>
            <p:nvPr/>
          </p:nvSpPr>
          <p:spPr>
            <a:xfrm>
              <a:off x="8976340" y="2535536"/>
              <a:ext cx="28346" cy="28346"/>
            </a:xfrm>
            <a:prstGeom prst="ellipse">
              <a:avLst/>
            </a:prstGeom>
            <a:solidFill>
              <a:srgbClr val="00A6A6"/>
            </a:solidFill>
            <a:ln w="2743">
              <a:solidFill>
                <a:srgbClr val="FFFFFF"/>
              </a:solidFill>
            </a:ln>
            <a:effectLst/>
          </p:spPr>
          <p:txBody>
            <a:bodyPr rtlCol="0" anchor="ctr"/>
            <a:lstStyle/>
            <a:p>
              <a:pPr algn="ctr"/>
            </a:p>
          </p:txBody>
        </p:sp>
        <p:sp>
          <p:nvSpPr>
            <p:cNvPr id="1400" name="link1_sensor_3: 0.5051 m"/>
            <p:cNvSpPr/>
            <p:nvPr/>
          </p:nvSpPr>
          <p:spPr>
            <a:xfrm>
              <a:off x="11044198" y="2685643"/>
              <a:ext cx="28346" cy="28346"/>
            </a:xfrm>
            <a:prstGeom prst="ellipse">
              <a:avLst/>
            </a:prstGeom>
            <a:solidFill>
              <a:srgbClr val="00A6A6"/>
            </a:solidFill>
            <a:ln w="2743">
              <a:solidFill>
                <a:srgbClr val="FFFFFF"/>
              </a:solidFill>
            </a:ln>
            <a:effectLst/>
          </p:spPr>
          <p:txBody>
            <a:bodyPr rtlCol="0" anchor="ctr"/>
            <a:lstStyle/>
            <a:p>
              <a:pPr algn="ctr"/>
            </a:p>
          </p:txBody>
        </p:sp>
        <p:sp>
          <p:nvSpPr>
            <p:cNvPr id="1401" name="link4_sensor_3: 0.5102 m"/>
            <p:cNvSpPr/>
            <p:nvPr/>
          </p:nvSpPr>
          <p:spPr>
            <a:xfrm>
              <a:off x="10989504" y="2137565"/>
              <a:ext cx="28346" cy="28346"/>
            </a:xfrm>
            <a:prstGeom prst="ellipse">
              <a:avLst/>
            </a:prstGeom>
            <a:solidFill>
              <a:srgbClr val="00A6A6"/>
            </a:solidFill>
            <a:ln w="2743">
              <a:solidFill>
                <a:srgbClr val="FFFFFF"/>
              </a:solidFill>
            </a:ln>
            <a:effectLst/>
          </p:spPr>
          <p:txBody>
            <a:bodyPr rtlCol="0" anchor="ctr"/>
            <a:lstStyle/>
            <a:p>
              <a:pPr algn="ctr"/>
            </a:p>
          </p:txBody>
        </p:sp>
        <p:sp>
          <p:nvSpPr>
            <p:cNvPr id="1402" name="link5_front_sensor_3: 0.6567 m"/>
            <p:cNvSpPr/>
            <p:nvPr/>
          </p:nvSpPr>
          <p:spPr>
            <a:xfrm>
              <a:off x="11046246" y="2409653"/>
              <a:ext cx="28346" cy="28346"/>
            </a:xfrm>
            <a:prstGeom prst="ellipse">
              <a:avLst/>
            </a:prstGeom>
            <a:solidFill>
              <a:srgbClr val="00A6A6"/>
            </a:solidFill>
            <a:ln w="2743">
              <a:solidFill>
                <a:srgbClr val="FFFFFF"/>
              </a:solidFill>
            </a:ln>
            <a:effectLst/>
          </p:spPr>
          <p:txBody>
            <a:bodyPr rtlCol="0" anchor="ctr"/>
            <a:lstStyle/>
            <a:p>
              <a:pPr algn="ctr"/>
            </a:p>
          </p:txBody>
        </p:sp>
        <p:sp>
          <p:nvSpPr>
            <p:cNvPr id="1403" name="link5_back_sensor_5: 0.2864 m"/>
            <p:cNvSpPr/>
            <p:nvPr/>
          </p:nvSpPr>
          <p:spPr>
            <a:xfrm>
              <a:off x="8959871" y="543144"/>
              <a:ext cx="28346" cy="28346"/>
            </a:xfrm>
            <a:prstGeom prst="ellipse">
              <a:avLst/>
            </a:prstGeom>
            <a:solidFill>
              <a:srgbClr val="00A6A6"/>
            </a:solidFill>
            <a:ln w="2743">
              <a:solidFill>
                <a:srgbClr val="FFFFFF"/>
              </a:solidFill>
            </a:ln>
            <a:effectLst/>
          </p:spPr>
          <p:txBody>
            <a:bodyPr rtlCol="0" anchor="ctr"/>
            <a:lstStyle/>
            <a:p>
              <a:pPr algn="ctr"/>
            </a:p>
          </p:txBody>
        </p:sp>
        <p:sp>
          <p:nvSpPr>
            <p:cNvPr id="1404" name="link5_front_sensor_3: 0.5736 m"/>
            <p:cNvSpPr/>
            <p:nvPr/>
          </p:nvSpPr>
          <p:spPr>
            <a:xfrm>
              <a:off x="11000164" y="2158741"/>
              <a:ext cx="28346" cy="28346"/>
            </a:xfrm>
            <a:prstGeom prst="ellipse">
              <a:avLst/>
            </a:prstGeom>
            <a:solidFill>
              <a:srgbClr val="00A6A6"/>
            </a:solidFill>
            <a:ln w="2743">
              <a:solidFill>
                <a:srgbClr val="FFFFFF"/>
              </a:solidFill>
            </a:ln>
            <a:effectLst/>
          </p:spPr>
          <p:txBody>
            <a:bodyPr rtlCol="0" anchor="ctr"/>
            <a:lstStyle/>
            <a:p>
              <a:pPr algn="ctr"/>
            </a:p>
          </p:txBody>
        </p:sp>
        <p:sp>
          <p:nvSpPr>
            <p:cNvPr id="1405" name="link1_sensor_5: 0.1865 m"/>
            <p:cNvSpPr/>
            <p:nvPr/>
          </p:nvSpPr>
          <p:spPr>
            <a:xfrm>
              <a:off x="9804393" y="3356458"/>
              <a:ext cx="28346" cy="28346"/>
            </a:xfrm>
            <a:prstGeom prst="ellipse">
              <a:avLst/>
            </a:prstGeom>
            <a:solidFill>
              <a:srgbClr val="00A6A6"/>
            </a:solidFill>
            <a:ln w="2743">
              <a:solidFill>
                <a:srgbClr val="FFFFFF"/>
              </a:solidFill>
            </a:ln>
            <a:effectLst/>
          </p:spPr>
          <p:txBody>
            <a:bodyPr rtlCol="0" anchor="ctr"/>
            <a:lstStyle/>
            <a:p>
              <a:pPr algn="ctr"/>
            </a:p>
          </p:txBody>
        </p:sp>
        <p:sp>
          <p:nvSpPr>
            <p:cNvPr id="1406" name="link5_back_sensor_5: 0.2407 m"/>
            <p:cNvSpPr/>
            <p:nvPr/>
          </p:nvSpPr>
          <p:spPr>
            <a:xfrm>
              <a:off x="8937133" y="823546"/>
              <a:ext cx="28346" cy="28346"/>
            </a:xfrm>
            <a:prstGeom prst="ellipse">
              <a:avLst/>
            </a:prstGeom>
            <a:solidFill>
              <a:srgbClr val="00A6A6"/>
            </a:solidFill>
            <a:ln w="2743">
              <a:solidFill>
                <a:srgbClr val="FFFFFF"/>
              </a:solidFill>
            </a:ln>
            <a:effectLst/>
          </p:spPr>
          <p:txBody>
            <a:bodyPr rtlCol="0" anchor="ctr"/>
            <a:lstStyle/>
            <a:p>
              <a:pPr algn="ctr"/>
            </a:p>
          </p:txBody>
        </p:sp>
        <p:sp>
          <p:nvSpPr>
            <p:cNvPr id="1407" name="link2_sensor_3: 0.1383 m"/>
            <p:cNvSpPr/>
            <p:nvPr/>
          </p:nvSpPr>
          <p:spPr>
            <a:xfrm>
              <a:off x="9209383" y="2436536"/>
              <a:ext cx="28346" cy="28346"/>
            </a:xfrm>
            <a:prstGeom prst="ellipse">
              <a:avLst/>
            </a:prstGeom>
            <a:solidFill>
              <a:srgbClr val="00A6A6"/>
            </a:solidFill>
            <a:ln w="2743">
              <a:solidFill>
                <a:srgbClr val="FFFFFF"/>
              </a:solidFill>
            </a:ln>
            <a:effectLst/>
          </p:spPr>
          <p:txBody>
            <a:bodyPr rtlCol="0" anchor="ctr"/>
            <a:lstStyle/>
            <a:p>
              <a:pPr algn="ctr"/>
            </a:p>
          </p:txBody>
        </p:sp>
        <p:sp>
          <p:nvSpPr>
            <p:cNvPr id="1408" name="link1_sensor_5: 0.1951 m"/>
            <p:cNvSpPr/>
            <p:nvPr/>
          </p:nvSpPr>
          <p:spPr>
            <a:xfrm>
              <a:off x="9848252" y="3358760"/>
              <a:ext cx="28346" cy="28346"/>
            </a:xfrm>
            <a:prstGeom prst="ellipse">
              <a:avLst/>
            </a:prstGeom>
            <a:solidFill>
              <a:srgbClr val="00A6A6"/>
            </a:solidFill>
            <a:ln w="2743">
              <a:solidFill>
                <a:srgbClr val="FFFFFF"/>
              </a:solidFill>
            </a:ln>
            <a:effectLst/>
          </p:spPr>
          <p:txBody>
            <a:bodyPr rtlCol="0" anchor="ctr"/>
            <a:lstStyle/>
            <a:p>
              <a:pPr algn="ctr"/>
            </a:p>
          </p:txBody>
        </p:sp>
        <p:sp>
          <p:nvSpPr>
            <p:cNvPr id="1409" name="link5_front_sensor_3: 0.4295 m"/>
            <p:cNvSpPr/>
            <p:nvPr/>
          </p:nvSpPr>
          <p:spPr>
            <a:xfrm>
              <a:off x="10712907" y="1970931"/>
              <a:ext cx="28346" cy="28346"/>
            </a:xfrm>
            <a:prstGeom prst="ellipse">
              <a:avLst/>
            </a:prstGeom>
            <a:solidFill>
              <a:srgbClr val="00A6A6"/>
            </a:solidFill>
            <a:ln w="2743">
              <a:solidFill>
                <a:srgbClr val="FFFFFF"/>
              </a:solidFill>
            </a:ln>
            <a:effectLst/>
          </p:spPr>
          <p:txBody>
            <a:bodyPr rtlCol="0" anchor="ctr"/>
            <a:lstStyle/>
            <a:p>
              <a:pPr algn="ctr"/>
            </a:p>
          </p:txBody>
        </p:sp>
        <p:sp>
          <p:nvSpPr>
            <p:cNvPr id="1410" name="link1_sensor_5: 0.2045 m"/>
            <p:cNvSpPr/>
            <p:nvPr/>
          </p:nvSpPr>
          <p:spPr>
            <a:xfrm>
              <a:off x="9896393" y="3361289"/>
              <a:ext cx="28346" cy="28346"/>
            </a:xfrm>
            <a:prstGeom prst="ellipse">
              <a:avLst/>
            </a:prstGeom>
            <a:solidFill>
              <a:srgbClr val="00A6A6"/>
            </a:solidFill>
            <a:ln w="2743">
              <a:solidFill>
                <a:srgbClr val="FFFFFF"/>
              </a:solidFill>
            </a:ln>
            <a:effectLst/>
          </p:spPr>
          <p:txBody>
            <a:bodyPr rtlCol="0" anchor="ctr"/>
            <a:lstStyle/>
            <a:p>
              <a:pPr algn="ctr"/>
            </a:p>
          </p:txBody>
        </p:sp>
        <p:sp>
          <p:nvSpPr>
            <p:cNvPr id="1411" name="link2_sensor_3: 0.1489 m"/>
            <p:cNvSpPr/>
            <p:nvPr/>
          </p:nvSpPr>
          <p:spPr>
            <a:xfrm>
              <a:off x="9102354" y="2602974"/>
              <a:ext cx="28346" cy="28346"/>
            </a:xfrm>
            <a:prstGeom prst="ellipse">
              <a:avLst/>
            </a:prstGeom>
            <a:solidFill>
              <a:srgbClr val="00A6A6"/>
            </a:solidFill>
            <a:ln w="2743">
              <a:solidFill>
                <a:srgbClr val="FFFFFF"/>
              </a:solidFill>
            </a:ln>
            <a:effectLst/>
          </p:spPr>
          <p:txBody>
            <a:bodyPr rtlCol="0" anchor="ctr"/>
            <a:lstStyle/>
            <a:p>
              <a:pPr algn="ctr"/>
            </a:p>
          </p:txBody>
        </p:sp>
        <p:sp>
          <p:nvSpPr>
            <p:cNvPr id="1412" name="link1_sensor_3: 0.4396 m"/>
            <p:cNvSpPr/>
            <p:nvPr/>
          </p:nvSpPr>
          <p:spPr>
            <a:xfrm>
              <a:off x="10882455" y="2543224"/>
              <a:ext cx="28346" cy="28346"/>
            </a:xfrm>
            <a:prstGeom prst="ellipse">
              <a:avLst/>
            </a:prstGeom>
            <a:solidFill>
              <a:srgbClr val="00A6A6"/>
            </a:solidFill>
            <a:ln w="2743">
              <a:solidFill>
                <a:srgbClr val="FFFFFF"/>
              </a:solidFill>
            </a:ln>
            <a:effectLst/>
          </p:spPr>
          <p:txBody>
            <a:bodyPr rtlCol="0" anchor="ctr"/>
            <a:lstStyle/>
            <a:p>
              <a:pPr algn="ctr"/>
            </a:p>
          </p:txBody>
        </p:sp>
        <p:sp>
          <p:nvSpPr>
            <p:cNvPr id="1413" name="link1_sensor_5: 0.2149 m"/>
            <p:cNvSpPr/>
            <p:nvPr/>
          </p:nvSpPr>
          <p:spPr>
            <a:xfrm>
              <a:off x="9949472" y="3364076"/>
              <a:ext cx="28346" cy="28346"/>
            </a:xfrm>
            <a:prstGeom prst="ellipse">
              <a:avLst/>
            </a:prstGeom>
            <a:solidFill>
              <a:srgbClr val="00A6A6"/>
            </a:solidFill>
            <a:ln w="2743">
              <a:solidFill>
                <a:srgbClr val="FFFFFF"/>
              </a:solidFill>
            </a:ln>
            <a:effectLst/>
          </p:spPr>
          <p:txBody>
            <a:bodyPr rtlCol="0" anchor="ctr"/>
            <a:lstStyle/>
            <a:p>
              <a:pPr algn="ctr"/>
            </a:p>
          </p:txBody>
        </p:sp>
        <p:sp>
          <p:nvSpPr>
            <p:cNvPr id="1414" name="link1_sensor_5: 0.2264 m"/>
            <p:cNvSpPr/>
            <p:nvPr/>
          </p:nvSpPr>
          <p:spPr>
            <a:xfrm>
              <a:off x="10008290" y="3367166"/>
              <a:ext cx="28346" cy="28346"/>
            </a:xfrm>
            <a:prstGeom prst="ellipse">
              <a:avLst/>
            </a:prstGeom>
            <a:solidFill>
              <a:srgbClr val="00A6A6"/>
            </a:solidFill>
            <a:ln w="2743">
              <a:solidFill>
                <a:srgbClr val="FFFFFF"/>
              </a:solidFill>
            </a:ln>
            <a:effectLst/>
          </p:spPr>
          <p:txBody>
            <a:bodyPr rtlCol="0" anchor="ctr"/>
            <a:lstStyle/>
            <a:p>
              <a:pPr algn="ctr"/>
            </a:p>
          </p:txBody>
        </p:sp>
        <p:sp>
          <p:nvSpPr>
            <p:cNvPr id="1415" name="link1_sensor_3: 0.4933 m"/>
            <p:cNvSpPr/>
            <p:nvPr/>
          </p:nvSpPr>
          <p:spPr>
            <a:xfrm>
              <a:off x="10999952" y="2422238"/>
              <a:ext cx="28346" cy="28346"/>
            </a:xfrm>
            <a:prstGeom prst="ellipse">
              <a:avLst/>
            </a:prstGeom>
            <a:solidFill>
              <a:srgbClr val="00A6A6"/>
            </a:solidFill>
            <a:ln w="2743">
              <a:solidFill>
                <a:srgbClr val="FFFFFF"/>
              </a:solidFill>
            </a:ln>
            <a:effectLst/>
          </p:spPr>
          <p:txBody>
            <a:bodyPr rtlCol="0" anchor="ctr"/>
            <a:lstStyle/>
            <a:p>
              <a:pPr algn="ctr"/>
            </a:p>
          </p:txBody>
        </p:sp>
        <p:sp>
          <p:nvSpPr>
            <p:cNvPr id="1416" name="link1_sensor_5: 0.2392 m"/>
            <p:cNvSpPr/>
            <p:nvPr/>
          </p:nvSpPr>
          <p:spPr>
            <a:xfrm>
              <a:off x="10073831" y="3370607"/>
              <a:ext cx="28346" cy="28346"/>
            </a:xfrm>
            <a:prstGeom prst="ellipse">
              <a:avLst/>
            </a:prstGeom>
            <a:solidFill>
              <a:srgbClr val="00A6A6"/>
            </a:solidFill>
            <a:ln w="2743">
              <a:solidFill>
                <a:srgbClr val="FFFFFF"/>
              </a:solidFill>
            </a:ln>
            <a:effectLst/>
          </p:spPr>
          <p:txBody>
            <a:bodyPr rtlCol="0" anchor="ctr"/>
            <a:lstStyle/>
            <a:p>
              <a:pPr algn="ctr"/>
            </a:p>
          </p:txBody>
        </p:sp>
        <p:sp>
          <p:nvSpPr>
            <p:cNvPr id="1417" name="link2_sensor_3: 0.1517 m"/>
            <p:cNvSpPr/>
            <p:nvPr/>
          </p:nvSpPr>
          <p:spPr>
            <a:xfrm>
              <a:off x="9118168" y="2526474"/>
              <a:ext cx="28346" cy="28346"/>
            </a:xfrm>
            <a:prstGeom prst="ellipse">
              <a:avLst/>
            </a:prstGeom>
            <a:solidFill>
              <a:srgbClr val="00A6A6"/>
            </a:solidFill>
            <a:ln w="2743">
              <a:solidFill>
                <a:srgbClr val="FFFFFF"/>
              </a:solidFill>
            </a:ln>
            <a:effectLst/>
          </p:spPr>
          <p:txBody>
            <a:bodyPr rtlCol="0" anchor="ctr"/>
            <a:lstStyle/>
            <a:p>
              <a:pPr algn="ctr"/>
            </a:p>
          </p:txBody>
        </p:sp>
        <p:sp>
          <p:nvSpPr>
            <p:cNvPr id="1418" name="link4_sensor_1: 0.4768 m"/>
            <p:cNvSpPr/>
            <p:nvPr/>
          </p:nvSpPr>
          <p:spPr>
            <a:xfrm>
              <a:off x="10893548" y="1576677"/>
              <a:ext cx="28346" cy="28346"/>
            </a:xfrm>
            <a:prstGeom prst="ellipse">
              <a:avLst/>
            </a:prstGeom>
            <a:solidFill>
              <a:srgbClr val="00A6A6"/>
            </a:solidFill>
            <a:ln w="2743">
              <a:solidFill>
                <a:srgbClr val="FFFFFF"/>
              </a:solidFill>
            </a:ln>
            <a:effectLst/>
          </p:spPr>
          <p:txBody>
            <a:bodyPr rtlCol="0" anchor="ctr"/>
            <a:lstStyle/>
            <a:p>
              <a:pPr algn="ctr"/>
            </a:p>
          </p:txBody>
        </p:sp>
        <p:sp>
          <p:nvSpPr>
            <p:cNvPr id="1419" name="link2_sensor_3: 0.2017 m"/>
            <p:cNvSpPr/>
            <p:nvPr/>
          </p:nvSpPr>
          <p:spPr>
            <a:xfrm>
              <a:off x="8964071" y="2494970"/>
              <a:ext cx="28346" cy="28346"/>
            </a:xfrm>
            <a:prstGeom prst="ellipse">
              <a:avLst/>
            </a:prstGeom>
            <a:solidFill>
              <a:srgbClr val="00A6A6"/>
            </a:solidFill>
            <a:ln w="2743">
              <a:solidFill>
                <a:srgbClr val="FFFFFF"/>
              </a:solidFill>
            </a:ln>
            <a:effectLst/>
          </p:spPr>
          <p:txBody>
            <a:bodyPr rtlCol="0" anchor="ctr"/>
            <a:lstStyle/>
            <a:p>
              <a:pPr algn="ctr"/>
            </a:p>
          </p:txBody>
        </p:sp>
        <p:sp>
          <p:nvSpPr>
            <p:cNvPr id="1420" name="link5_front_sensor_3: 0.3310 m"/>
            <p:cNvSpPr/>
            <p:nvPr/>
          </p:nvSpPr>
          <p:spPr>
            <a:xfrm>
              <a:off x="10514896" y="1849744"/>
              <a:ext cx="28346" cy="28346"/>
            </a:xfrm>
            <a:prstGeom prst="ellipse">
              <a:avLst/>
            </a:prstGeom>
            <a:solidFill>
              <a:srgbClr val="00A6A6"/>
            </a:solidFill>
            <a:ln w="2743">
              <a:solidFill>
                <a:srgbClr val="FFFFFF"/>
              </a:solidFill>
            </a:ln>
            <a:effectLst/>
          </p:spPr>
          <p:txBody>
            <a:bodyPr rtlCol="0" anchor="ctr"/>
            <a:lstStyle/>
            <a:p>
              <a:pPr algn="ctr"/>
            </a:p>
          </p:txBody>
        </p:sp>
        <p:sp>
          <p:nvSpPr>
            <p:cNvPr id="1421" name="link2_sensor_3: 0.1514 m"/>
            <p:cNvSpPr/>
            <p:nvPr/>
          </p:nvSpPr>
          <p:spPr>
            <a:xfrm>
              <a:off x="9093320" y="2573126"/>
              <a:ext cx="28346" cy="28346"/>
            </a:xfrm>
            <a:prstGeom prst="ellipse">
              <a:avLst/>
            </a:prstGeom>
            <a:solidFill>
              <a:srgbClr val="00A6A6"/>
            </a:solidFill>
            <a:ln w="2743">
              <a:solidFill>
                <a:srgbClr val="FFFFFF"/>
              </a:solidFill>
            </a:ln>
            <a:effectLst/>
          </p:spPr>
          <p:txBody>
            <a:bodyPr rtlCol="0" anchor="ctr"/>
            <a:lstStyle/>
            <a:p>
              <a:pPr algn="ctr"/>
            </a:p>
          </p:txBody>
        </p:sp>
        <p:sp>
          <p:nvSpPr>
            <p:cNvPr id="1422" name="link5_back_sensor_5: 0.2643 m"/>
            <p:cNvSpPr/>
            <p:nvPr/>
          </p:nvSpPr>
          <p:spPr>
            <a:xfrm>
              <a:off x="8950427" y="662486"/>
              <a:ext cx="28346" cy="28346"/>
            </a:xfrm>
            <a:prstGeom prst="ellipse">
              <a:avLst/>
            </a:prstGeom>
            <a:solidFill>
              <a:srgbClr val="00A6A6"/>
            </a:solidFill>
            <a:ln w="2743">
              <a:solidFill>
                <a:srgbClr val="FFFFFF"/>
              </a:solidFill>
            </a:ln>
            <a:effectLst/>
          </p:spPr>
          <p:txBody>
            <a:bodyPr rtlCol="0" anchor="ctr"/>
            <a:lstStyle/>
            <a:p>
              <a:pPr algn="ctr"/>
            </a:p>
          </p:txBody>
        </p:sp>
        <p:sp>
          <p:nvSpPr>
            <p:cNvPr id="1423" name="link6_sensor_2: 0.4027 m"/>
            <p:cNvSpPr/>
            <p:nvPr/>
          </p:nvSpPr>
          <p:spPr>
            <a:xfrm>
              <a:off x="10741748" y="851397"/>
              <a:ext cx="28346" cy="28346"/>
            </a:xfrm>
            <a:prstGeom prst="ellipse">
              <a:avLst/>
            </a:prstGeom>
            <a:solidFill>
              <a:srgbClr val="00A6A6"/>
            </a:solidFill>
            <a:ln w="2743">
              <a:solidFill>
                <a:srgbClr val="FFFFFF"/>
              </a:solidFill>
            </a:ln>
            <a:effectLst/>
          </p:spPr>
          <p:txBody>
            <a:bodyPr rtlCol="0" anchor="ctr"/>
            <a:lstStyle/>
            <a:p>
              <a:pPr algn="ctr"/>
            </a:p>
          </p:txBody>
        </p:sp>
        <p:sp>
          <p:nvSpPr>
            <p:cNvPr id="1424" name="link2_sensor_3: 0.1377 m"/>
            <p:cNvSpPr/>
            <p:nvPr/>
          </p:nvSpPr>
          <p:spPr>
            <a:xfrm>
              <a:off x="9205291" y="2410164"/>
              <a:ext cx="28346" cy="28346"/>
            </a:xfrm>
            <a:prstGeom prst="ellipse">
              <a:avLst/>
            </a:prstGeom>
            <a:solidFill>
              <a:srgbClr val="00A6A6"/>
            </a:solidFill>
            <a:ln w="2743">
              <a:solidFill>
                <a:srgbClr val="FFFFFF"/>
              </a:solidFill>
            </a:ln>
            <a:effectLst/>
          </p:spPr>
          <p:txBody>
            <a:bodyPr rtlCol="0" anchor="ctr"/>
            <a:lstStyle/>
            <a:p>
              <a:pPr algn="ctr"/>
            </a:p>
          </p:txBody>
        </p:sp>
        <p:sp>
          <p:nvSpPr>
            <p:cNvPr id="1425" name="link6_sensor_2: 0.4529 m"/>
            <p:cNvSpPr/>
            <p:nvPr/>
          </p:nvSpPr>
          <p:spPr>
            <a:xfrm>
              <a:off x="10962027" y="1184927"/>
              <a:ext cx="28346" cy="28346"/>
            </a:xfrm>
            <a:prstGeom prst="ellipse">
              <a:avLst/>
            </a:prstGeom>
            <a:solidFill>
              <a:srgbClr val="00A6A6"/>
            </a:solidFill>
            <a:ln w="2743">
              <a:solidFill>
                <a:srgbClr val="FFFFFF"/>
              </a:solidFill>
            </a:ln>
            <a:effectLst/>
          </p:spPr>
          <p:txBody>
            <a:bodyPr rtlCol="0" anchor="ctr"/>
            <a:lstStyle/>
            <a:p>
              <a:pPr algn="ctr"/>
            </a:p>
          </p:txBody>
        </p:sp>
        <p:sp>
          <p:nvSpPr>
            <p:cNvPr id="1426" name="link2_sensor_3: 0.1511 m"/>
            <p:cNvSpPr/>
            <p:nvPr/>
          </p:nvSpPr>
          <p:spPr>
            <a:xfrm>
              <a:off x="9113458" y="2497343"/>
              <a:ext cx="28346" cy="28346"/>
            </a:xfrm>
            <a:prstGeom prst="ellipse">
              <a:avLst/>
            </a:prstGeom>
            <a:solidFill>
              <a:srgbClr val="00A6A6"/>
            </a:solidFill>
            <a:ln w="2743">
              <a:solidFill>
                <a:srgbClr val="FFFFFF"/>
              </a:solidFill>
            </a:ln>
            <a:effectLst/>
          </p:spPr>
          <p:txBody>
            <a:bodyPr rtlCol="0" anchor="ctr"/>
            <a:lstStyle/>
            <a:p>
              <a:pPr algn="ctr"/>
            </a:p>
          </p:txBody>
        </p:sp>
        <p:sp>
          <p:nvSpPr>
            <p:cNvPr id="1427" name="link2_sensor_3: 0.1529 m"/>
            <p:cNvSpPr/>
            <p:nvPr/>
          </p:nvSpPr>
          <p:spPr>
            <a:xfrm>
              <a:off x="9085573" y="2542764"/>
              <a:ext cx="28346" cy="28346"/>
            </a:xfrm>
            <a:prstGeom prst="ellipse">
              <a:avLst/>
            </a:prstGeom>
            <a:solidFill>
              <a:srgbClr val="00A6A6"/>
            </a:solidFill>
            <a:ln w="2743">
              <a:solidFill>
                <a:srgbClr val="FFFFFF"/>
              </a:solidFill>
            </a:ln>
            <a:effectLst/>
          </p:spPr>
          <p:txBody>
            <a:bodyPr rtlCol="0" anchor="ctr"/>
            <a:lstStyle/>
            <a:p>
              <a:pPr algn="ctr"/>
            </a:p>
          </p:txBody>
        </p:sp>
        <p:sp>
          <p:nvSpPr>
            <p:cNvPr id="1428" name="link5_back_sensor_5: 0.2532 m"/>
            <p:cNvSpPr/>
            <p:nvPr/>
          </p:nvSpPr>
          <p:spPr>
            <a:xfrm>
              <a:off x="8927696" y="754330"/>
              <a:ext cx="28346" cy="28346"/>
            </a:xfrm>
            <a:prstGeom prst="ellipse">
              <a:avLst/>
            </a:prstGeom>
            <a:solidFill>
              <a:srgbClr val="00A6A6"/>
            </a:solidFill>
            <a:ln w="2743">
              <a:solidFill>
                <a:srgbClr val="FFFFFF"/>
              </a:solidFill>
            </a:ln>
            <a:effectLst/>
          </p:spPr>
          <p:txBody>
            <a:bodyPr rtlCol="0" anchor="ctr"/>
            <a:lstStyle/>
            <a:p>
              <a:pPr algn="ctr"/>
            </a:p>
          </p:txBody>
        </p:sp>
        <p:sp>
          <p:nvSpPr>
            <p:cNvPr id="1429" name="link2_sensor_3: 0.1371 m"/>
            <p:cNvSpPr/>
            <p:nvPr/>
          </p:nvSpPr>
          <p:spPr>
            <a:xfrm>
              <a:off x="9201206" y="2383802"/>
              <a:ext cx="28346" cy="28346"/>
            </a:xfrm>
            <a:prstGeom prst="ellipse">
              <a:avLst/>
            </a:prstGeom>
            <a:solidFill>
              <a:srgbClr val="00A6A6"/>
            </a:solidFill>
            <a:ln w="2743">
              <a:solidFill>
                <a:srgbClr val="FFFFFF"/>
              </a:solidFill>
            </a:ln>
            <a:effectLst/>
          </p:spPr>
          <p:txBody>
            <a:bodyPr rtlCol="0" anchor="ctr"/>
            <a:lstStyle/>
            <a:p>
              <a:pPr algn="ctr"/>
            </a:p>
          </p:txBody>
        </p:sp>
        <p:sp>
          <p:nvSpPr>
            <p:cNvPr id="1430" name="link2_sensor_3: 0.1301 m"/>
            <p:cNvSpPr/>
            <p:nvPr/>
          </p:nvSpPr>
          <p:spPr>
            <a:xfrm>
              <a:off x="9190018" y="2462434"/>
              <a:ext cx="28346" cy="28346"/>
            </a:xfrm>
            <a:prstGeom prst="ellipse">
              <a:avLst/>
            </a:prstGeom>
            <a:solidFill>
              <a:srgbClr val="00A6A6"/>
            </a:solidFill>
            <a:ln w="2743">
              <a:solidFill>
                <a:srgbClr val="FFFFFF"/>
              </a:solidFill>
            </a:ln>
            <a:effectLst/>
          </p:spPr>
          <p:txBody>
            <a:bodyPr rtlCol="0" anchor="ctr"/>
            <a:lstStyle/>
            <a:p>
              <a:pPr algn="ctr"/>
            </a:p>
          </p:txBody>
        </p:sp>
        <p:sp>
          <p:nvSpPr>
            <p:cNvPr id="1431" name="link5_back_sensor_5: 0.3036 m"/>
            <p:cNvSpPr/>
            <p:nvPr/>
          </p:nvSpPr>
          <p:spPr>
            <a:xfrm>
              <a:off x="8951187" y="440907"/>
              <a:ext cx="28346" cy="28346"/>
            </a:xfrm>
            <a:prstGeom prst="ellipse">
              <a:avLst/>
            </a:prstGeom>
            <a:solidFill>
              <a:srgbClr val="00A6A6"/>
            </a:solidFill>
            <a:ln w="2743">
              <a:solidFill>
                <a:srgbClr val="FFFFFF"/>
              </a:solidFill>
            </a:ln>
            <a:effectLst/>
          </p:spPr>
          <p:txBody>
            <a:bodyPr rtlCol="0" anchor="ctr"/>
            <a:lstStyle/>
            <a:p>
              <a:pPr algn="ctr"/>
            </a:p>
          </p:txBody>
        </p:sp>
        <p:sp>
          <p:nvSpPr>
            <p:cNvPr id="1432" name="link1_sensor_5: 0.1865 m"/>
            <p:cNvSpPr/>
            <p:nvPr/>
          </p:nvSpPr>
          <p:spPr>
            <a:xfrm>
              <a:off x="9793672" y="3391304"/>
              <a:ext cx="28346" cy="28346"/>
            </a:xfrm>
            <a:prstGeom prst="ellipse">
              <a:avLst/>
            </a:prstGeom>
            <a:solidFill>
              <a:srgbClr val="00A6A6"/>
            </a:solidFill>
            <a:ln w="2743">
              <a:solidFill>
                <a:srgbClr val="FFFFFF"/>
              </a:solidFill>
            </a:ln>
            <a:effectLst/>
          </p:spPr>
          <p:txBody>
            <a:bodyPr rtlCol="0" anchor="ctr"/>
            <a:lstStyle/>
            <a:p>
              <a:pPr algn="ctr"/>
            </a:p>
          </p:txBody>
        </p:sp>
        <p:sp>
          <p:nvSpPr>
            <p:cNvPr id="1433" name="link1_sensor_5: 0.1951 m"/>
            <p:cNvSpPr/>
            <p:nvPr/>
          </p:nvSpPr>
          <p:spPr>
            <a:xfrm>
              <a:off x="9837498" y="3395270"/>
              <a:ext cx="28346" cy="28346"/>
            </a:xfrm>
            <a:prstGeom prst="ellipse">
              <a:avLst/>
            </a:prstGeom>
            <a:solidFill>
              <a:srgbClr val="00A6A6"/>
            </a:solidFill>
            <a:ln w="2743">
              <a:solidFill>
                <a:srgbClr val="FFFFFF"/>
              </a:solidFill>
            </a:ln>
            <a:effectLst/>
          </p:spPr>
          <p:txBody>
            <a:bodyPr rtlCol="0" anchor="ctr"/>
            <a:lstStyle/>
            <a:p>
              <a:pPr algn="ctr"/>
            </a:p>
          </p:txBody>
        </p:sp>
        <p:sp>
          <p:nvSpPr>
            <p:cNvPr id="1434" name="link2_sensor_3: 0.2735 m"/>
            <p:cNvSpPr/>
            <p:nvPr/>
          </p:nvSpPr>
          <p:spPr>
            <a:xfrm>
              <a:off x="8715209" y="2450766"/>
              <a:ext cx="28346" cy="28346"/>
            </a:xfrm>
            <a:prstGeom prst="ellipse">
              <a:avLst/>
            </a:prstGeom>
            <a:solidFill>
              <a:srgbClr val="00A6A6"/>
            </a:solidFill>
            <a:ln w="2743">
              <a:solidFill>
                <a:srgbClr val="FFFFFF"/>
              </a:solidFill>
            </a:ln>
            <a:effectLst/>
          </p:spPr>
          <p:txBody>
            <a:bodyPr rtlCol="0" anchor="ctr"/>
            <a:lstStyle/>
            <a:p>
              <a:pPr algn="ctr"/>
            </a:p>
          </p:txBody>
        </p:sp>
        <p:sp>
          <p:nvSpPr>
            <p:cNvPr id="1435" name="link1_sensor_5: 0.2045 m"/>
            <p:cNvSpPr/>
            <p:nvPr/>
          </p:nvSpPr>
          <p:spPr>
            <a:xfrm>
              <a:off x="9885650" y="3399627"/>
              <a:ext cx="28346" cy="28346"/>
            </a:xfrm>
            <a:prstGeom prst="ellipse">
              <a:avLst/>
            </a:prstGeom>
            <a:solidFill>
              <a:srgbClr val="00A6A6"/>
            </a:solidFill>
            <a:ln w="2743">
              <a:solidFill>
                <a:srgbClr val="FFFFFF"/>
              </a:solidFill>
            </a:ln>
            <a:effectLst/>
          </p:spPr>
          <p:txBody>
            <a:bodyPr rtlCol="0" anchor="ctr"/>
            <a:lstStyle/>
            <a:p>
              <a:pPr algn="ctr"/>
            </a:p>
          </p:txBody>
        </p:sp>
        <p:sp>
          <p:nvSpPr>
            <p:cNvPr id="1436" name="link4_sensor_3: 0.5878 m"/>
            <p:cNvSpPr/>
            <p:nvPr/>
          </p:nvSpPr>
          <p:spPr>
            <a:xfrm>
              <a:off x="11105937" y="2432251"/>
              <a:ext cx="28346" cy="28346"/>
            </a:xfrm>
            <a:prstGeom prst="ellipse">
              <a:avLst/>
            </a:prstGeom>
            <a:solidFill>
              <a:srgbClr val="00A6A6"/>
            </a:solidFill>
            <a:ln w="2743">
              <a:solidFill>
                <a:srgbClr val="FFFFFF"/>
              </a:solidFill>
            </a:ln>
            <a:effectLst/>
          </p:spPr>
          <p:txBody>
            <a:bodyPr rtlCol="0" anchor="ctr"/>
            <a:lstStyle/>
            <a:p>
              <a:pPr algn="ctr"/>
            </a:p>
          </p:txBody>
        </p:sp>
        <p:sp>
          <p:nvSpPr>
            <p:cNvPr id="1437" name="link2_sensor_3: 0.1543 m"/>
            <p:cNvSpPr/>
            <p:nvPr/>
          </p:nvSpPr>
          <p:spPr>
            <a:xfrm>
              <a:off x="9077626" y="2511572"/>
              <a:ext cx="28346" cy="28346"/>
            </a:xfrm>
            <a:prstGeom prst="ellipse">
              <a:avLst/>
            </a:prstGeom>
            <a:solidFill>
              <a:srgbClr val="00A6A6"/>
            </a:solidFill>
            <a:ln w="2743">
              <a:solidFill>
                <a:srgbClr val="FFFFFF"/>
              </a:solidFill>
            </a:ln>
            <a:effectLst/>
          </p:spPr>
          <p:txBody>
            <a:bodyPr rtlCol="0" anchor="ctr"/>
            <a:lstStyle/>
            <a:p>
              <a:pPr algn="ctr"/>
            </a:p>
          </p:txBody>
        </p:sp>
        <p:sp>
          <p:nvSpPr>
            <p:cNvPr id="1438" name="link1_sensor_3: 0.5062 m"/>
            <p:cNvSpPr/>
            <p:nvPr/>
          </p:nvSpPr>
          <p:spPr>
            <a:xfrm>
              <a:off x="11057300" y="2586612"/>
              <a:ext cx="28346" cy="28346"/>
            </a:xfrm>
            <a:prstGeom prst="ellipse">
              <a:avLst/>
            </a:prstGeom>
            <a:solidFill>
              <a:srgbClr val="00A6A6"/>
            </a:solidFill>
            <a:ln w="2743">
              <a:solidFill>
                <a:srgbClr val="FFFFFF"/>
              </a:solidFill>
            </a:ln>
            <a:effectLst/>
          </p:spPr>
          <p:txBody>
            <a:bodyPr rtlCol="0" anchor="ctr"/>
            <a:lstStyle/>
            <a:p>
              <a:pPr algn="ctr"/>
            </a:p>
          </p:txBody>
        </p:sp>
        <p:sp>
          <p:nvSpPr>
            <p:cNvPr id="1439" name="link1_sensor_5: 0.2149 m"/>
            <p:cNvSpPr/>
            <p:nvPr/>
          </p:nvSpPr>
          <p:spPr>
            <a:xfrm>
              <a:off x="9938799" y="3404438"/>
              <a:ext cx="28346" cy="28346"/>
            </a:xfrm>
            <a:prstGeom prst="ellipse">
              <a:avLst/>
            </a:prstGeom>
            <a:solidFill>
              <a:srgbClr val="00A6A6"/>
            </a:solidFill>
            <a:ln w="2743">
              <a:solidFill>
                <a:srgbClr val="FFFFFF"/>
              </a:solidFill>
            </a:ln>
            <a:effectLst/>
          </p:spPr>
          <p:txBody>
            <a:bodyPr rtlCol="0" anchor="ctr"/>
            <a:lstStyle/>
            <a:p>
              <a:pPr algn="ctr"/>
            </a:p>
          </p:txBody>
        </p:sp>
        <p:sp>
          <p:nvSpPr>
            <p:cNvPr id="1440" name="link5_front_sensor_3: 0.6113 m"/>
            <p:cNvSpPr/>
            <p:nvPr/>
          </p:nvSpPr>
          <p:spPr>
            <a:xfrm>
              <a:off x="11189385" y="2110833"/>
              <a:ext cx="28346" cy="28346"/>
            </a:xfrm>
            <a:prstGeom prst="ellipse">
              <a:avLst/>
            </a:prstGeom>
            <a:solidFill>
              <a:srgbClr val="00A6A6"/>
            </a:solidFill>
            <a:ln w="2743">
              <a:solidFill>
                <a:srgbClr val="FFFFFF"/>
              </a:solidFill>
            </a:ln>
            <a:effectLst/>
          </p:spPr>
          <p:txBody>
            <a:bodyPr rtlCol="0" anchor="ctr"/>
            <a:lstStyle/>
            <a:p>
              <a:pPr algn="ctr"/>
            </a:p>
          </p:txBody>
        </p:sp>
        <p:sp>
          <p:nvSpPr>
            <p:cNvPr id="1441" name="link2_sensor_3: 0.1296 m"/>
            <p:cNvSpPr/>
            <p:nvPr/>
          </p:nvSpPr>
          <p:spPr>
            <a:xfrm>
              <a:off x="9186138" y="2437409"/>
              <a:ext cx="28346" cy="28346"/>
            </a:xfrm>
            <a:prstGeom prst="ellipse">
              <a:avLst/>
            </a:prstGeom>
            <a:solidFill>
              <a:srgbClr val="00A6A6"/>
            </a:solidFill>
            <a:ln w="2743">
              <a:solidFill>
                <a:srgbClr val="FFFFFF"/>
              </a:solidFill>
            </a:ln>
            <a:effectLst/>
          </p:spPr>
          <p:txBody>
            <a:bodyPr rtlCol="0" anchor="ctr"/>
            <a:lstStyle/>
            <a:p>
              <a:pPr algn="ctr"/>
            </a:p>
          </p:txBody>
        </p:sp>
        <p:sp>
          <p:nvSpPr>
            <p:cNvPr id="1442" name="link2_sensor_3: 0.1365 m"/>
            <p:cNvSpPr/>
            <p:nvPr/>
          </p:nvSpPr>
          <p:spPr>
            <a:xfrm>
              <a:off x="9197125" y="2357448"/>
              <a:ext cx="28346" cy="28346"/>
            </a:xfrm>
            <a:prstGeom prst="ellipse">
              <a:avLst/>
            </a:prstGeom>
            <a:solidFill>
              <a:srgbClr val="00A6A6"/>
            </a:solidFill>
            <a:ln w="2743">
              <a:solidFill>
                <a:srgbClr val="FFFFFF"/>
              </a:solidFill>
            </a:ln>
            <a:effectLst/>
          </p:spPr>
          <p:txBody>
            <a:bodyPr rtlCol="0" anchor="ctr"/>
            <a:lstStyle/>
            <a:p>
              <a:pPr algn="ctr"/>
            </a:p>
          </p:txBody>
        </p:sp>
        <p:sp>
          <p:nvSpPr>
            <p:cNvPr id="1443" name="link6_sensor_2: 0.4898 m"/>
            <p:cNvSpPr/>
            <p:nvPr/>
          </p:nvSpPr>
          <p:spPr>
            <a:xfrm>
              <a:off x="10994782" y="919253"/>
              <a:ext cx="28346" cy="28346"/>
            </a:xfrm>
            <a:prstGeom prst="ellipse">
              <a:avLst/>
            </a:prstGeom>
            <a:solidFill>
              <a:srgbClr val="00A6A6"/>
            </a:solidFill>
            <a:ln w="2743">
              <a:solidFill>
                <a:srgbClr val="FFFFFF"/>
              </a:solidFill>
            </a:ln>
            <a:effectLst/>
          </p:spPr>
          <p:txBody>
            <a:bodyPr rtlCol="0" anchor="ctr"/>
            <a:lstStyle/>
            <a:p>
              <a:pPr algn="ctr"/>
            </a:p>
          </p:txBody>
        </p:sp>
        <p:sp>
          <p:nvSpPr>
            <p:cNvPr id="1444" name="link5_back_sensor_5: 0.2794 m"/>
            <p:cNvSpPr/>
            <p:nvPr/>
          </p:nvSpPr>
          <p:spPr>
            <a:xfrm>
              <a:off x="8940924" y="574890"/>
              <a:ext cx="28346" cy="28346"/>
            </a:xfrm>
            <a:prstGeom prst="ellipse">
              <a:avLst/>
            </a:prstGeom>
            <a:solidFill>
              <a:srgbClr val="00A6A6"/>
            </a:solidFill>
            <a:ln w="2743">
              <a:solidFill>
                <a:srgbClr val="FFFFFF"/>
              </a:solidFill>
            </a:ln>
            <a:effectLst/>
          </p:spPr>
          <p:txBody>
            <a:bodyPr rtlCol="0" anchor="ctr"/>
            <a:lstStyle/>
            <a:p>
              <a:pPr algn="ctr"/>
            </a:p>
          </p:txBody>
        </p:sp>
        <p:sp>
          <p:nvSpPr>
            <p:cNvPr id="1445" name="link5_front_sensor_3: 0.4293 m"/>
            <p:cNvSpPr/>
            <p:nvPr/>
          </p:nvSpPr>
          <p:spPr>
            <a:xfrm>
              <a:off x="10788079" y="1910375"/>
              <a:ext cx="28346" cy="28346"/>
            </a:xfrm>
            <a:prstGeom prst="ellipse">
              <a:avLst/>
            </a:prstGeom>
            <a:solidFill>
              <a:srgbClr val="00A6A6"/>
            </a:solidFill>
            <a:ln w="2743">
              <a:solidFill>
                <a:srgbClr val="FFFFFF"/>
              </a:solidFill>
            </a:ln>
            <a:effectLst/>
          </p:spPr>
          <p:txBody>
            <a:bodyPr rtlCol="0" anchor="ctr"/>
            <a:lstStyle/>
            <a:p>
              <a:pPr algn="ctr"/>
            </a:p>
          </p:txBody>
        </p:sp>
        <p:sp>
          <p:nvSpPr>
            <p:cNvPr id="1446" name="link1_sensor_5: 0.2264 m"/>
            <p:cNvSpPr/>
            <p:nvPr/>
          </p:nvSpPr>
          <p:spPr>
            <a:xfrm>
              <a:off x="9997768" y="3409775"/>
              <a:ext cx="28346" cy="28346"/>
            </a:xfrm>
            <a:prstGeom prst="ellipse">
              <a:avLst/>
            </a:prstGeom>
            <a:solidFill>
              <a:srgbClr val="00A6A6"/>
            </a:solidFill>
            <a:ln w="2743">
              <a:solidFill>
                <a:srgbClr val="FFFFFF"/>
              </a:solidFill>
            </a:ln>
            <a:effectLst/>
          </p:spPr>
          <p:txBody>
            <a:bodyPr rtlCol="0" anchor="ctr"/>
            <a:lstStyle/>
            <a:p>
              <a:pPr algn="ctr"/>
            </a:p>
          </p:txBody>
        </p:sp>
        <p:sp>
          <p:nvSpPr>
            <p:cNvPr id="1447" name="link5_front_sensor_3: 0.3310 m"/>
            <p:cNvSpPr/>
            <p:nvPr/>
          </p:nvSpPr>
          <p:spPr>
            <a:xfrm>
              <a:off x="10571020" y="1801836"/>
              <a:ext cx="28346" cy="28346"/>
            </a:xfrm>
            <a:prstGeom prst="ellipse">
              <a:avLst/>
            </a:prstGeom>
            <a:solidFill>
              <a:srgbClr val="00A6A6"/>
            </a:solidFill>
            <a:ln w="2743">
              <a:solidFill>
                <a:srgbClr val="FFFFFF"/>
              </a:solidFill>
            </a:ln>
            <a:effectLst/>
          </p:spPr>
          <p:txBody>
            <a:bodyPr rtlCol="0" anchor="ctr"/>
            <a:lstStyle/>
            <a:p>
              <a:pPr algn="ctr"/>
            </a:p>
          </p:txBody>
        </p:sp>
        <p:sp>
          <p:nvSpPr>
            <p:cNvPr id="1448" name="link4_sensor_3: 0.6401 m"/>
            <p:cNvSpPr/>
            <p:nvPr/>
          </p:nvSpPr>
          <p:spPr>
            <a:xfrm>
              <a:off x="11345095" y="2146343"/>
              <a:ext cx="28346" cy="28346"/>
            </a:xfrm>
            <a:prstGeom prst="ellipse">
              <a:avLst/>
            </a:prstGeom>
            <a:solidFill>
              <a:srgbClr val="00A6A6"/>
            </a:solidFill>
            <a:ln w="2743">
              <a:solidFill>
                <a:srgbClr val="FFFFFF"/>
              </a:solidFill>
            </a:ln>
            <a:effectLst/>
          </p:spPr>
          <p:txBody>
            <a:bodyPr rtlCol="0" anchor="ctr"/>
            <a:lstStyle/>
            <a:p>
              <a:pPr algn="ctr"/>
            </a:p>
          </p:txBody>
        </p:sp>
        <p:sp>
          <p:nvSpPr>
            <p:cNvPr id="1449" name="link6_sensor_2: 0.5784 m"/>
            <p:cNvSpPr/>
            <p:nvPr/>
          </p:nvSpPr>
          <p:spPr>
            <a:xfrm>
              <a:off x="11064549" y="374764"/>
              <a:ext cx="28346" cy="28346"/>
            </a:xfrm>
            <a:prstGeom prst="ellipse">
              <a:avLst/>
            </a:prstGeom>
            <a:solidFill>
              <a:srgbClr val="00A6A6"/>
            </a:solidFill>
            <a:ln w="2743">
              <a:solidFill>
                <a:srgbClr val="FFFFFF"/>
              </a:solidFill>
            </a:ln>
            <a:effectLst/>
          </p:spPr>
          <p:txBody>
            <a:bodyPr rtlCol="0" anchor="ctr"/>
            <a:lstStyle/>
            <a:p>
              <a:pPr algn="ctr"/>
            </a:p>
          </p:txBody>
        </p:sp>
        <p:sp>
          <p:nvSpPr>
            <p:cNvPr id="1450" name="link1_sensor_5: 0.2392 m"/>
            <p:cNvSpPr/>
            <p:nvPr/>
          </p:nvSpPr>
          <p:spPr>
            <a:xfrm>
              <a:off x="10063567" y="3415731"/>
              <a:ext cx="28346" cy="28346"/>
            </a:xfrm>
            <a:prstGeom prst="ellipse">
              <a:avLst/>
            </a:prstGeom>
            <a:solidFill>
              <a:srgbClr val="00A6A6"/>
            </a:solidFill>
            <a:ln w="2743">
              <a:solidFill>
                <a:srgbClr val="FFFFFF"/>
              </a:solidFill>
            </a:ln>
            <a:effectLst/>
          </p:spPr>
          <p:txBody>
            <a:bodyPr rtlCol="0" anchor="ctr"/>
            <a:lstStyle/>
            <a:p>
              <a:pPr algn="ctr"/>
            </a:p>
          </p:txBody>
        </p:sp>
        <p:sp>
          <p:nvSpPr>
            <p:cNvPr id="1451" name="link1_sensor_3: 0.4942 m"/>
            <p:cNvSpPr/>
            <p:nvPr/>
          </p:nvSpPr>
          <p:spPr>
            <a:xfrm>
              <a:off x="11011822" y="2321169"/>
              <a:ext cx="28346" cy="28346"/>
            </a:xfrm>
            <a:prstGeom prst="ellipse">
              <a:avLst/>
            </a:prstGeom>
            <a:solidFill>
              <a:srgbClr val="00A6A6"/>
            </a:solidFill>
            <a:ln w="2743">
              <a:solidFill>
                <a:srgbClr val="FFFFFF"/>
              </a:solidFill>
            </a:ln>
            <a:effectLst/>
          </p:spPr>
          <p:txBody>
            <a:bodyPr rtlCol="0" anchor="ctr"/>
            <a:lstStyle/>
            <a:p>
              <a:pPr algn="ctr"/>
            </a:p>
          </p:txBody>
        </p:sp>
        <p:sp>
          <p:nvSpPr>
            <p:cNvPr id="1452" name="link4_sensor_3: 0.5177 m"/>
            <p:cNvSpPr/>
            <p:nvPr/>
          </p:nvSpPr>
          <p:spPr>
            <a:xfrm>
              <a:off x="11068983" y="2051216"/>
              <a:ext cx="28346" cy="28346"/>
            </a:xfrm>
            <a:prstGeom prst="ellipse">
              <a:avLst/>
            </a:prstGeom>
            <a:solidFill>
              <a:srgbClr val="00A6A6"/>
            </a:solidFill>
            <a:ln w="2743">
              <a:solidFill>
                <a:srgbClr val="FFFFFF"/>
              </a:solidFill>
            </a:ln>
            <a:effectLst/>
          </p:spPr>
          <p:txBody>
            <a:bodyPr rtlCol="0" anchor="ctr"/>
            <a:lstStyle/>
            <a:p>
              <a:pPr algn="ctr"/>
            </a:p>
          </p:txBody>
        </p:sp>
        <p:sp>
          <p:nvSpPr>
            <p:cNvPr id="1453" name="link2_sensor_3: 0.1229 m"/>
            <p:cNvSpPr/>
            <p:nvPr/>
          </p:nvSpPr>
          <p:spPr>
            <a:xfrm>
              <a:off x="9172523" y="2485834"/>
              <a:ext cx="28346" cy="28346"/>
            </a:xfrm>
            <a:prstGeom prst="ellipse">
              <a:avLst/>
            </a:prstGeom>
            <a:solidFill>
              <a:srgbClr val="00A6A6"/>
            </a:solidFill>
            <a:ln w="2743">
              <a:solidFill>
                <a:srgbClr val="FFFFFF"/>
              </a:solidFill>
            </a:ln>
            <a:effectLst/>
          </p:spPr>
          <p:txBody>
            <a:bodyPr rtlCol="0" anchor="ctr"/>
            <a:lstStyle/>
            <a:p>
              <a:pPr algn="ctr"/>
            </a:p>
          </p:txBody>
        </p:sp>
        <p:sp>
          <p:nvSpPr>
            <p:cNvPr id="1454" name="link2_sensor_3: 0.1291 m"/>
            <p:cNvSpPr/>
            <p:nvPr/>
          </p:nvSpPr>
          <p:spPr>
            <a:xfrm>
              <a:off x="9182257" y="2412381"/>
              <a:ext cx="28346" cy="28346"/>
            </a:xfrm>
            <a:prstGeom prst="ellipse">
              <a:avLst/>
            </a:prstGeom>
            <a:solidFill>
              <a:srgbClr val="00A6A6"/>
            </a:solidFill>
            <a:ln w="2743">
              <a:solidFill>
                <a:srgbClr val="FFFFFF"/>
              </a:solidFill>
            </a:ln>
            <a:effectLst/>
          </p:spPr>
          <p:txBody>
            <a:bodyPr rtlCol="0" anchor="ctr"/>
            <a:lstStyle/>
            <a:p>
              <a:pPr algn="ctr"/>
            </a:p>
          </p:txBody>
        </p:sp>
        <p:sp>
          <p:nvSpPr>
            <p:cNvPr id="1455" name="link1_sensor_3: 0.5682 m"/>
            <p:cNvSpPr/>
            <p:nvPr/>
          </p:nvSpPr>
          <p:spPr>
            <a:xfrm>
              <a:off x="11200419" y="2454221"/>
              <a:ext cx="28346" cy="28346"/>
            </a:xfrm>
            <a:prstGeom prst="ellipse">
              <a:avLst/>
            </a:prstGeom>
            <a:solidFill>
              <a:srgbClr val="00A6A6"/>
            </a:solidFill>
            <a:ln w="2743">
              <a:solidFill>
                <a:srgbClr val="FFFFFF"/>
              </a:solidFill>
            </a:ln>
            <a:effectLst/>
          </p:spPr>
          <p:txBody>
            <a:bodyPr rtlCol="0" anchor="ctr"/>
            <a:lstStyle/>
            <a:p>
              <a:pPr algn="ctr"/>
            </a:p>
          </p:txBody>
        </p:sp>
        <p:sp>
          <p:nvSpPr>
            <p:cNvPr id="1456" name="link6_sensor_5: 0.2796 m"/>
            <p:cNvSpPr/>
            <p:nvPr/>
          </p:nvSpPr>
          <p:spPr>
            <a:xfrm>
              <a:off x="10474718" y="1660710"/>
              <a:ext cx="28346" cy="28346"/>
            </a:xfrm>
            <a:prstGeom prst="ellipse">
              <a:avLst/>
            </a:prstGeom>
            <a:solidFill>
              <a:srgbClr val="00A6A6"/>
            </a:solidFill>
            <a:ln w="2743">
              <a:solidFill>
                <a:srgbClr val="FFFFFF"/>
              </a:solidFill>
            </a:ln>
            <a:effectLst/>
          </p:spPr>
          <p:txBody>
            <a:bodyPr rtlCol="0" anchor="ctr"/>
            <a:lstStyle/>
            <a:p>
              <a:pPr algn="ctr"/>
            </a:p>
          </p:txBody>
        </p:sp>
        <p:sp>
          <p:nvSpPr>
            <p:cNvPr id="1457" name="link5_back_sensor_5: 0.2671 m"/>
            <p:cNvSpPr/>
            <p:nvPr/>
          </p:nvSpPr>
          <p:spPr>
            <a:xfrm>
              <a:off x="8917060" y="676168"/>
              <a:ext cx="28346" cy="28346"/>
            </a:xfrm>
            <a:prstGeom prst="ellipse">
              <a:avLst/>
            </a:prstGeom>
            <a:solidFill>
              <a:srgbClr val="00A6A6"/>
            </a:solidFill>
            <a:ln w="2743">
              <a:solidFill>
                <a:srgbClr val="FFFFFF"/>
              </a:solidFill>
            </a:ln>
            <a:effectLst/>
          </p:spPr>
          <p:txBody>
            <a:bodyPr rtlCol="0" anchor="ctr"/>
            <a:lstStyle/>
            <a:p>
              <a:pPr algn="ctr"/>
            </a:p>
          </p:txBody>
        </p:sp>
        <p:sp>
          <p:nvSpPr>
            <p:cNvPr id="1458" name="link2_sensor_0: 0.2626 m"/>
            <p:cNvSpPr/>
            <p:nvPr/>
          </p:nvSpPr>
          <p:spPr>
            <a:xfrm>
              <a:off x="8745876" y="2270391"/>
              <a:ext cx="28346" cy="28346"/>
            </a:xfrm>
            <a:prstGeom prst="ellipse">
              <a:avLst/>
            </a:prstGeom>
            <a:solidFill>
              <a:srgbClr val="00A6A6"/>
            </a:solidFill>
            <a:ln w="2743">
              <a:solidFill>
                <a:srgbClr val="FFFFFF"/>
              </a:solidFill>
            </a:ln>
            <a:effectLst/>
          </p:spPr>
          <p:txBody>
            <a:bodyPr rtlCol="0" anchor="ctr"/>
            <a:lstStyle/>
            <a:p>
              <a:pPr algn="ctr"/>
            </a:p>
          </p:txBody>
        </p:sp>
        <p:sp>
          <p:nvSpPr>
            <p:cNvPr id="1459" name="link2_sensor_3: 0.2830 m"/>
            <p:cNvSpPr/>
            <p:nvPr/>
          </p:nvSpPr>
          <p:spPr>
            <a:xfrm>
              <a:off x="8681314" y="2387755"/>
              <a:ext cx="28346" cy="28346"/>
            </a:xfrm>
            <a:prstGeom prst="ellipse">
              <a:avLst/>
            </a:prstGeom>
            <a:solidFill>
              <a:srgbClr val="00A6A6"/>
            </a:solidFill>
            <a:ln w="2743">
              <a:solidFill>
                <a:srgbClr val="FFFFFF"/>
              </a:solidFill>
            </a:ln>
            <a:effectLst/>
          </p:spPr>
          <p:txBody>
            <a:bodyPr rtlCol="0" anchor="ctr"/>
            <a:lstStyle/>
            <a:p>
              <a:pPr algn="ctr"/>
            </a:p>
          </p:txBody>
        </p:sp>
        <p:sp>
          <p:nvSpPr>
            <p:cNvPr id="1460" name="link4_sensor_1: 0.4818 m"/>
            <p:cNvSpPr/>
            <p:nvPr/>
          </p:nvSpPr>
          <p:spPr>
            <a:xfrm>
              <a:off x="10903537" y="1473382"/>
              <a:ext cx="28346" cy="28346"/>
            </a:xfrm>
            <a:prstGeom prst="ellipse">
              <a:avLst/>
            </a:prstGeom>
            <a:solidFill>
              <a:srgbClr val="00A6A6"/>
            </a:solidFill>
            <a:ln w="2743">
              <a:solidFill>
                <a:srgbClr val="FFFFFF"/>
              </a:solidFill>
            </a:ln>
            <a:effectLst/>
          </p:spPr>
          <p:txBody>
            <a:bodyPr rtlCol="0" anchor="ctr"/>
            <a:lstStyle/>
            <a:p>
              <a:pPr algn="ctr"/>
            </a:p>
          </p:txBody>
        </p:sp>
        <p:sp>
          <p:nvSpPr>
            <p:cNvPr id="1461" name="link2_sensor_0: 0.2453 m"/>
            <p:cNvSpPr/>
            <p:nvPr/>
          </p:nvSpPr>
          <p:spPr>
            <a:xfrm>
              <a:off x="8762720" y="2430736"/>
              <a:ext cx="28346" cy="28346"/>
            </a:xfrm>
            <a:prstGeom prst="ellipse">
              <a:avLst/>
            </a:prstGeom>
            <a:solidFill>
              <a:srgbClr val="00A6A6"/>
            </a:solidFill>
            <a:ln w="2743">
              <a:solidFill>
                <a:srgbClr val="FFFFFF"/>
              </a:solidFill>
            </a:ln>
            <a:effectLst/>
          </p:spPr>
          <p:txBody>
            <a:bodyPr rtlCol="0" anchor="ctr"/>
            <a:lstStyle/>
            <a:p>
              <a:pPr algn="ctr"/>
            </a:p>
          </p:txBody>
        </p:sp>
        <p:sp>
          <p:nvSpPr>
            <p:cNvPr id="1462" name="link1_sensor_5: 0.1865 m"/>
            <p:cNvSpPr/>
            <p:nvPr/>
          </p:nvSpPr>
          <p:spPr>
            <a:xfrm>
              <a:off x="9782729" y="3426872"/>
              <a:ext cx="28346" cy="28346"/>
            </a:xfrm>
            <a:prstGeom prst="ellipse">
              <a:avLst/>
            </a:prstGeom>
            <a:solidFill>
              <a:srgbClr val="00A6A6"/>
            </a:solidFill>
            <a:ln w="2743">
              <a:solidFill>
                <a:srgbClr val="FFFFFF"/>
              </a:solidFill>
            </a:ln>
            <a:effectLst/>
          </p:spPr>
          <p:txBody>
            <a:bodyPr rtlCol="0" anchor="ctr"/>
            <a:lstStyle/>
            <a:p>
              <a:pPr algn="ctr"/>
            </a:p>
          </p:txBody>
        </p:sp>
        <p:sp>
          <p:nvSpPr>
            <p:cNvPr id="1463" name="link4_sensor_1: 0.4421 m"/>
            <p:cNvSpPr/>
            <p:nvPr/>
          </p:nvSpPr>
          <p:spPr>
            <a:xfrm>
              <a:off x="10869258" y="1742084"/>
              <a:ext cx="28346" cy="28346"/>
            </a:xfrm>
            <a:prstGeom prst="ellipse">
              <a:avLst/>
            </a:prstGeom>
            <a:solidFill>
              <a:srgbClr val="00A6A6"/>
            </a:solidFill>
            <a:ln w="2743">
              <a:solidFill>
                <a:srgbClr val="FFFFFF"/>
              </a:solidFill>
            </a:ln>
            <a:effectLst/>
          </p:spPr>
          <p:txBody>
            <a:bodyPr rtlCol="0" anchor="ctr"/>
            <a:lstStyle/>
            <a:p>
              <a:pPr algn="ctr"/>
            </a:p>
          </p:txBody>
        </p:sp>
        <p:sp>
          <p:nvSpPr>
            <p:cNvPr id="1464" name="link2_sensor_3: 0.1224 m"/>
            <p:cNvSpPr/>
            <p:nvPr/>
          </p:nvSpPr>
          <p:spPr>
            <a:xfrm>
              <a:off x="9168830" y="2462018"/>
              <a:ext cx="28346" cy="28346"/>
            </a:xfrm>
            <a:prstGeom prst="ellipse">
              <a:avLst/>
            </a:prstGeom>
            <a:solidFill>
              <a:srgbClr val="00A6A6"/>
            </a:solidFill>
            <a:ln w="2743">
              <a:solidFill>
                <a:srgbClr val="FFFFFF"/>
              </a:solidFill>
            </a:ln>
            <a:effectLst/>
          </p:spPr>
          <p:txBody>
            <a:bodyPr rtlCol="0" anchor="ctr"/>
            <a:lstStyle/>
            <a:p>
              <a:pPr algn="ctr"/>
            </a:p>
          </p:txBody>
        </p:sp>
        <p:sp>
          <p:nvSpPr>
            <p:cNvPr id="1465" name="link6_sensor_2: 0.4571 m"/>
            <p:cNvSpPr/>
            <p:nvPr/>
          </p:nvSpPr>
          <p:spPr>
            <a:xfrm>
              <a:off x="10972811" y="1079823"/>
              <a:ext cx="28346" cy="28346"/>
            </a:xfrm>
            <a:prstGeom prst="ellipse">
              <a:avLst/>
            </a:prstGeom>
            <a:solidFill>
              <a:srgbClr val="00A6A6"/>
            </a:solidFill>
            <a:ln w="2743">
              <a:solidFill>
                <a:srgbClr val="FFFFFF"/>
              </a:solidFill>
            </a:ln>
            <a:effectLst/>
          </p:spPr>
          <p:txBody>
            <a:bodyPr rtlCol="0" anchor="ctr"/>
            <a:lstStyle/>
            <a:p>
              <a:pPr algn="ctr"/>
            </a:p>
          </p:txBody>
        </p:sp>
        <p:sp>
          <p:nvSpPr>
            <p:cNvPr id="1466" name="link2_sensor_4: 0.7203 m"/>
            <p:cNvSpPr/>
            <p:nvPr/>
          </p:nvSpPr>
          <p:spPr>
            <a:xfrm>
              <a:off x="8926039" y="673848"/>
              <a:ext cx="28346" cy="28346"/>
            </a:xfrm>
            <a:prstGeom prst="ellipse">
              <a:avLst/>
            </a:prstGeom>
            <a:solidFill>
              <a:srgbClr val="00A6A6"/>
            </a:solidFill>
            <a:ln w="2743">
              <a:solidFill>
                <a:srgbClr val="FFFFFF"/>
              </a:solidFill>
            </a:ln>
            <a:effectLst/>
          </p:spPr>
          <p:txBody>
            <a:bodyPr rtlCol="0" anchor="ctr"/>
            <a:lstStyle/>
            <a:p>
              <a:pPr algn="ctr"/>
            </a:p>
          </p:txBody>
        </p:sp>
        <p:sp>
          <p:nvSpPr>
            <p:cNvPr id="1467" name="link2_sensor_3: 0.1286 m"/>
            <p:cNvSpPr/>
            <p:nvPr/>
          </p:nvSpPr>
          <p:spPr>
            <a:xfrm>
              <a:off x="9178385" y="2387368"/>
              <a:ext cx="28346" cy="28346"/>
            </a:xfrm>
            <a:prstGeom prst="ellipse">
              <a:avLst/>
            </a:prstGeom>
            <a:solidFill>
              <a:srgbClr val="00A6A6"/>
            </a:solidFill>
            <a:ln w="2743">
              <a:solidFill>
                <a:srgbClr val="FFFFFF"/>
              </a:solidFill>
            </a:ln>
            <a:effectLst/>
          </p:spPr>
          <p:txBody>
            <a:bodyPr rtlCol="0" anchor="ctr"/>
            <a:lstStyle/>
            <a:p>
              <a:pPr algn="ctr"/>
            </a:p>
          </p:txBody>
        </p:sp>
        <p:sp>
          <p:nvSpPr>
            <p:cNvPr id="1468" name="link4_sensor_1: 0.3433 m"/>
            <p:cNvSpPr/>
            <p:nvPr/>
          </p:nvSpPr>
          <p:spPr>
            <a:xfrm>
              <a:off x="10641352" y="1796447"/>
              <a:ext cx="28346" cy="28346"/>
            </a:xfrm>
            <a:prstGeom prst="ellipse">
              <a:avLst/>
            </a:prstGeom>
            <a:solidFill>
              <a:srgbClr val="00A6A6"/>
            </a:solidFill>
            <a:ln w="2743">
              <a:solidFill>
                <a:srgbClr val="FFFFFF"/>
              </a:solidFill>
            </a:ln>
            <a:effectLst/>
          </p:spPr>
          <p:txBody>
            <a:bodyPr rtlCol="0" anchor="ctr"/>
            <a:lstStyle/>
            <a:p>
              <a:pPr algn="ctr"/>
            </a:p>
          </p:txBody>
        </p:sp>
        <p:sp>
          <p:nvSpPr>
            <p:cNvPr id="1469" name="link1_sensor_5: 0.1951 m"/>
            <p:cNvSpPr/>
            <p:nvPr/>
          </p:nvSpPr>
          <p:spPr>
            <a:xfrm>
              <a:off x="9826511" y="3432571"/>
              <a:ext cx="28346" cy="28346"/>
            </a:xfrm>
            <a:prstGeom prst="ellipse">
              <a:avLst/>
            </a:prstGeom>
            <a:solidFill>
              <a:srgbClr val="00A6A6"/>
            </a:solidFill>
            <a:ln w="2743">
              <a:solidFill>
                <a:srgbClr val="FFFFFF"/>
              </a:solidFill>
            </a:ln>
            <a:effectLst/>
          </p:spPr>
          <p:txBody>
            <a:bodyPr rtlCol="0" anchor="ctr"/>
            <a:lstStyle/>
            <a:p>
              <a:pPr algn="ctr"/>
            </a:p>
          </p:txBody>
        </p:sp>
        <p:sp>
          <p:nvSpPr>
            <p:cNvPr id="1470" name="link6_sensor_2: 0.5037 m"/>
            <p:cNvSpPr/>
            <p:nvPr/>
          </p:nvSpPr>
          <p:spPr>
            <a:xfrm>
              <a:off x="10966779" y="635865"/>
              <a:ext cx="28346" cy="28346"/>
            </a:xfrm>
            <a:prstGeom prst="ellipse">
              <a:avLst/>
            </a:prstGeom>
            <a:solidFill>
              <a:srgbClr val="00A6A6"/>
            </a:solidFill>
            <a:ln w="2743">
              <a:solidFill>
                <a:srgbClr val="FFFFFF"/>
              </a:solidFill>
            </a:ln>
            <a:effectLst/>
          </p:spPr>
          <p:txBody>
            <a:bodyPr rtlCol="0" anchor="ctr"/>
            <a:lstStyle/>
            <a:p>
              <a:pPr algn="ctr"/>
            </a:p>
          </p:txBody>
        </p:sp>
        <p:sp>
          <p:nvSpPr>
            <p:cNvPr id="1471" name="link1_sensor_5: 0.2045 m"/>
            <p:cNvSpPr/>
            <p:nvPr/>
          </p:nvSpPr>
          <p:spPr>
            <a:xfrm>
              <a:off x="9874662" y="3438839"/>
              <a:ext cx="28346" cy="28346"/>
            </a:xfrm>
            <a:prstGeom prst="ellipse">
              <a:avLst/>
            </a:prstGeom>
            <a:solidFill>
              <a:srgbClr val="00A6A6"/>
            </a:solidFill>
            <a:ln w="2743">
              <a:solidFill>
                <a:srgbClr val="FFFFFF"/>
              </a:solidFill>
            </a:ln>
            <a:effectLst/>
          </p:spPr>
          <p:txBody>
            <a:bodyPr rtlCol="0" anchor="ctr"/>
            <a:lstStyle/>
            <a:p>
              <a:pPr algn="ctr"/>
            </a:p>
          </p:txBody>
        </p:sp>
        <p:sp>
          <p:nvSpPr>
            <p:cNvPr id="1472" name="link5_back_sensor_5: 0.2695 m"/>
            <p:cNvSpPr/>
            <p:nvPr/>
          </p:nvSpPr>
          <p:spPr>
            <a:xfrm>
              <a:off x="8973230" y="534142"/>
              <a:ext cx="28346" cy="28346"/>
            </a:xfrm>
            <a:prstGeom prst="ellipse">
              <a:avLst/>
            </a:prstGeom>
            <a:solidFill>
              <a:srgbClr val="00A6A6"/>
            </a:solidFill>
            <a:ln w="2743">
              <a:solidFill>
                <a:srgbClr val="FFFFFF"/>
              </a:solidFill>
            </a:ln>
            <a:effectLst/>
          </p:spPr>
          <p:txBody>
            <a:bodyPr rtlCol="0" anchor="ctr"/>
            <a:lstStyle/>
            <a:p>
              <a:pPr algn="ctr"/>
            </a:p>
          </p:txBody>
        </p:sp>
        <p:sp>
          <p:nvSpPr>
            <p:cNvPr id="1473" name="link4_sensor_1: 0.3859 m"/>
            <p:cNvSpPr/>
            <p:nvPr/>
          </p:nvSpPr>
          <p:spPr>
            <a:xfrm>
              <a:off x="10757372" y="1837120"/>
              <a:ext cx="28346" cy="28346"/>
            </a:xfrm>
            <a:prstGeom prst="ellipse">
              <a:avLst/>
            </a:prstGeom>
            <a:solidFill>
              <a:srgbClr val="00A6A6"/>
            </a:solidFill>
            <a:ln w="2743">
              <a:solidFill>
                <a:srgbClr val="FFFFFF"/>
              </a:solidFill>
            </a:ln>
            <a:effectLst/>
          </p:spPr>
          <p:txBody>
            <a:bodyPr rtlCol="0" anchor="ctr"/>
            <a:lstStyle/>
            <a:p>
              <a:pPr algn="ctr"/>
            </a:p>
          </p:txBody>
        </p:sp>
        <p:sp>
          <p:nvSpPr>
            <p:cNvPr id="1474" name="link2_sensor_3: 0.1164 m"/>
            <p:cNvSpPr/>
            <p:nvPr/>
          </p:nvSpPr>
          <p:spPr>
            <a:xfrm>
              <a:off x="9156638" y="2507079"/>
              <a:ext cx="28346" cy="28346"/>
            </a:xfrm>
            <a:prstGeom prst="ellipse">
              <a:avLst/>
            </a:prstGeom>
            <a:solidFill>
              <a:srgbClr val="00A6A6"/>
            </a:solidFill>
            <a:ln w="2743">
              <a:solidFill>
                <a:srgbClr val="FFFFFF"/>
              </a:solidFill>
            </a:ln>
            <a:effectLst/>
          </p:spPr>
          <p:txBody>
            <a:bodyPr rtlCol="0" anchor="ctr"/>
            <a:lstStyle/>
            <a:p>
              <a:pPr algn="ctr"/>
            </a:p>
          </p:txBody>
        </p:sp>
        <p:sp>
          <p:nvSpPr>
            <p:cNvPr id="1475" name="link2_sensor_3: 0.1220 m"/>
            <p:cNvSpPr/>
            <p:nvPr/>
          </p:nvSpPr>
          <p:spPr>
            <a:xfrm>
              <a:off x="9165137" y="2438201"/>
              <a:ext cx="28346" cy="28346"/>
            </a:xfrm>
            <a:prstGeom prst="ellipse">
              <a:avLst/>
            </a:prstGeom>
            <a:solidFill>
              <a:srgbClr val="00A6A6"/>
            </a:solidFill>
            <a:ln w="2743">
              <a:solidFill>
                <a:srgbClr val="FFFFFF"/>
              </a:solidFill>
            </a:ln>
            <a:effectLst/>
          </p:spPr>
          <p:txBody>
            <a:bodyPr rtlCol="0" anchor="ctr"/>
            <a:lstStyle/>
            <a:p>
              <a:pPr algn="ctr"/>
            </a:p>
          </p:txBody>
        </p:sp>
        <p:sp>
          <p:nvSpPr>
            <p:cNvPr id="1476" name="link1_sensor_5: 0.2149 m"/>
            <p:cNvSpPr/>
            <p:nvPr/>
          </p:nvSpPr>
          <p:spPr>
            <a:xfrm>
              <a:off x="9927871" y="3445766"/>
              <a:ext cx="28346" cy="28346"/>
            </a:xfrm>
            <a:prstGeom prst="ellipse">
              <a:avLst/>
            </a:prstGeom>
            <a:solidFill>
              <a:srgbClr val="00A6A6"/>
            </a:solidFill>
            <a:ln w="2743">
              <a:solidFill>
                <a:srgbClr val="FFFFFF"/>
              </a:solidFill>
            </a:ln>
            <a:effectLst/>
          </p:spPr>
          <p:txBody>
            <a:bodyPr rtlCol="0" anchor="ctr"/>
            <a:lstStyle/>
            <a:p>
              <a:pPr algn="ctr"/>
            </a:p>
          </p:txBody>
        </p:sp>
        <p:sp>
          <p:nvSpPr>
            <p:cNvPr id="1477" name="link2_sensor_0: 0.1854 m"/>
            <p:cNvSpPr/>
            <p:nvPr/>
          </p:nvSpPr>
          <p:spPr>
            <a:xfrm>
              <a:off x="8895459" y="2470465"/>
              <a:ext cx="28346" cy="28346"/>
            </a:xfrm>
            <a:prstGeom prst="ellipse">
              <a:avLst/>
            </a:prstGeom>
            <a:solidFill>
              <a:srgbClr val="00A6A6"/>
            </a:solidFill>
            <a:ln w="2743">
              <a:solidFill>
                <a:srgbClr val="FFFFFF"/>
              </a:solidFill>
            </a:ln>
            <a:effectLst/>
          </p:spPr>
          <p:txBody>
            <a:bodyPr rtlCol="0" anchor="ctr"/>
            <a:lstStyle/>
            <a:p>
              <a:pPr algn="ctr"/>
            </a:p>
          </p:txBody>
        </p:sp>
        <p:sp>
          <p:nvSpPr>
            <p:cNvPr id="1478" name="link1_sensor_5: 0.2264 m"/>
            <p:cNvSpPr/>
            <p:nvPr/>
          </p:nvSpPr>
          <p:spPr>
            <a:xfrm>
              <a:off x="9986980" y="3453462"/>
              <a:ext cx="28346" cy="28346"/>
            </a:xfrm>
            <a:prstGeom prst="ellipse">
              <a:avLst/>
            </a:prstGeom>
            <a:solidFill>
              <a:srgbClr val="00A6A6"/>
            </a:solidFill>
            <a:ln w="2743">
              <a:solidFill>
                <a:srgbClr val="FFFFFF"/>
              </a:solidFill>
            </a:ln>
            <a:effectLst/>
          </p:spPr>
          <p:txBody>
            <a:bodyPr rtlCol="0" anchor="ctr"/>
            <a:lstStyle/>
            <a:p>
              <a:pPr algn="ctr"/>
            </a:p>
          </p:txBody>
        </p:sp>
        <p:sp>
          <p:nvSpPr>
            <p:cNvPr id="1479" name="link2_sensor_3: 0.1160 m"/>
            <p:cNvSpPr/>
            <p:nvPr/>
          </p:nvSpPr>
          <p:spPr>
            <a:xfrm>
              <a:off x="9153120" y="2484365"/>
              <a:ext cx="28346" cy="28346"/>
            </a:xfrm>
            <a:prstGeom prst="ellipse">
              <a:avLst/>
            </a:prstGeom>
            <a:solidFill>
              <a:srgbClr val="00A6A6"/>
            </a:solidFill>
            <a:ln w="2743">
              <a:solidFill>
                <a:srgbClr val="FFFFFF"/>
              </a:solidFill>
            </a:ln>
            <a:effectLst/>
          </p:spPr>
          <p:txBody>
            <a:bodyPr rtlCol="0" anchor="ctr"/>
            <a:lstStyle/>
            <a:p>
              <a:pPr algn="ctr"/>
            </a:p>
          </p:txBody>
        </p:sp>
        <p:sp>
          <p:nvSpPr>
            <p:cNvPr id="1480" name="link6_sensor_5: 0.3406 m"/>
            <p:cNvSpPr/>
            <p:nvPr/>
          </p:nvSpPr>
          <p:spPr>
            <a:xfrm>
              <a:off x="10636997" y="1663638"/>
              <a:ext cx="28346" cy="28346"/>
            </a:xfrm>
            <a:prstGeom prst="ellipse">
              <a:avLst/>
            </a:prstGeom>
            <a:solidFill>
              <a:srgbClr val="00A6A6"/>
            </a:solidFill>
            <a:ln w="2743">
              <a:solidFill>
                <a:srgbClr val="FFFFFF"/>
              </a:solidFill>
            </a:ln>
            <a:effectLst/>
          </p:spPr>
          <p:txBody>
            <a:bodyPr rtlCol="0" anchor="ctr"/>
            <a:lstStyle/>
            <a:p>
              <a:pPr algn="ctr"/>
            </a:p>
          </p:txBody>
        </p:sp>
        <p:sp>
          <p:nvSpPr>
            <p:cNvPr id="1481" name="link2_sensor_3: 0.1215 m"/>
            <p:cNvSpPr/>
            <p:nvPr/>
          </p:nvSpPr>
          <p:spPr>
            <a:xfrm>
              <a:off x="9161456" y="2414399"/>
              <a:ext cx="28346" cy="28346"/>
            </a:xfrm>
            <a:prstGeom prst="ellipse">
              <a:avLst/>
            </a:prstGeom>
            <a:solidFill>
              <a:srgbClr val="00A6A6"/>
            </a:solidFill>
            <a:ln w="2743">
              <a:solidFill>
                <a:srgbClr val="FFFFFF"/>
              </a:solidFill>
            </a:ln>
            <a:effectLst/>
          </p:spPr>
          <p:txBody>
            <a:bodyPr rtlCol="0" anchor="ctr"/>
            <a:lstStyle/>
            <a:p>
              <a:pPr algn="ctr"/>
            </a:p>
          </p:txBody>
        </p:sp>
        <p:sp>
          <p:nvSpPr>
            <p:cNvPr id="1482" name="link5_back_sensor_5: 0.2826 m"/>
            <p:cNvSpPr/>
            <p:nvPr/>
          </p:nvSpPr>
          <p:spPr>
            <a:xfrm>
              <a:off x="8904952" y="587187"/>
              <a:ext cx="28346" cy="28346"/>
            </a:xfrm>
            <a:prstGeom prst="ellipse">
              <a:avLst/>
            </a:prstGeom>
            <a:solidFill>
              <a:srgbClr val="00A6A6"/>
            </a:solidFill>
            <a:ln w="2743">
              <a:solidFill>
                <a:srgbClr val="FFFFFF"/>
              </a:solidFill>
            </a:ln>
            <a:effectLst/>
          </p:spPr>
          <p:txBody>
            <a:bodyPr rtlCol="0" anchor="ctr"/>
            <a:lstStyle/>
            <a:p>
              <a:pPr algn="ctr"/>
            </a:p>
          </p:txBody>
        </p:sp>
        <p:sp>
          <p:nvSpPr>
            <p:cNvPr id="1483" name="link1_sensor_5: 0.2392 m"/>
            <p:cNvSpPr/>
            <p:nvPr/>
          </p:nvSpPr>
          <p:spPr>
            <a:xfrm>
              <a:off x="10053027" y="3462062"/>
              <a:ext cx="28346" cy="28346"/>
            </a:xfrm>
            <a:prstGeom prst="ellipse">
              <a:avLst/>
            </a:prstGeom>
            <a:solidFill>
              <a:srgbClr val="00A6A6"/>
            </a:solidFill>
            <a:ln w="2743">
              <a:solidFill>
                <a:srgbClr val="FFFFFF"/>
              </a:solidFill>
            </a:ln>
            <a:effectLst/>
          </p:spPr>
          <p:txBody>
            <a:bodyPr rtlCol="0" anchor="ctr"/>
            <a:lstStyle/>
            <a:p>
              <a:pPr algn="ctr"/>
            </a:p>
          </p:txBody>
        </p:sp>
        <p:sp>
          <p:nvSpPr>
            <p:cNvPr id="1484" name="link6_sensor_5: 0.2807 m"/>
            <p:cNvSpPr/>
            <p:nvPr/>
          </p:nvSpPr>
          <p:spPr>
            <a:xfrm>
              <a:off x="10443002" y="1688983"/>
              <a:ext cx="28346" cy="28346"/>
            </a:xfrm>
            <a:prstGeom prst="ellipse">
              <a:avLst/>
            </a:prstGeom>
            <a:solidFill>
              <a:srgbClr val="00A6A6"/>
            </a:solidFill>
            <a:ln w="2743">
              <a:solidFill>
                <a:srgbClr val="FFFFFF"/>
              </a:solidFill>
            </a:ln>
            <a:effectLst/>
          </p:spPr>
          <p:txBody>
            <a:bodyPr rtlCol="0" anchor="ctr"/>
            <a:lstStyle/>
            <a:p>
              <a:pPr algn="ctr"/>
            </a:p>
          </p:txBody>
        </p:sp>
        <p:sp>
          <p:nvSpPr>
            <p:cNvPr id="1485" name="link2_sensor_3: 0.1501 m"/>
            <p:cNvSpPr/>
            <p:nvPr/>
          </p:nvSpPr>
          <p:spPr>
            <a:xfrm>
              <a:off x="9015668" y="2519322"/>
              <a:ext cx="28346" cy="28346"/>
            </a:xfrm>
            <a:prstGeom prst="ellipse">
              <a:avLst/>
            </a:prstGeom>
            <a:solidFill>
              <a:srgbClr val="00A6A6"/>
            </a:solidFill>
            <a:ln w="2743">
              <a:solidFill>
                <a:srgbClr val="FFFFFF"/>
              </a:solidFill>
            </a:ln>
            <a:effectLst/>
          </p:spPr>
          <p:txBody>
            <a:bodyPr rtlCol="0" anchor="ctr"/>
            <a:lstStyle/>
            <a:p>
              <a:pPr algn="ctr"/>
            </a:p>
          </p:txBody>
        </p:sp>
        <p:sp>
          <p:nvSpPr>
            <p:cNvPr id="1486" name="link2_sensor_3: 0.1106 m"/>
            <p:cNvSpPr/>
            <p:nvPr/>
          </p:nvSpPr>
          <p:spPr>
            <a:xfrm>
              <a:off x="9142153" y="2526455"/>
              <a:ext cx="28346" cy="28346"/>
            </a:xfrm>
            <a:prstGeom prst="ellipse">
              <a:avLst/>
            </a:prstGeom>
            <a:solidFill>
              <a:srgbClr val="00A6A6"/>
            </a:solidFill>
            <a:ln w="2743">
              <a:solidFill>
                <a:srgbClr val="FFFFFF"/>
              </a:solidFill>
            </a:ln>
            <a:effectLst/>
          </p:spPr>
          <p:txBody>
            <a:bodyPr rtlCol="0" anchor="ctr"/>
            <a:lstStyle/>
            <a:p>
              <a:pPr algn="ctr"/>
            </a:p>
          </p:txBody>
        </p:sp>
        <p:sp>
          <p:nvSpPr>
            <p:cNvPr id="1487" name="link6_sensor_2: 0.4947 m"/>
            <p:cNvSpPr/>
            <p:nvPr/>
          </p:nvSpPr>
          <p:spPr>
            <a:xfrm>
              <a:off x="11007462" y="797130"/>
              <a:ext cx="28346" cy="28346"/>
            </a:xfrm>
            <a:prstGeom prst="ellipse">
              <a:avLst/>
            </a:prstGeom>
            <a:solidFill>
              <a:srgbClr val="00A6A6"/>
            </a:solidFill>
            <a:ln w="2743">
              <a:solidFill>
                <a:srgbClr val="FFFFFF"/>
              </a:solidFill>
            </a:ln>
            <a:effectLst/>
          </p:spPr>
          <p:txBody>
            <a:bodyPr rtlCol="0" anchor="ctr"/>
            <a:lstStyle/>
            <a:p>
              <a:pPr algn="ctr"/>
            </a:p>
          </p:txBody>
        </p:sp>
        <p:sp>
          <p:nvSpPr>
            <p:cNvPr id="1488" name="link1_sensor_5: 0.1865 m"/>
            <p:cNvSpPr/>
            <p:nvPr/>
          </p:nvSpPr>
          <p:spPr>
            <a:xfrm>
              <a:off x="9771558" y="3463184"/>
              <a:ext cx="28346" cy="28346"/>
            </a:xfrm>
            <a:prstGeom prst="ellipse">
              <a:avLst/>
            </a:prstGeom>
            <a:solidFill>
              <a:srgbClr val="00A6A6"/>
            </a:solidFill>
            <a:ln w="2743">
              <a:solidFill>
                <a:srgbClr val="FFFFFF"/>
              </a:solidFill>
            </a:ln>
            <a:effectLst/>
          </p:spPr>
          <p:txBody>
            <a:bodyPr rtlCol="0" anchor="ctr"/>
            <a:lstStyle/>
            <a:p>
              <a:pPr algn="ctr"/>
            </a:p>
          </p:txBody>
        </p:sp>
        <p:sp>
          <p:nvSpPr>
            <p:cNvPr id="1489" name="link2_sensor_3: 0.1290 m"/>
            <p:cNvSpPr/>
            <p:nvPr/>
          </p:nvSpPr>
          <p:spPr>
            <a:xfrm>
              <a:off x="9124842" y="2414746"/>
              <a:ext cx="28346" cy="28346"/>
            </a:xfrm>
            <a:prstGeom prst="ellipse">
              <a:avLst/>
            </a:prstGeom>
            <a:solidFill>
              <a:srgbClr val="00A6A6"/>
            </a:solidFill>
            <a:ln w="2743">
              <a:solidFill>
                <a:srgbClr val="FFFFFF"/>
              </a:solidFill>
            </a:ln>
            <a:effectLst/>
          </p:spPr>
          <p:txBody>
            <a:bodyPr rtlCol="0" anchor="ctr"/>
            <a:lstStyle/>
            <a:p>
              <a:pPr algn="ctr"/>
            </a:p>
          </p:txBody>
        </p:sp>
        <p:sp>
          <p:nvSpPr>
            <p:cNvPr id="1490" name="link2_sensor_0: 0.1875 m"/>
            <p:cNvSpPr/>
            <p:nvPr/>
          </p:nvSpPr>
          <p:spPr>
            <a:xfrm>
              <a:off x="8882605" y="2430016"/>
              <a:ext cx="28346" cy="28346"/>
            </a:xfrm>
            <a:prstGeom prst="ellipse">
              <a:avLst/>
            </a:prstGeom>
            <a:solidFill>
              <a:srgbClr val="00A6A6"/>
            </a:solidFill>
            <a:ln w="2743">
              <a:solidFill>
                <a:srgbClr val="FFFFFF"/>
              </a:solidFill>
            </a:ln>
            <a:effectLst/>
          </p:spPr>
          <p:txBody>
            <a:bodyPr rtlCol="0" anchor="ctr"/>
            <a:lstStyle/>
            <a:p>
              <a:pPr algn="ctr"/>
            </a:p>
          </p:txBody>
        </p:sp>
        <p:sp>
          <p:nvSpPr>
            <p:cNvPr id="1491" name="link2_sensor_3: 0.1156 m"/>
            <p:cNvSpPr/>
            <p:nvPr/>
          </p:nvSpPr>
          <p:spPr>
            <a:xfrm>
              <a:off x="9149595" y="2461643"/>
              <a:ext cx="28346" cy="28346"/>
            </a:xfrm>
            <a:prstGeom prst="ellipse">
              <a:avLst/>
            </a:prstGeom>
            <a:solidFill>
              <a:srgbClr val="00A6A6"/>
            </a:solidFill>
            <a:ln w="2743">
              <a:solidFill>
                <a:srgbClr val="FFFFFF"/>
              </a:solidFill>
            </a:ln>
            <a:effectLst/>
          </p:spPr>
          <p:txBody>
            <a:bodyPr rtlCol="0" anchor="ctr"/>
            <a:lstStyle/>
            <a:p>
              <a:pPr algn="ctr"/>
            </a:p>
          </p:txBody>
        </p:sp>
        <p:sp>
          <p:nvSpPr>
            <p:cNvPr id="1492" name="link4_sensor_1: 0.5131 m"/>
            <p:cNvSpPr/>
            <p:nvPr/>
          </p:nvSpPr>
          <p:spPr>
            <a:xfrm>
              <a:off x="11107569" y="1959887"/>
              <a:ext cx="28346" cy="28346"/>
            </a:xfrm>
            <a:prstGeom prst="ellipse">
              <a:avLst/>
            </a:prstGeom>
            <a:solidFill>
              <a:srgbClr val="00A6A6"/>
            </a:solidFill>
            <a:ln w="2743">
              <a:solidFill>
                <a:srgbClr val="FFFFFF"/>
              </a:solidFill>
            </a:ln>
            <a:effectLst/>
          </p:spPr>
          <p:txBody>
            <a:bodyPr rtlCol="0" anchor="ctr"/>
            <a:lstStyle/>
            <a:p>
              <a:pPr algn="ctr"/>
            </a:p>
          </p:txBody>
        </p:sp>
        <p:sp>
          <p:nvSpPr>
            <p:cNvPr id="1493" name="link1_sensor_3: 0.4840 m"/>
            <p:cNvSpPr/>
            <p:nvPr/>
          </p:nvSpPr>
          <p:spPr>
            <a:xfrm>
              <a:off x="11000484" y="2228101"/>
              <a:ext cx="28346" cy="28346"/>
            </a:xfrm>
            <a:prstGeom prst="ellipse">
              <a:avLst/>
            </a:prstGeom>
            <a:solidFill>
              <a:srgbClr val="00A6A6"/>
            </a:solidFill>
            <a:ln w="2743">
              <a:solidFill>
                <a:srgbClr val="FFFFFF"/>
              </a:solidFill>
            </a:ln>
            <a:effectLst/>
          </p:spPr>
          <p:txBody>
            <a:bodyPr rtlCol="0" anchor="ctr"/>
            <a:lstStyle/>
            <a:p>
              <a:pPr algn="ctr"/>
            </a:p>
          </p:txBody>
        </p:sp>
        <p:sp>
          <p:nvSpPr>
            <p:cNvPr id="1494" name="link1_sensor_5: 0.1951 m"/>
            <p:cNvSpPr/>
            <p:nvPr/>
          </p:nvSpPr>
          <p:spPr>
            <a:xfrm>
              <a:off x="9815283" y="3470690"/>
              <a:ext cx="28346" cy="28346"/>
            </a:xfrm>
            <a:prstGeom prst="ellipse">
              <a:avLst/>
            </a:prstGeom>
            <a:solidFill>
              <a:srgbClr val="00A6A6"/>
            </a:solidFill>
            <a:ln w="2743">
              <a:solidFill>
                <a:srgbClr val="FFFFFF"/>
              </a:solidFill>
            </a:ln>
            <a:effectLst/>
          </p:spPr>
          <p:txBody>
            <a:bodyPr rtlCol="0" anchor="ctr"/>
            <a:lstStyle/>
            <a:p>
              <a:pPr algn="ctr"/>
            </a:p>
          </p:txBody>
        </p:sp>
        <p:sp>
          <p:nvSpPr>
            <p:cNvPr id="1495" name="link4_sensor_3: 0.5253 m"/>
            <p:cNvSpPr/>
            <p:nvPr/>
          </p:nvSpPr>
          <p:spPr>
            <a:xfrm>
              <a:off x="11153541" y="1959209"/>
              <a:ext cx="28346" cy="28346"/>
            </a:xfrm>
            <a:prstGeom prst="ellipse">
              <a:avLst/>
            </a:prstGeom>
            <a:solidFill>
              <a:srgbClr val="00A6A6"/>
            </a:solidFill>
            <a:ln w="2743">
              <a:solidFill>
                <a:srgbClr val="FFFFFF"/>
              </a:solidFill>
            </a:ln>
            <a:effectLst/>
          </p:spPr>
          <p:txBody>
            <a:bodyPr rtlCol="0" anchor="ctr"/>
            <a:lstStyle/>
            <a:p>
              <a:pPr algn="ctr"/>
            </a:p>
          </p:txBody>
        </p:sp>
        <p:sp>
          <p:nvSpPr>
            <p:cNvPr id="1496" name="link1_sensor_3: 0.5694 m"/>
            <p:cNvSpPr/>
            <p:nvPr/>
          </p:nvSpPr>
          <p:spPr>
            <a:xfrm>
              <a:off x="11218109" y="2336248"/>
              <a:ext cx="28346" cy="28346"/>
            </a:xfrm>
            <a:prstGeom prst="ellipse">
              <a:avLst/>
            </a:prstGeom>
            <a:solidFill>
              <a:srgbClr val="00A6A6"/>
            </a:solidFill>
            <a:ln w="2743">
              <a:solidFill>
                <a:srgbClr val="FFFFFF"/>
              </a:solidFill>
            </a:ln>
            <a:effectLst/>
          </p:spPr>
          <p:txBody>
            <a:bodyPr rtlCol="0" anchor="ctr"/>
            <a:lstStyle/>
            <a:p>
              <a:pPr algn="ctr"/>
            </a:p>
          </p:txBody>
        </p:sp>
        <p:sp>
          <p:nvSpPr>
            <p:cNvPr id="1497" name="link4_sensor_1: 0.6320 m"/>
            <p:cNvSpPr/>
            <p:nvPr/>
          </p:nvSpPr>
          <p:spPr>
            <a:xfrm>
              <a:off x="11428488" y="2063046"/>
              <a:ext cx="28346" cy="28346"/>
            </a:xfrm>
            <a:prstGeom prst="ellipse">
              <a:avLst/>
            </a:prstGeom>
            <a:solidFill>
              <a:srgbClr val="00A6A6"/>
            </a:solidFill>
            <a:ln w="2743">
              <a:solidFill>
                <a:srgbClr val="FFFFFF"/>
              </a:solidFill>
            </a:ln>
            <a:effectLst/>
          </p:spPr>
          <p:txBody>
            <a:bodyPr rtlCol="0" anchor="ctr"/>
            <a:lstStyle/>
            <a:p>
              <a:pPr algn="ctr"/>
            </a:p>
          </p:txBody>
        </p:sp>
        <p:sp>
          <p:nvSpPr>
            <p:cNvPr id="1498" name="link2_sensor_3: 0.1530 m"/>
            <p:cNvSpPr/>
            <p:nvPr/>
          </p:nvSpPr>
          <p:spPr>
            <a:xfrm>
              <a:off x="9003775" y="2486229"/>
              <a:ext cx="28346" cy="28346"/>
            </a:xfrm>
            <a:prstGeom prst="ellipse">
              <a:avLst/>
            </a:prstGeom>
            <a:solidFill>
              <a:srgbClr val="00A6A6"/>
            </a:solidFill>
            <a:ln w="2743">
              <a:solidFill>
                <a:srgbClr val="FFFFFF"/>
              </a:solidFill>
            </a:ln>
            <a:effectLst/>
          </p:spPr>
          <p:txBody>
            <a:bodyPr rtlCol="0" anchor="ctr"/>
            <a:lstStyle/>
            <a:p>
              <a:pPr algn="ctr"/>
            </a:p>
          </p:txBody>
        </p:sp>
        <p:sp>
          <p:nvSpPr>
            <p:cNvPr id="1499" name="link2_sensor_3: 0.1102 m"/>
            <p:cNvSpPr/>
            <p:nvPr/>
          </p:nvSpPr>
          <p:spPr>
            <a:xfrm>
              <a:off x="9138791" y="2504741"/>
              <a:ext cx="28346" cy="28346"/>
            </a:xfrm>
            <a:prstGeom prst="ellipse">
              <a:avLst/>
            </a:prstGeom>
            <a:solidFill>
              <a:srgbClr val="00A6A6"/>
            </a:solidFill>
            <a:ln w="2743">
              <a:solidFill>
                <a:srgbClr val="FFFFFF"/>
              </a:solidFill>
            </a:ln>
            <a:effectLst/>
          </p:spPr>
          <p:txBody>
            <a:bodyPr rtlCol="0" anchor="ctr"/>
            <a:lstStyle/>
            <a:p>
              <a:pPr algn="ctr"/>
            </a:p>
          </p:txBody>
        </p:sp>
        <p:sp>
          <p:nvSpPr>
            <p:cNvPr id="1500" name="link1_sensor_5: 0.2045 m"/>
            <p:cNvSpPr/>
            <p:nvPr/>
          </p:nvSpPr>
          <p:spPr>
            <a:xfrm>
              <a:off x="9863422" y="3478955"/>
              <a:ext cx="28346" cy="28346"/>
            </a:xfrm>
            <a:prstGeom prst="ellipse">
              <a:avLst/>
            </a:prstGeom>
            <a:solidFill>
              <a:srgbClr val="00A6A6"/>
            </a:solidFill>
            <a:ln w="2743">
              <a:solidFill>
                <a:srgbClr val="FFFFFF"/>
              </a:solidFill>
            </a:ln>
            <a:effectLst/>
          </p:spPr>
          <p:txBody>
            <a:bodyPr rtlCol="0" anchor="ctr"/>
            <a:lstStyle/>
            <a:p>
              <a:pPr algn="ctr"/>
            </a:p>
          </p:txBody>
        </p:sp>
        <p:sp>
          <p:nvSpPr>
            <p:cNvPr id="1501" name="link4_sensor_1: 0.4121 m"/>
            <p:cNvSpPr/>
            <p:nvPr/>
          </p:nvSpPr>
          <p:spPr>
            <a:xfrm>
              <a:off x="10847562" y="1889812"/>
              <a:ext cx="28346" cy="28346"/>
            </a:xfrm>
            <a:prstGeom prst="ellipse">
              <a:avLst/>
            </a:prstGeom>
            <a:solidFill>
              <a:srgbClr val="00A6A6"/>
            </a:solidFill>
            <a:ln w="2743">
              <a:solidFill>
                <a:srgbClr val="FFFFFF"/>
              </a:solidFill>
            </a:ln>
            <a:effectLst/>
          </p:spPr>
          <p:txBody>
            <a:bodyPr rtlCol="0" anchor="ctr"/>
            <a:lstStyle/>
            <a:p>
              <a:pPr algn="ctr"/>
            </a:p>
          </p:txBody>
        </p:sp>
        <p:sp>
          <p:nvSpPr>
            <p:cNvPr id="1502" name="link4_sensor_1: 0.4870 m"/>
            <p:cNvSpPr/>
            <p:nvPr/>
          </p:nvSpPr>
          <p:spPr>
            <a:xfrm>
              <a:off x="10914081" y="1364363"/>
              <a:ext cx="28346" cy="28346"/>
            </a:xfrm>
            <a:prstGeom prst="ellipse">
              <a:avLst/>
            </a:prstGeom>
            <a:solidFill>
              <a:srgbClr val="00A6A6"/>
            </a:solidFill>
            <a:ln w="2743">
              <a:solidFill>
                <a:srgbClr val="FFFFFF"/>
              </a:solidFill>
            </a:ln>
            <a:effectLst/>
          </p:spPr>
          <p:txBody>
            <a:bodyPr rtlCol="0" anchor="ctr"/>
            <a:lstStyle/>
            <a:p>
              <a:pPr algn="ctr"/>
            </a:p>
          </p:txBody>
        </p:sp>
        <p:sp>
          <p:nvSpPr>
            <p:cNvPr id="1503" name="link2_sensor_4: 0.1314 m"/>
            <p:cNvSpPr/>
            <p:nvPr/>
          </p:nvSpPr>
          <p:spPr>
            <a:xfrm>
              <a:off x="9172848" y="2330450"/>
              <a:ext cx="28346" cy="28346"/>
            </a:xfrm>
            <a:prstGeom prst="ellipse">
              <a:avLst/>
            </a:prstGeom>
            <a:solidFill>
              <a:srgbClr val="00A6A6"/>
            </a:solidFill>
            <a:ln w="2743">
              <a:solidFill>
                <a:srgbClr val="FFFFFF"/>
              </a:solidFill>
            </a:ln>
            <a:effectLst/>
          </p:spPr>
          <p:txBody>
            <a:bodyPr rtlCol="0" anchor="ctr"/>
            <a:lstStyle/>
            <a:p>
              <a:pPr algn="ctr"/>
            </a:p>
          </p:txBody>
        </p:sp>
        <p:sp>
          <p:nvSpPr>
            <p:cNvPr id="1504" name="link2_sensor_3: 0.1053 m"/>
            <p:cNvSpPr/>
            <p:nvPr/>
          </p:nvSpPr>
          <p:spPr>
            <a:xfrm>
              <a:off x="9128891" y="2544198"/>
              <a:ext cx="28346" cy="28346"/>
            </a:xfrm>
            <a:prstGeom prst="ellipse">
              <a:avLst/>
            </a:prstGeom>
            <a:solidFill>
              <a:srgbClr val="00A6A6"/>
            </a:solidFill>
            <a:ln w="2743">
              <a:solidFill>
                <a:srgbClr val="FFFFFF"/>
              </a:solidFill>
            </a:ln>
            <a:effectLst/>
          </p:spPr>
          <p:txBody>
            <a:bodyPr rtlCol="0" anchor="ctr"/>
            <a:lstStyle/>
            <a:p>
              <a:pPr algn="ctr"/>
            </a:p>
          </p:txBody>
        </p:sp>
        <p:sp>
          <p:nvSpPr>
            <p:cNvPr id="1505" name="link4_sensor_3: 0.6515 m"/>
            <p:cNvSpPr/>
            <p:nvPr/>
          </p:nvSpPr>
          <p:spPr>
            <a:xfrm>
              <a:off x="11460845" y="2035673"/>
              <a:ext cx="28346" cy="28346"/>
            </a:xfrm>
            <a:prstGeom prst="ellipse">
              <a:avLst/>
            </a:prstGeom>
            <a:solidFill>
              <a:srgbClr val="00A6A6"/>
            </a:solidFill>
            <a:ln w="2743">
              <a:solidFill>
                <a:srgbClr val="FFFFFF"/>
              </a:solidFill>
            </a:ln>
            <a:effectLst/>
          </p:spPr>
          <p:txBody>
            <a:bodyPr rtlCol="0" anchor="ctr"/>
            <a:lstStyle/>
            <a:p>
              <a:pPr algn="ctr"/>
            </a:p>
          </p:txBody>
        </p:sp>
        <p:sp>
          <p:nvSpPr>
            <p:cNvPr id="1506" name="link1_sensor_5: 0.2149 m"/>
            <p:cNvSpPr/>
            <p:nvPr/>
          </p:nvSpPr>
          <p:spPr>
            <a:xfrm>
              <a:off x="9916679" y="3488098"/>
              <a:ext cx="28346" cy="28346"/>
            </a:xfrm>
            <a:prstGeom prst="ellipse">
              <a:avLst/>
            </a:prstGeom>
            <a:solidFill>
              <a:srgbClr val="00A6A6"/>
            </a:solidFill>
            <a:ln w="2743">
              <a:solidFill>
                <a:srgbClr val="FFFFFF"/>
              </a:solidFill>
            </a:ln>
            <a:effectLst/>
          </p:spPr>
          <p:txBody>
            <a:bodyPr rtlCol="0" anchor="ctr"/>
            <a:lstStyle/>
            <a:p>
              <a:pPr algn="ctr"/>
            </a:p>
          </p:txBody>
        </p:sp>
        <p:sp>
          <p:nvSpPr>
            <p:cNvPr id="1507" name="link6_sensor_2: 0.4613 m"/>
            <p:cNvSpPr/>
            <p:nvPr/>
          </p:nvSpPr>
          <p:spPr>
            <a:xfrm>
              <a:off x="10984142" y="969335"/>
              <a:ext cx="28346" cy="28346"/>
            </a:xfrm>
            <a:prstGeom prst="ellipse">
              <a:avLst/>
            </a:prstGeom>
            <a:solidFill>
              <a:srgbClr val="00A6A6"/>
            </a:solidFill>
            <a:ln w="2743">
              <a:solidFill>
                <a:srgbClr val="FFFFFF"/>
              </a:solidFill>
            </a:ln>
            <a:effectLst/>
          </p:spPr>
          <p:txBody>
            <a:bodyPr rtlCol="0" anchor="ctr"/>
            <a:lstStyle/>
            <a:p>
              <a:pPr algn="ctr"/>
            </a:p>
          </p:txBody>
        </p:sp>
        <p:sp>
          <p:nvSpPr>
            <p:cNvPr id="1508" name="link4_sensor_1: 0.4413 m"/>
            <p:cNvSpPr/>
            <p:nvPr/>
          </p:nvSpPr>
          <p:spPr>
            <a:xfrm>
              <a:off x="10867802" y="1651408"/>
              <a:ext cx="28346" cy="28346"/>
            </a:xfrm>
            <a:prstGeom prst="ellipse">
              <a:avLst/>
            </a:prstGeom>
            <a:solidFill>
              <a:srgbClr val="00A6A6"/>
            </a:solidFill>
            <a:ln w="2743">
              <a:solidFill>
                <a:srgbClr val="FFFFFF"/>
              </a:solidFill>
            </a:ln>
            <a:effectLst/>
          </p:spPr>
          <p:txBody>
            <a:bodyPr rtlCol="0" anchor="ctr"/>
            <a:lstStyle/>
            <a:p>
              <a:pPr algn="ctr"/>
            </a:p>
          </p:txBody>
        </p:sp>
        <p:sp>
          <p:nvSpPr>
            <p:cNvPr id="1509" name="link2_sensor_3: 0.1098 m"/>
            <p:cNvSpPr/>
            <p:nvPr/>
          </p:nvSpPr>
          <p:spPr>
            <a:xfrm>
              <a:off x="9135418" y="2483018"/>
              <a:ext cx="28346" cy="28346"/>
            </a:xfrm>
            <a:prstGeom prst="ellipse">
              <a:avLst/>
            </a:prstGeom>
            <a:solidFill>
              <a:srgbClr val="00A6A6"/>
            </a:solidFill>
            <a:ln w="2743">
              <a:solidFill>
                <a:srgbClr val="FFFFFF"/>
              </a:solidFill>
            </a:ln>
            <a:effectLst/>
          </p:spPr>
          <p:txBody>
            <a:bodyPr rtlCol="0" anchor="ctr"/>
            <a:lstStyle/>
            <a:p>
              <a:pPr algn="ctr"/>
            </a:p>
          </p:txBody>
        </p:sp>
        <p:sp>
          <p:nvSpPr>
            <p:cNvPr id="1510" name="link2_sensor_3: 0.1560 m"/>
            <p:cNvSpPr/>
            <p:nvPr/>
          </p:nvSpPr>
          <p:spPr>
            <a:xfrm>
              <a:off x="8991328" y="2451578"/>
              <a:ext cx="28346" cy="28346"/>
            </a:xfrm>
            <a:prstGeom prst="ellipse">
              <a:avLst/>
            </a:prstGeom>
            <a:solidFill>
              <a:srgbClr val="00A6A6"/>
            </a:solidFill>
            <a:ln w="2743">
              <a:solidFill>
                <a:srgbClr val="FFFFFF"/>
              </a:solidFill>
            </a:ln>
            <a:effectLst/>
          </p:spPr>
          <p:txBody>
            <a:bodyPr rtlCol="0" anchor="ctr"/>
            <a:lstStyle/>
            <a:p>
              <a:pPr algn="ctr"/>
            </a:p>
          </p:txBody>
        </p:sp>
        <p:sp>
          <p:nvSpPr>
            <p:cNvPr id="1511" name="link1_sensor_3: 0.6698 m"/>
            <p:cNvSpPr/>
            <p:nvPr/>
          </p:nvSpPr>
          <p:spPr>
            <a:xfrm>
              <a:off x="11482884" y="2499271"/>
              <a:ext cx="28346" cy="28346"/>
            </a:xfrm>
            <a:prstGeom prst="ellipse">
              <a:avLst/>
            </a:prstGeom>
            <a:solidFill>
              <a:srgbClr val="00A6A6"/>
            </a:solidFill>
            <a:ln w="2743">
              <a:solidFill>
                <a:srgbClr val="FFFFFF"/>
              </a:solidFill>
            </a:ln>
            <a:effectLst/>
          </p:spPr>
          <p:txBody>
            <a:bodyPr rtlCol="0" anchor="ctr"/>
            <a:lstStyle/>
            <a:p>
              <a:pPr algn="ctr"/>
            </a:p>
          </p:txBody>
        </p:sp>
        <p:sp>
          <p:nvSpPr>
            <p:cNvPr id="1512" name="link2_sensor_3: 0.1049 m"/>
            <p:cNvSpPr/>
            <p:nvPr/>
          </p:nvSpPr>
          <p:spPr>
            <a:xfrm>
              <a:off x="9125670" y="2523399"/>
              <a:ext cx="28346" cy="28346"/>
            </a:xfrm>
            <a:prstGeom prst="ellipse">
              <a:avLst/>
            </a:prstGeom>
            <a:solidFill>
              <a:srgbClr val="00A6A6"/>
            </a:solidFill>
            <a:ln w="2743">
              <a:solidFill>
                <a:srgbClr val="FFFFFF"/>
              </a:solidFill>
            </a:ln>
            <a:effectLst/>
          </p:spPr>
          <p:txBody>
            <a:bodyPr rtlCol="0" anchor="ctr"/>
            <a:lstStyle/>
            <a:p>
              <a:pPr algn="ctr"/>
            </a:p>
          </p:txBody>
        </p:sp>
        <p:sp>
          <p:nvSpPr>
            <p:cNvPr id="1513" name="link5_back_sensor_5: 0.3000 m"/>
            <p:cNvSpPr/>
            <p:nvPr/>
          </p:nvSpPr>
          <p:spPr>
            <a:xfrm>
              <a:off x="8890993" y="484913"/>
              <a:ext cx="28346" cy="28346"/>
            </a:xfrm>
            <a:prstGeom prst="ellipse">
              <a:avLst/>
            </a:prstGeom>
            <a:solidFill>
              <a:srgbClr val="00A6A6"/>
            </a:solidFill>
            <a:ln w="2743">
              <a:solidFill>
                <a:srgbClr val="FFFFFF"/>
              </a:solidFill>
            </a:ln>
            <a:effectLst/>
          </p:spPr>
          <p:txBody>
            <a:bodyPr rtlCol="0" anchor="ctr"/>
            <a:lstStyle/>
            <a:p>
              <a:pPr algn="ctr"/>
            </a:p>
          </p:txBody>
        </p:sp>
        <p:sp>
          <p:nvSpPr>
            <p:cNvPr id="1514" name="link2_sensor_3: 0.1094 m"/>
            <p:cNvSpPr/>
            <p:nvPr/>
          </p:nvSpPr>
          <p:spPr>
            <a:xfrm>
              <a:off x="9132061" y="2461310"/>
              <a:ext cx="28346" cy="28346"/>
            </a:xfrm>
            <a:prstGeom prst="ellipse">
              <a:avLst/>
            </a:prstGeom>
            <a:solidFill>
              <a:srgbClr val="00A6A6"/>
            </a:solidFill>
            <a:ln w="2743">
              <a:solidFill>
                <a:srgbClr val="FFFFFF"/>
              </a:solidFill>
            </a:ln>
            <a:effectLst/>
          </p:spPr>
          <p:txBody>
            <a:bodyPr rtlCol="0" anchor="ctr"/>
            <a:lstStyle/>
            <a:p>
              <a:pPr algn="ctr"/>
            </a:p>
          </p:txBody>
        </p:sp>
        <p:sp>
          <p:nvSpPr>
            <p:cNvPr id="1515" name="link6_sensor_2: 0.5391 m"/>
            <p:cNvSpPr/>
            <p:nvPr/>
          </p:nvSpPr>
          <p:spPr>
            <a:xfrm>
              <a:off x="11049122" y="456579"/>
              <a:ext cx="28346" cy="28346"/>
            </a:xfrm>
            <a:prstGeom prst="ellipse">
              <a:avLst/>
            </a:prstGeom>
            <a:solidFill>
              <a:srgbClr val="00A6A6"/>
            </a:solidFill>
            <a:ln w="2743">
              <a:solidFill>
                <a:srgbClr val="FFFFFF"/>
              </a:solidFill>
            </a:ln>
            <a:effectLst/>
          </p:spPr>
          <p:txBody>
            <a:bodyPr rtlCol="0" anchor="ctr"/>
            <a:lstStyle/>
            <a:p>
              <a:pPr algn="ctr"/>
            </a:p>
          </p:txBody>
        </p:sp>
        <p:sp>
          <p:nvSpPr>
            <p:cNvPr id="1516" name="link2_sensor_3: 0.1046 m"/>
            <p:cNvSpPr/>
            <p:nvPr/>
          </p:nvSpPr>
          <p:spPr>
            <a:xfrm>
              <a:off x="9122438" y="2502593"/>
              <a:ext cx="28346" cy="28346"/>
            </a:xfrm>
            <a:prstGeom prst="ellipse">
              <a:avLst/>
            </a:prstGeom>
            <a:solidFill>
              <a:srgbClr val="00A6A6"/>
            </a:solidFill>
            <a:ln w="2743">
              <a:solidFill>
                <a:srgbClr val="FFFFFF"/>
              </a:solidFill>
            </a:ln>
            <a:effectLst/>
          </p:spPr>
          <p:txBody>
            <a:bodyPr rtlCol="0" anchor="ctr"/>
            <a:lstStyle/>
            <a:p>
              <a:pPr algn="ctr"/>
            </a:p>
          </p:txBody>
        </p:sp>
        <p:sp>
          <p:nvSpPr>
            <p:cNvPr id="1517" name="link2_sensor_4: 0.1406 m"/>
            <p:cNvSpPr/>
            <p:nvPr/>
          </p:nvSpPr>
          <p:spPr>
            <a:xfrm>
              <a:off x="9105560" y="2343387"/>
              <a:ext cx="28346" cy="28346"/>
            </a:xfrm>
            <a:prstGeom prst="ellipse">
              <a:avLst/>
            </a:prstGeom>
            <a:solidFill>
              <a:srgbClr val="00A6A6"/>
            </a:solidFill>
            <a:ln w="2743">
              <a:solidFill>
                <a:srgbClr val="FFFFFF"/>
              </a:solidFill>
            </a:ln>
            <a:effectLst/>
          </p:spPr>
          <p:txBody>
            <a:bodyPr rtlCol="0" anchor="ctr"/>
            <a:lstStyle/>
            <a:p>
              <a:pPr algn="ctr"/>
            </a:p>
          </p:txBody>
        </p:sp>
        <p:sp>
          <p:nvSpPr>
            <p:cNvPr id="1518" name="link2_sensor_4: 0.1236 m"/>
            <p:cNvSpPr/>
            <p:nvPr/>
          </p:nvSpPr>
          <p:spPr>
            <a:xfrm>
              <a:off x="9153075" y="2357773"/>
              <a:ext cx="28346" cy="28346"/>
            </a:xfrm>
            <a:prstGeom prst="ellipse">
              <a:avLst/>
            </a:prstGeom>
            <a:solidFill>
              <a:srgbClr val="00A6A6"/>
            </a:solidFill>
            <a:ln w="2743">
              <a:solidFill>
                <a:srgbClr val="FFFFFF"/>
              </a:solidFill>
            </a:ln>
            <a:effectLst/>
          </p:spPr>
          <p:txBody>
            <a:bodyPr rtlCol="0" anchor="ctr"/>
            <a:lstStyle/>
            <a:p>
              <a:pPr algn="ctr"/>
            </a:p>
          </p:txBody>
        </p:sp>
        <p:sp>
          <p:nvSpPr>
            <p:cNvPr id="1519" name="link6_sensor_5: 0.4358 m"/>
            <p:cNvSpPr/>
            <p:nvPr/>
          </p:nvSpPr>
          <p:spPr>
            <a:xfrm>
              <a:off x="10897296" y="1668490"/>
              <a:ext cx="28346" cy="28346"/>
            </a:xfrm>
            <a:prstGeom prst="ellipse">
              <a:avLst/>
            </a:prstGeom>
            <a:solidFill>
              <a:srgbClr val="00A6A6"/>
            </a:solidFill>
            <a:ln w="2743">
              <a:solidFill>
                <a:srgbClr val="FFFFFF"/>
              </a:solidFill>
            </a:ln>
            <a:effectLst/>
          </p:spPr>
          <p:txBody>
            <a:bodyPr rtlCol="0" anchor="ctr"/>
            <a:lstStyle/>
            <a:p>
              <a:pPr algn="ctr"/>
            </a:p>
          </p:txBody>
        </p:sp>
        <p:sp>
          <p:nvSpPr>
            <p:cNvPr id="1520" name="link1_sensor_3: 0.4848 m"/>
            <p:cNvSpPr/>
            <p:nvPr/>
          </p:nvSpPr>
          <p:spPr>
            <a:xfrm>
              <a:off x="11012496" y="2122860"/>
              <a:ext cx="28346" cy="28346"/>
            </a:xfrm>
            <a:prstGeom prst="ellipse">
              <a:avLst/>
            </a:prstGeom>
            <a:solidFill>
              <a:srgbClr val="00A6A6"/>
            </a:solidFill>
            <a:ln w="2743">
              <a:solidFill>
                <a:srgbClr val="FFFFFF"/>
              </a:solidFill>
            </a:ln>
            <a:effectLst/>
          </p:spPr>
          <p:txBody>
            <a:bodyPr rtlCol="0" anchor="ctr"/>
            <a:lstStyle/>
            <a:p>
              <a:pPr algn="ctr"/>
            </a:p>
          </p:txBody>
        </p:sp>
        <p:sp>
          <p:nvSpPr>
            <p:cNvPr id="1521" name="link2_sensor_3: 0.1042 m"/>
            <p:cNvSpPr/>
            <p:nvPr/>
          </p:nvSpPr>
          <p:spPr>
            <a:xfrm>
              <a:off x="9119224" y="2481800"/>
              <a:ext cx="28346" cy="28346"/>
            </a:xfrm>
            <a:prstGeom prst="ellipse">
              <a:avLst/>
            </a:prstGeom>
            <a:solidFill>
              <a:srgbClr val="00A6A6"/>
            </a:solidFill>
            <a:ln w="2743">
              <a:solidFill>
                <a:srgbClr val="FFFFFF"/>
              </a:solidFill>
            </a:ln>
            <a:effectLst/>
          </p:spPr>
          <p:txBody>
            <a:bodyPr rtlCol="0" anchor="ctr"/>
            <a:lstStyle/>
            <a:p>
              <a:pPr algn="ctr"/>
            </a:p>
          </p:txBody>
        </p:sp>
        <p:sp>
          <p:nvSpPr>
            <p:cNvPr id="1522" name="link4_sensor_1: 0.5332 m"/>
            <p:cNvSpPr/>
            <p:nvPr/>
          </p:nvSpPr>
          <p:spPr>
            <a:xfrm>
              <a:off x="11155855" y="1855789"/>
              <a:ext cx="28346" cy="28346"/>
            </a:xfrm>
            <a:prstGeom prst="ellipse">
              <a:avLst/>
            </a:prstGeom>
            <a:solidFill>
              <a:srgbClr val="00A6A6"/>
            </a:solidFill>
            <a:ln w="2743">
              <a:solidFill>
                <a:srgbClr val="FFFFFF"/>
              </a:solidFill>
            </a:ln>
            <a:effectLst/>
          </p:spPr>
          <p:txBody>
            <a:bodyPr rtlCol="0" anchor="ctr"/>
            <a:lstStyle/>
            <a:p>
              <a:pPr algn="ctr"/>
            </a:p>
          </p:txBody>
        </p:sp>
        <p:sp>
          <p:nvSpPr>
            <p:cNvPr id="1523" name="link6_sensor_2: 0.4997 m"/>
            <p:cNvSpPr/>
            <p:nvPr/>
          </p:nvSpPr>
          <p:spPr>
            <a:xfrm>
              <a:off x="11020831" y="668161"/>
              <a:ext cx="28346" cy="28346"/>
            </a:xfrm>
            <a:prstGeom prst="ellipse">
              <a:avLst/>
            </a:prstGeom>
            <a:solidFill>
              <a:srgbClr val="00A6A6"/>
            </a:solidFill>
            <a:ln w="2743">
              <a:solidFill>
                <a:srgbClr val="FFFFFF"/>
              </a:solidFill>
            </a:ln>
            <a:effectLst/>
          </p:spPr>
          <p:txBody>
            <a:bodyPr rtlCol="0" anchor="ctr"/>
            <a:lstStyle/>
            <a:p>
              <a:pPr algn="ctr"/>
            </a:p>
          </p:txBody>
        </p:sp>
        <p:sp>
          <p:nvSpPr>
            <p:cNvPr id="1524" name="link6_sensor_5: 0.4792 m"/>
            <p:cNvSpPr/>
            <p:nvPr/>
          </p:nvSpPr>
          <p:spPr>
            <a:xfrm>
              <a:off x="10926035" y="1851027"/>
              <a:ext cx="28346" cy="28346"/>
            </a:xfrm>
            <a:prstGeom prst="ellipse">
              <a:avLst/>
            </a:prstGeom>
            <a:solidFill>
              <a:srgbClr val="00A6A6"/>
            </a:solidFill>
            <a:ln w="2743">
              <a:solidFill>
                <a:srgbClr val="FFFFFF"/>
              </a:solidFill>
            </a:ln>
            <a:effectLst/>
          </p:spPr>
          <p:txBody>
            <a:bodyPr rtlCol="0" anchor="ctr"/>
            <a:lstStyle/>
            <a:p>
              <a:pPr algn="ctr"/>
            </a:p>
          </p:txBody>
        </p:sp>
        <p:sp>
          <p:nvSpPr>
            <p:cNvPr id="1525" name="link2_sensor_4: 0.7141 m"/>
            <p:cNvSpPr/>
            <p:nvPr/>
          </p:nvSpPr>
          <p:spPr>
            <a:xfrm>
              <a:off x="8769592" y="718945"/>
              <a:ext cx="28346" cy="28346"/>
            </a:xfrm>
            <a:prstGeom prst="ellipse">
              <a:avLst/>
            </a:prstGeom>
            <a:solidFill>
              <a:srgbClr val="00A6A6"/>
            </a:solidFill>
            <a:ln w="2743">
              <a:solidFill>
                <a:srgbClr val="FFFFFF"/>
              </a:solidFill>
            </a:ln>
            <a:effectLst/>
          </p:spPr>
          <p:txBody>
            <a:bodyPr rtlCol="0" anchor="ctr"/>
            <a:lstStyle/>
            <a:p>
              <a:pPr algn="ctr"/>
            </a:p>
          </p:txBody>
        </p:sp>
        <p:sp>
          <p:nvSpPr>
            <p:cNvPr id="1526" name="link4_sensor_1: 0.4159 m"/>
            <p:cNvSpPr/>
            <p:nvPr/>
          </p:nvSpPr>
          <p:spPr>
            <a:xfrm>
              <a:off x="10855356" y="1805341"/>
              <a:ext cx="28346" cy="28346"/>
            </a:xfrm>
            <a:prstGeom prst="ellipse">
              <a:avLst/>
            </a:prstGeom>
            <a:solidFill>
              <a:srgbClr val="00A6A6"/>
            </a:solidFill>
            <a:ln w="2743">
              <a:solidFill>
                <a:srgbClr val="FFFFFF"/>
              </a:solidFill>
            </a:ln>
            <a:effectLst/>
          </p:spPr>
          <p:txBody>
            <a:bodyPr rtlCol="0" anchor="ctr"/>
            <a:lstStyle/>
            <a:p>
              <a:pPr algn="ctr"/>
            </a:p>
          </p:txBody>
        </p:sp>
        <p:sp>
          <p:nvSpPr>
            <p:cNvPr id="1527" name="link1_sensor_3: 0.5578 m"/>
            <p:cNvSpPr/>
            <p:nvPr/>
          </p:nvSpPr>
          <p:spPr>
            <a:xfrm>
              <a:off x="11207889" y="2225365"/>
              <a:ext cx="28346" cy="28346"/>
            </a:xfrm>
            <a:prstGeom prst="ellipse">
              <a:avLst/>
            </a:prstGeom>
            <a:solidFill>
              <a:srgbClr val="00A6A6"/>
            </a:solidFill>
            <a:ln w="2743">
              <a:solidFill>
                <a:srgbClr val="FFFFFF"/>
              </a:solidFill>
            </a:ln>
            <a:effectLst/>
          </p:spPr>
          <p:txBody>
            <a:bodyPr rtlCol="0" anchor="ctr"/>
            <a:lstStyle/>
            <a:p>
              <a:pPr algn="ctr"/>
            </a:p>
          </p:txBody>
        </p:sp>
        <p:sp>
          <p:nvSpPr>
            <p:cNvPr id="1528" name="link4_sensor_3: 0.5332 m"/>
            <p:cNvSpPr/>
            <p:nvPr/>
          </p:nvSpPr>
          <p:spPr>
            <a:xfrm>
              <a:off x="11243877" y="1860970"/>
              <a:ext cx="28346" cy="28346"/>
            </a:xfrm>
            <a:prstGeom prst="ellipse">
              <a:avLst/>
            </a:prstGeom>
            <a:solidFill>
              <a:srgbClr val="00A6A6"/>
            </a:solidFill>
            <a:ln w="2743">
              <a:solidFill>
                <a:srgbClr val="FFFFFF"/>
              </a:solidFill>
            </a:ln>
            <a:effectLst/>
          </p:spPr>
          <p:txBody>
            <a:bodyPr rtlCol="0" anchor="ctr"/>
            <a:lstStyle/>
            <a:p>
              <a:pPr algn="ctr"/>
            </a:p>
          </p:txBody>
        </p:sp>
        <p:sp>
          <p:nvSpPr>
            <p:cNvPr id="1529" name="link4_sensor_1: 0.6616 m"/>
            <p:cNvSpPr/>
            <p:nvPr/>
          </p:nvSpPr>
          <p:spPr>
            <a:xfrm>
              <a:off x="11508522" y="1939870"/>
              <a:ext cx="28346" cy="28346"/>
            </a:xfrm>
            <a:prstGeom prst="ellipse">
              <a:avLst/>
            </a:prstGeom>
            <a:solidFill>
              <a:srgbClr val="00A6A6"/>
            </a:solidFill>
            <a:ln w="2743">
              <a:solidFill>
                <a:srgbClr val="FFFFFF"/>
              </a:solidFill>
            </a:ln>
            <a:effectLst/>
          </p:spPr>
          <p:txBody>
            <a:bodyPr rtlCol="0" anchor="ctr"/>
            <a:lstStyle/>
            <a:p>
              <a:pPr algn="ctr"/>
            </a:p>
          </p:txBody>
        </p:sp>
        <p:sp>
          <p:nvSpPr>
            <p:cNvPr id="1530" name="link4_sensor_1: 0.4922 m"/>
            <p:cNvSpPr/>
            <p:nvPr/>
          </p:nvSpPr>
          <p:spPr>
            <a:xfrm>
              <a:off x="10925226" y="1249129"/>
              <a:ext cx="28346" cy="28346"/>
            </a:xfrm>
            <a:prstGeom prst="ellipse">
              <a:avLst/>
            </a:prstGeom>
            <a:solidFill>
              <a:srgbClr val="00A6A6"/>
            </a:solidFill>
            <a:ln w="2743">
              <a:solidFill>
                <a:srgbClr val="FFFFFF"/>
              </a:solidFill>
            </a:ln>
            <a:effectLst/>
          </p:spPr>
          <p:txBody>
            <a:bodyPr rtlCol="0" anchor="ctr"/>
            <a:lstStyle/>
            <a:p>
              <a:pPr algn="ctr"/>
            </a:p>
          </p:txBody>
        </p:sp>
        <p:sp>
          <p:nvSpPr>
            <p:cNvPr id="1531" name="link6_sensor_2: 0.4656 m"/>
            <p:cNvSpPr/>
            <p:nvPr/>
          </p:nvSpPr>
          <p:spPr>
            <a:xfrm>
              <a:off x="10996069" y="853036"/>
              <a:ext cx="28346" cy="28346"/>
            </a:xfrm>
            <a:prstGeom prst="ellipse">
              <a:avLst/>
            </a:prstGeom>
            <a:solidFill>
              <a:srgbClr val="00A6A6"/>
            </a:solidFill>
            <a:ln w="2743">
              <a:solidFill>
                <a:srgbClr val="FFFFFF"/>
              </a:solidFill>
            </a:ln>
            <a:effectLst/>
          </p:spPr>
          <p:txBody>
            <a:bodyPr rtlCol="0" anchor="ctr"/>
            <a:lstStyle/>
            <a:p>
              <a:pPr algn="ctr"/>
            </a:p>
          </p:txBody>
        </p:sp>
        <p:sp>
          <p:nvSpPr>
            <p:cNvPr id="1532" name="link4_sensor_1: 0.4342 m"/>
            <p:cNvSpPr/>
            <p:nvPr/>
          </p:nvSpPr>
          <p:spPr>
            <a:xfrm>
              <a:off x="10853185" y="1562266"/>
              <a:ext cx="28346" cy="28346"/>
            </a:xfrm>
            <a:prstGeom prst="ellipse">
              <a:avLst/>
            </a:prstGeom>
            <a:solidFill>
              <a:srgbClr val="00A6A6"/>
            </a:solidFill>
            <a:ln w="2743">
              <a:solidFill>
                <a:srgbClr val="FFFFFF"/>
              </a:solidFill>
            </a:ln>
            <a:effectLst/>
          </p:spPr>
          <p:txBody>
            <a:bodyPr rtlCol="0" anchor="ctr"/>
            <a:lstStyle/>
            <a:p>
              <a:pPr algn="ctr"/>
            </a:p>
          </p:txBody>
        </p:sp>
        <p:sp>
          <p:nvSpPr>
            <p:cNvPr id="1533" name="link1_sensor_3: 0.6715 m"/>
            <p:cNvSpPr/>
            <p:nvPr/>
          </p:nvSpPr>
          <p:spPr>
            <a:xfrm>
              <a:off x="11510589" y="2357646"/>
              <a:ext cx="28346" cy="28346"/>
            </a:xfrm>
            <a:prstGeom prst="ellipse">
              <a:avLst/>
            </a:prstGeom>
            <a:solidFill>
              <a:srgbClr val="00A6A6"/>
            </a:solidFill>
            <a:ln w="2743">
              <a:solidFill>
                <a:srgbClr val="FFFFFF"/>
              </a:solidFill>
            </a:ln>
            <a:effectLst/>
          </p:spPr>
          <p:txBody>
            <a:bodyPr rtlCol="0" anchor="ctr"/>
            <a:lstStyle/>
            <a:p>
              <a:pPr algn="ctr"/>
            </a:p>
          </p:txBody>
        </p:sp>
        <p:sp>
          <p:nvSpPr>
            <p:cNvPr id="1534" name="link4_sensor_2: 0.6223 m"/>
            <p:cNvSpPr/>
            <p:nvPr/>
          </p:nvSpPr>
          <p:spPr>
            <a:xfrm>
              <a:off x="10865190" y="392430"/>
              <a:ext cx="28346" cy="28346"/>
            </a:xfrm>
            <a:prstGeom prst="ellipse">
              <a:avLst/>
            </a:prstGeom>
            <a:solidFill>
              <a:srgbClr val="00A6A6"/>
            </a:solidFill>
            <a:ln w="2743">
              <a:solidFill>
                <a:srgbClr val="FFFFFF"/>
              </a:solidFill>
            </a:ln>
            <a:effectLst/>
          </p:spPr>
          <p:txBody>
            <a:bodyPr rtlCol="0" anchor="ctr"/>
            <a:lstStyle/>
            <a:p>
              <a:pPr algn="ctr"/>
            </a:p>
          </p:txBody>
        </p:sp>
        <p:sp>
          <p:nvSpPr>
            <p:cNvPr id="1535" name="link4_sensor_1: 0.4457 m"/>
            <p:cNvSpPr/>
            <p:nvPr/>
          </p:nvSpPr>
          <p:spPr>
            <a:xfrm>
              <a:off x="10919734" y="1706915"/>
              <a:ext cx="28346" cy="28346"/>
            </a:xfrm>
            <a:prstGeom prst="ellipse">
              <a:avLst/>
            </a:prstGeom>
            <a:solidFill>
              <a:srgbClr val="00A6A6"/>
            </a:solidFill>
            <a:ln w="2743">
              <a:solidFill>
                <a:srgbClr val="FFFFFF"/>
              </a:solidFill>
            </a:ln>
            <a:effectLst/>
          </p:spPr>
          <p:txBody>
            <a:bodyPr rtlCol="0" anchor="ctr"/>
            <a:lstStyle/>
            <a:p>
              <a:pPr algn="ctr"/>
            </a:p>
          </p:txBody>
        </p:sp>
        <p:sp>
          <p:nvSpPr>
            <p:cNvPr id="1536" name="link4_sensor_3: 0.6632 m"/>
            <p:cNvSpPr/>
            <p:nvPr/>
          </p:nvSpPr>
          <p:spPr>
            <a:xfrm>
              <a:off x="11586299" y="1915724"/>
              <a:ext cx="28346" cy="28346"/>
            </a:xfrm>
            <a:prstGeom prst="ellipse">
              <a:avLst/>
            </a:prstGeom>
            <a:solidFill>
              <a:srgbClr val="00A6A6"/>
            </a:solidFill>
            <a:ln w="2743">
              <a:solidFill>
                <a:srgbClr val="FFFFFF"/>
              </a:solidFill>
            </a:ln>
            <a:effectLst/>
          </p:spPr>
          <p:txBody>
            <a:bodyPr rtlCol="0" anchor="ctr"/>
            <a:lstStyle/>
            <a:p>
              <a:pPr algn="ctr"/>
            </a:p>
          </p:txBody>
        </p:sp>
        <p:sp>
          <p:nvSpPr>
            <p:cNvPr id="1537" name="link4_sensor_1: 0.5706 m"/>
            <p:cNvSpPr/>
            <p:nvPr/>
          </p:nvSpPr>
          <p:spPr>
            <a:xfrm>
              <a:off x="11244185" y="1735725"/>
              <a:ext cx="28346" cy="28346"/>
            </a:xfrm>
            <a:prstGeom prst="ellipse">
              <a:avLst/>
            </a:prstGeom>
            <a:solidFill>
              <a:srgbClr val="00A6A6"/>
            </a:solidFill>
            <a:ln w="2743">
              <a:solidFill>
                <a:srgbClr val="FFFFFF"/>
              </a:solidFill>
            </a:ln>
            <a:effectLst/>
          </p:spPr>
          <p:txBody>
            <a:bodyPr rtlCol="0" anchor="ctr"/>
            <a:lstStyle/>
            <a:p>
              <a:pPr algn="ctr"/>
            </a:p>
          </p:txBody>
        </p:sp>
        <p:sp>
          <p:nvSpPr>
            <p:cNvPr id="1538" name="link6_sensor_5: 0.4358 m"/>
            <p:cNvSpPr/>
            <p:nvPr/>
          </p:nvSpPr>
          <p:spPr>
            <a:xfrm>
              <a:off x="10925960" y="1575707"/>
              <a:ext cx="28346" cy="28346"/>
            </a:xfrm>
            <a:prstGeom prst="ellipse">
              <a:avLst/>
            </a:prstGeom>
            <a:solidFill>
              <a:srgbClr val="00A6A6"/>
            </a:solidFill>
            <a:ln w="2743">
              <a:solidFill>
                <a:srgbClr val="FFFFFF"/>
              </a:solidFill>
            </a:ln>
            <a:effectLst/>
          </p:spPr>
          <p:txBody>
            <a:bodyPr rtlCol="0" anchor="ctr"/>
            <a:lstStyle/>
            <a:p>
              <a:pPr algn="ctr"/>
            </a:p>
          </p:txBody>
        </p:sp>
        <p:sp>
          <p:nvSpPr>
            <p:cNvPr id="1539" name="link6_sensor_2: 0.5047 m"/>
            <p:cNvSpPr/>
            <p:nvPr/>
          </p:nvSpPr>
          <p:spPr>
            <a:xfrm>
              <a:off x="11034940" y="531768"/>
              <a:ext cx="28346" cy="28346"/>
            </a:xfrm>
            <a:prstGeom prst="ellipse">
              <a:avLst/>
            </a:prstGeom>
            <a:solidFill>
              <a:srgbClr val="00A6A6"/>
            </a:solidFill>
            <a:ln w="2743">
              <a:solidFill>
                <a:srgbClr val="FFFFFF"/>
              </a:solidFill>
            </a:ln>
            <a:effectLst/>
          </p:spPr>
          <p:txBody>
            <a:bodyPr rtlCol="0" anchor="ctr"/>
            <a:lstStyle/>
            <a:p>
              <a:pPr algn="ctr"/>
            </a:p>
          </p:txBody>
        </p:sp>
        <p:sp>
          <p:nvSpPr>
            <p:cNvPr id="1540" name="link1_sensor_3: 0.5590 m"/>
            <p:cNvSpPr/>
            <p:nvPr/>
          </p:nvSpPr>
          <p:spPr>
            <a:xfrm>
              <a:off x="11225967" y="2101220"/>
              <a:ext cx="28346" cy="28346"/>
            </a:xfrm>
            <a:prstGeom prst="ellipse">
              <a:avLst/>
            </a:prstGeom>
            <a:solidFill>
              <a:srgbClr val="00A6A6"/>
            </a:solidFill>
            <a:ln w="2743">
              <a:solidFill>
                <a:srgbClr val="FFFFFF"/>
              </a:solidFill>
            </a:ln>
            <a:effectLst/>
          </p:spPr>
          <p:txBody>
            <a:bodyPr rtlCol="0" anchor="ctr"/>
            <a:lstStyle/>
            <a:p>
              <a:pPr algn="ctr"/>
            </a:p>
          </p:txBody>
        </p:sp>
        <p:sp>
          <p:nvSpPr>
            <p:cNvPr id="1541" name="link4_sensor_1: 0.4449 m"/>
            <p:cNvSpPr/>
            <p:nvPr/>
          </p:nvSpPr>
          <p:spPr>
            <a:xfrm>
              <a:off x="10875346" y="1457031"/>
              <a:ext cx="28346" cy="28346"/>
            </a:xfrm>
            <a:prstGeom prst="ellipse">
              <a:avLst/>
            </a:prstGeom>
            <a:solidFill>
              <a:srgbClr val="00A6A6"/>
            </a:solidFill>
            <a:ln w="2743">
              <a:solidFill>
                <a:srgbClr val="FFFFFF"/>
              </a:solidFill>
            </a:ln>
            <a:effectLst/>
          </p:spPr>
          <p:txBody>
            <a:bodyPr rtlCol="0" anchor="ctr"/>
            <a:lstStyle/>
            <a:p>
              <a:pPr algn="ctr"/>
            </a:p>
          </p:txBody>
        </p:sp>
        <p:sp>
          <p:nvSpPr>
            <p:cNvPr id="1542" name="link6_sensor_2: 0.4700 m"/>
            <p:cNvSpPr/>
            <p:nvPr/>
          </p:nvSpPr>
          <p:spPr>
            <a:xfrm>
              <a:off x="11008644" y="730457"/>
              <a:ext cx="28346" cy="28346"/>
            </a:xfrm>
            <a:prstGeom prst="ellipse">
              <a:avLst/>
            </a:prstGeom>
            <a:solidFill>
              <a:srgbClr val="00A6A6"/>
            </a:solidFill>
            <a:ln w="2743">
              <a:solidFill>
                <a:srgbClr val="FFFFFF"/>
              </a:solidFill>
            </a:ln>
            <a:effectLst/>
          </p:spPr>
          <p:txBody>
            <a:bodyPr rtlCol="0" anchor="ctr"/>
            <a:lstStyle/>
            <a:p>
              <a:pPr algn="ctr"/>
            </a:p>
          </p:txBody>
        </p:sp>
        <p:sp>
          <p:nvSpPr>
            <p:cNvPr id="1543" name="link6_sensor_1: 0.4496 m"/>
            <p:cNvSpPr/>
            <p:nvPr/>
          </p:nvSpPr>
          <p:spPr>
            <a:xfrm>
              <a:off x="10980052" y="759435"/>
              <a:ext cx="28346" cy="28346"/>
            </a:xfrm>
            <a:prstGeom prst="ellipse">
              <a:avLst/>
            </a:prstGeom>
            <a:solidFill>
              <a:srgbClr val="00A6A6"/>
            </a:solidFill>
            <a:ln w="2743">
              <a:solidFill>
                <a:srgbClr val="FFFFFF"/>
              </a:solidFill>
            </a:ln>
            <a:effectLst/>
          </p:spPr>
          <p:txBody>
            <a:bodyPr rtlCol="0" anchor="ctr"/>
            <a:lstStyle/>
            <a:p>
              <a:pPr algn="ctr"/>
            </a:p>
          </p:txBody>
        </p:sp>
        <p:sp>
          <p:nvSpPr>
            <p:cNvPr id="1544" name="link4_sensor_1: 0.4976 m"/>
            <p:cNvSpPr/>
            <p:nvPr/>
          </p:nvSpPr>
          <p:spPr>
            <a:xfrm>
              <a:off x="10937027" y="1127135"/>
              <a:ext cx="28346" cy="28346"/>
            </a:xfrm>
            <a:prstGeom prst="ellipse">
              <a:avLst/>
            </a:prstGeom>
            <a:solidFill>
              <a:srgbClr val="00A6A6"/>
            </a:solidFill>
            <a:ln w="2743">
              <a:solidFill>
                <a:srgbClr val="FFFFFF"/>
              </a:solidFill>
            </a:ln>
            <a:effectLst/>
          </p:spPr>
          <p:txBody>
            <a:bodyPr rtlCol="0" anchor="ctr"/>
            <a:lstStyle/>
            <a:p>
              <a:pPr algn="ctr"/>
            </a:p>
          </p:txBody>
        </p:sp>
        <p:sp>
          <p:nvSpPr>
            <p:cNvPr id="1545" name="link4_sensor_1: 0.4702 m"/>
            <p:cNvSpPr/>
            <p:nvPr/>
          </p:nvSpPr>
          <p:spPr>
            <a:xfrm>
              <a:off x="10973766" y="1596786"/>
              <a:ext cx="28346" cy="28346"/>
            </a:xfrm>
            <a:prstGeom prst="ellipse">
              <a:avLst/>
            </a:prstGeom>
            <a:solidFill>
              <a:srgbClr val="00A6A6"/>
            </a:solidFill>
            <a:ln w="2743">
              <a:solidFill>
                <a:srgbClr val="FFFFFF"/>
              </a:solidFill>
            </a:ln>
            <a:effectLst/>
          </p:spPr>
          <p:txBody>
            <a:bodyPr rtlCol="0" anchor="ctr"/>
            <a:lstStyle/>
            <a:p>
              <a:pPr algn="ctr"/>
            </a:p>
          </p:txBody>
        </p:sp>
        <p:sp>
          <p:nvSpPr>
            <p:cNvPr id="1546" name="link4_sensor_1: 0.6943 m"/>
            <p:cNvSpPr/>
            <p:nvPr/>
          </p:nvSpPr>
          <p:spPr>
            <a:xfrm>
              <a:off x="11600395" y="1798978"/>
              <a:ext cx="28346" cy="28346"/>
            </a:xfrm>
            <a:prstGeom prst="ellipse">
              <a:avLst/>
            </a:prstGeom>
            <a:solidFill>
              <a:srgbClr val="00A6A6"/>
            </a:solidFill>
            <a:ln w="2743">
              <a:solidFill>
                <a:srgbClr val="FFFFFF"/>
              </a:solidFill>
            </a:ln>
            <a:effectLst/>
          </p:spPr>
          <p:txBody>
            <a:bodyPr rtlCol="0" anchor="ctr"/>
            <a:lstStyle/>
            <a:p>
              <a:pPr algn="ctr"/>
            </a:p>
          </p:txBody>
        </p:sp>
        <p:sp>
          <p:nvSpPr>
            <p:cNvPr id="1547" name="link4_sensor_2: 0.5810 m"/>
            <p:cNvSpPr/>
            <p:nvPr/>
          </p:nvSpPr>
          <p:spPr>
            <a:xfrm>
              <a:off x="10665429" y="394967"/>
              <a:ext cx="28346" cy="28346"/>
            </a:xfrm>
            <a:prstGeom prst="ellipse">
              <a:avLst/>
            </a:prstGeom>
            <a:solidFill>
              <a:srgbClr val="00A6A6"/>
            </a:solidFill>
            <a:ln w="2743">
              <a:solidFill>
                <a:srgbClr val="FFFFFF"/>
              </a:solidFill>
            </a:ln>
            <a:effectLst/>
          </p:spPr>
          <p:txBody>
            <a:bodyPr rtlCol="0" anchor="ctr"/>
            <a:lstStyle/>
            <a:p>
              <a:pPr algn="ctr"/>
            </a:p>
          </p:txBody>
        </p:sp>
        <p:sp>
          <p:nvSpPr>
            <p:cNvPr id="1548" name="link6_sensor_5: 0.4285 m"/>
            <p:cNvSpPr/>
            <p:nvPr/>
          </p:nvSpPr>
          <p:spPr>
            <a:xfrm>
              <a:off x="10935580" y="1477033"/>
              <a:ext cx="28346" cy="28346"/>
            </a:xfrm>
            <a:prstGeom prst="ellipse">
              <a:avLst/>
            </a:prstGeom>
            <a:solidFill>
              <a:srgbClr val="00A6A6"/>
            </a:solidFill>
            <a:ln w="2743">
              <a:solidFill>
                <a:srgbClr val="FFFFFF"/>
              </a:solidFill>
            </a:ln>
            <a:effectLst/>
          </p:spPr>
          <p:txBody>
            <a:bodyPr rtlCol="0" anchor="ctr"/>
            <a:lstStyle/>
            <a:p>
              <a:pPr algn="ctr"/>
            </a:p>
          </p:txBody>
        </p:sp>
        <p:sp>
          <p:nvSpPr>
            <p:cNvPr id="1549" name="link1_sensor_3: 0.6733 m"/>
            <p:cNvSpPr/>
            <p:nvPr/>
          </p:nvSpPr>
          <p:spPr>
            <a:xfrm>
              <a:off x="11539749" y="2209484"/>
              <a:ext cx="28346" cy="28346"/>
            </a:xfrm>
            <a:prstGeom prst="ellipse">
              <a:avLst/>
            </a:prstGeom>
            <a:solidFill>
              <a:srgbClr val="00A6A6"/>
            </a:solidFill>
            <a:ln w="2743">
              <a:solidFill>
                <a:srgbClr val="FFFFFF"/>
              </a:solidFill>
            </a:ln>
            <a:effectLst/>
          </p:spPr>
          <p:txBody>
            <a:bodyPr rtlCol="0" anchor="ctr"/>
            <a:lstStyle/>
            <a:p>
              <a:pPr algn="ctr"/>
            </a:p>
          </p:txBody>
        </p:sp>
        <p:sp>
          <p:nvSpPr>
            <p:cNvPr id="1550" name="link4_sensor_1: 0.5946 m"/>
            <p:cNvSpPr/>
            <p:nvPr/>
          </p:nvSpPr>
          <p:spPr>
            <a:xfrm>
              <a:off x="11306689" y="1601863"/>
              <a:ext cx="28346" cy="28346"/>
            </a:xfrm>
            <a:prstGeom prst="ellipse">
              <a:avLst/>
            </a:prstGeom>
            <a:solidFill>
              <a:srgbClr val="00A6A6"/>
            </a:solidFill>
            <a:ln w="2743">
              <a:solidFill>
                <a:srgbClr val="FFFFFF"/>
              </a:solidFill>
            </a:ln>
            <a:effectLst/>
          </p:spPr>
          <p:txBody>
            <a:bodyPr rtlCol="0" anchor="ctr"/>
            <a:lstStyle/>
            <a:p>
              <a:pPr algn="ctr"/>
            </a:p>
          </p:txBody>
        </p:sp>
        <p:sp>
          <p:nvSpPr>
            <p:cNvPr id="1551" name="link6_sensor_1: 0.4773 m"/>
            <p:cNvSpPr/>
            <p:nvPr/>
          </p:nvSpPr>
          <p:spPr>
            <a:xfrm>
              <a:off x="10992159" y="626257"/>
              <a:ext cx="28346" cy="28346"/>
            </a:xfrm>
            <a:prstGeom prst="ellipse">
              <a:avLst/>
            </a:prstGeom>
            <a:solidFill>
              <a:srgbClr val="00A6A6"/>
            </a:solidFill>
            <a:ln w="2743">
              <a:solidFill>
                <a:srgbClr val="FFFFFF"/>
              </a:solidFill>
            </a:ln>
            <a:effectLst/>
          </p:spPr>
          <p:txBody>
            <a:bodyPr rtlCol="0" anchor="ctr"/>
            <a:lstStyle/>
            <a:p>
              <a:pPr algn="ctr"/>
            </a:p>
          </p:txBody>
        </p:sp>
        <p:sp>
          <p:nvSpPr>
            <p:cNvPr id="1552" name="link4_sensor_1: 0.4494 m"/>
            <p:cNvSpPr/>
            <p:nvPr/>
          </p:nvSpPr>
          <p:spPr>
            <a:xfrm>
              <a:off x="10885101" y="1350569"/>
              <a:ext cx="28346" cy="28346"/>
            </a:xfrm>
            <a:prstGeom prst="ellipse">
              <a:avLst/>
            </a:prstGeom>
            <a:solidFill>
              <a:srgbClr val="00A6A6"/>
            </a:solidFill>
            <a:ln w="2743">
              <a:solidFill>
                <a:srgbClr val="FFFFFF"/>
              </a:solidFill>
            </a:ln>
            <a:effectLst/>
          </p:spPr>
          <p:txBody>
            <a:bodyPr rtlCol="0" anchor="ctr"/>
            <a:lstStyle/>
            <a:p>
              <a:pPr algn="ctr"/>
            </a:p>
          </p:txBody>
        </p:sp>
        <p:sp>
          <p:nvSpPr>
            <p:cNvPr id="1553" name="link4_sensor_1: 0.4872 m"/>
            <p:cNvSpPr/>
            <p:nvPr/>
          </p:nvSpPr>
          <p:spPr>
            <a:xfrm>
              <a:off x="11013264" y="1478591"/>
              <a:ext cx="28346" cy="28346"/>
            </a:xfrm>
            <a:prstGeom prst="ellipse">
              <a:avLst/>
            </a:prstGeom>
            <a:solidFill>
              <a:srgbClr val="00A6A6"/>
            </a:solidFill>
            <a:ln w="2743">
              <a:solidFill>
                <a:srgbClr val="FFFFFF"/>
              </a:solidFill>
            </a:ln>
            <a:effectLst/>
          </p:spPr>
          <p:txBody>
            <a:bodyPr rtlCol="0" anchor="ctr"/>
            <a:lstStyle/>
            <a:p>
              <a:pPr algn="ctr"/>
            </a:p>
          </p:txBody>
        </p:sp>
        <p:sp>
          <p:nvSpPr>
            <p:cNvPr id="1554" name="link6_sensor_2: 0.4745 m"/>
            <p:cNvSpPr/>
            <p:nvPr/>
          </p:nvSpPr>
          <p:spPr>
            <a:xfrm>
              <a:off x="11021867" y="601099"/>
              <a:ext cx="28346" cy="28346"/>
            </a:xfrm>
            <a:prstGeom prst="ellipse">
              <a:avLst/>
            </a:prstGeom>
            <a:solidFill>
              <a:srgbClr val="00A6A6"/>
            </a:solidFill>
            <a:ln w="2743">
              <a:solidFill>
                <a:srgbClr val="FFFFFF"/>
              </a:solidFill>
            </a:ln>
            <a:effectLst/>
          </p:spPr>
          <p:txBody>
            <a:bodyPr rtlCol="0" anchor="ctr"/>
            <a:lstStyle/>
            <a:p>
              <a:pPr algn="ctr"/>
            </a:p>
          </p:txBody>
        </p:sp>
        <p:sp>
          <p:nvSpPr>
            <p:cNvPr id="1555" name="link4_sensor_1: 0.5031 m"/>
            <p:cNvSpPr/>
            <p:nvPr/>
          </p:nvSpPr>
          <p:spPr>
            <a:xfrm>
              <a:off x="10949549" y="997760"/>
              <a:ext cx="28346" cy="28346"/>
            </a:xfrm>
            <a:prstGeom prst="ellipse">
              <a:avLst/>
            </a:prstGeom>
            <a:solidFill>
              <a:srgbClr val="00A6A6"/>
            </a:solidFill>
            <a:ln w="2743">
              <a:solidFill>
                <a:srgbClr val="FFFFFF"/>
              </a:solidFill>
            </a:ln>
            <a:effectLst/>
          </p:spPr>
          <p:txBody>
            <a:bodyPr rtlCol="0" anchor="ctr"/>
            <a:lstStyle/>
            <a:p>
              <a:pPr algn="ctr"/>
            </a:p>
          </p:txBody>
        </p:sp>
        <p:sp>
          <p:nvSpPr>
            <p:cNvPr id="1556" name="link6_sensor_1: 0.5087 m"/>
            <p:cNvSpPr/>
            <p:nvPr/>
          </p:nvSpPr>
          <p:spPr>
            <a:xfrm>
              <a:off x="11006137" y="472287"/>
              <a:ext cx="28346" cy="28346"/>
            </a:xfrm>
            <a:prstGeom prst="ellipse">
              <a:avLst/>
            </a:prstGeom>
            <a:solidFill>
              <a:srgbClr val="00A6A6"/>
            </a:solidFill>
            <a:ln w="2743">
              <a:solidFill>
                <a:srgbClr val="FFFFFF"/>
              </a:solidFill>
            </a:ln>
            <a:effectLst/>
          </p:spPr>
          <p:txBody>
            <a:bodyPr rtlCol="0" anchor="ctr"/>
            <a:lstStyle/>
            <a:p>
              <a:pPr algn="ctr"/>
            </a:p>
          </p:txBody>
        </p:sp>
        <p:sp>
          <p:nvSpPr>
            <p:cNvPr id="1557" name="link6_sensor_5: 0.4262 m"/>
            <p:cNvSpPr/>
            <p:nvPr/>
          </p:nvSpPr>
          <p:spPr>
            <a:xfrm>
              <a:off x="10958876" y="1379086"/>
              <a:ext cx="28346" cy="28346"/>
            </a:xfrm>
            <a:prstGeom prst="ellipse">
              <a:avLst/>
            </a:prstGeom>
            <a:solidFill>
              <a:srgbClr val="00A6A6"/>
            </a:solidFill>
            <a:ln w="2743">
              <a:solidFill>
                <a:srgbClr val="FFFFFF"/>
              </a:solidFill>
            </a:ln>
            <a:effectLst/>
          </p:spPr>
          <p:txBody>
            <a:bodyPr rtlCol="0" anchor="ctr"/>
            <a:lstStyle/>
            <a:p>
              <a:pPr algn="ctr"/>
            </a:p>
          </p:txBody>
        </p:sp>
        <p:sp>
          <p:nvSpPr>
            <p:cNvPr id="1558" name="link6_sensor_1: 0.4508 m"/>
            <p:cNvSpPr/>
            <p:nvPr/>
          </p:nvSpPr>
          <p:spPr>
            <a:xfrm>
              <a:off x="10968724" y="788580"/>
              <a:ext cx="28346" cy="28346"/>
            </a:xfrm>
            <a:prstGeom prst="ellipse">
              <a:avLst/>
            </a:prstGeom>
            <a:solidFill>
              <a:srgbClr val="00A6A6"/>
            </a:solidFill>
            <a:ln w="2743">
              <a:solidFill>
                <a:srgbClr val="FFFFFF"/>
              </a:solidFill>
            </a:ln>
            <a:effectLst/>
          </p:spPr>
          <p:txBody>
            <a:bodyPr rtlCol="0" anchor="ctr"/>
            <a:lstStyle/>
            <a:p>
              <a:pPr algn="ctr"/>
            </a:p>
          </p:txBody>
        </p:sp>
        <p:sp>
          <p:nvSpPr>
            <p:cNvPr id="1559" name="link4_sensor_1: 0.7304 m"/>
            <p:cNvSpPr/>
            <p:nvPr/>
          </p:nvSpPr>
          <p:spPr>
            <a:xfrm>
              <a:off x="11706393" y="1636229"/>
              <a:ext cx="28346" cy="28346"/>
            </a:xfrm>
            <a:prstGeom prst="ellipse">
              <a:avLst/>
            </a:prstGeom>
            <a:solidFill>
              <a:srgbClr val="00A6A6"/>
            </a:solidFill>
            <a:ln w="2743">
              <a:solidFill>
                <a:srgbClr val="FFFFFF"/>
              </a:solidFill>
            </a:ln>
            <a:effectLst/>
          </p:spPr>
          <p:txBody>
            <a:bodyPr rtlCol="0" anchor="ctr"/>
            <a:lstStyle/>
            <a:p>
              <a:pPr algn="ctr"/>
            </a:p>
          </p:txBody>
        </p:sp>
        <p:sp>
          <p:nvSpPr>
            <p:cNvPr id="1560" name="link1_sensor_3: 0.6750 m"/>
            <p:cNvSpPr/>
            <p:nvPr/>
          </p:nvSpPr>
          <p:spPr>
            <a:xfrm>
              <a:off x="11570063" y="2054446"/>
              <a:ext cx="28346" cy="28346"/>
            </a:xfrm>
            <a:prstGeom prst="ellipse">
              <a:avLst/>
            </a:prstGeom>
            <a:solidFill>
              <a:srgbClr val="00A6A6"/>
            </a:solidFill>
            <a:ln w="2743">
              <a:solidFill>
                <a:srgbClr val="FFFFFF"/>
              </a:solidFill>
            </a:ln>
            <a:effectLst/>
          </p:spPr>
          <p:txBody>
            <a:bodyPr rtlCol="0" anchor="ctr"/>
            <a:lstStyle/>
            <a:p>
              <a:pPr algn="ctr"/>
            </a:p>
          </p:txBody>
        </p:sp>
        <p:sp>
          <p:nvSpPr>
            <p:cNvPr id="1561" name="link4_sensor_2: 0.5989 m"/>
            <p:cNvSpPr/>
            <p:nvPr/>
          </p:nvSpPr>
          <p:spPr>
            <a:xfrm>
              <a:off x="10875567" y="409522"/>
              <a:ext cx="28346" cy="28346"/>
            </a:xfrm>
            <a:prstGeom prst="ellipse">
              <a:avLst/>
            </a:prstGeom>
            <a:solidFill>
              <a:srgbClr val="00A6A6"/>
            </a:solidFill>
            <a:ln w="2743">
              <a:solidFill>
                <a:srgbClr val="FFFFFF"/>
              </a:solidFill>
            </a:ln>
            <a:effectLst/>
          </p:spPr>
          <p:txBody>
            <a:bodyPr rtlCol="0" anchor="ctr"/>
            <a:lstStyle/>
            <a:p>
              <a:pPr algn="ctr"/>
            </a:p>
          </p:txBody>
        </p:sp>
        <p:sp>
          <p:nvSpPr>
            <p:cNvPr id="1562" name="link4_sensor_1: 0.4540 m"/>
            <p:cNvSpPr/>
            <p:nvPr/>
          </p:nvSpPr>
          <p:spPr>
            <a:xfrm>
              <a:off x="10895324" y="1238205"/>
              <a:ext cx="28346" cy="28346"/>
            </a:xfrm>
            <a:prstGeom prst="ellipse">
              <a:avLst/>
            </a:prstGeom>
            <a:solidFill>
              <a:srgbClr val="00A6A6"/>
            </a:solidFill>
            <a:ln w="2743">
              <a:solidFill>
                <a:srgbClr val="FFFFFF"/>
              </a:solidFill>
            </a:ln>
            <a:effectLst/>
          </p:spPr>
          <p:txBody>
            <a:bodyPr rtlCol="0" anchor="ctr"/>
            <a:lstStyle/>
            <a:p>
              <a:pPr algn="ctr"/>
            </a:p>
          </p:txBody>
        </p:sp>
        <p:sp>
          <p:nvSpPr>
            <p:cNvPr id="1563" name="link4_sensor_0: 0.4269 m"/>
            <p:cNvSpPr/>
            <p:nvPr/>
          </p:nvSpPr>
          <p:spPr>
            <a:xfrm>
              <a:off x="9338005" y="377107"/>
              <a:ext cx="28346" cy="28346"/>
            </a:xfrm>
            <a:prstGeom prst="ellipse">
              <a:avLst/>
            </a:prstGeom>
            <a:solidFill>
              <a:srgbClr val="00A6A6"/>
            </a:solidFill>
            <a:ln w="2743">
              <a:solidFill>
                <a:srgbClr val="FFFFFF"/>
              </a:solidFill>
            </a:ln>
            <a:effectLst/>
          </p:spPr>
          <p:txBody>
            <a:bodyPr rtlCol="0" anchor="ctr"/>
            <a:lstStyle/>
            <a:p>
              <a:pPr algn="ctr"/>
            </a:p>
          </p:txBody>
        </p:sp>
        <p:sp>
          <p:nvSpPr>
            <p:cNvPr id="1564" name="link6_sensor_1: 0.4787 m"/>
            <p:cNvSpPr/>
            <p:nvPr/>
          </p:nvSpPr>
          <p:spPr>
            <a:xfrm>
              <a:off x="10980373" y="653604"/>
              <a:ext cx="28346" cy="28346"/>
            </a:xfrm>
            <a:prstGeom prst="ellipse">
              <a:avLst/>
            </a:prstGeom>
            <a:solidFill>
              <a:srgbClr val="00A6A6"/>
            </a:solidFill>
            <a:ln w="2743">
              <a:solidFill>
                <a:srgbClr val="FFFFFF"/>
              </a:solidFill>
            </a:ln>
            <a:effectLst/>
          </p:spPr>
          <p:txBody>
            <a:bodyPr rtlCol="0" anchor="ctr"/>
            <a:lstStyle/>
            <a:p>
              <a:pPr algn="ctr"/>
            </a:p>
          </p:txBody>
        </p:sp>
        <p:sp>
          <p:nvSpPr>
            <p:cNvPr id="1565" name="link4_sensor_0: 0.4233 m"/>
            <p:cNvSpPr/>
            <p:nvPr/>
          </p:nvSpPr>
          <p:spPr>
            <a:xfrm>
              <a:off x="9449521" y="378676"/>
              <a:ext cx="28346" cy="28346"/>
            </a:xfrm>
            <a:prstGeom prst="ellipse">
              <a:avLst/>
            </a:prstGeom>
            <a:solidFill>
              <a:srgbClr val="00A6A6"/>
            </a:solidFill>
            <a:ln w="2743">
              <a:solidFill>
                <a:srgbClr val="FFFFFF"/>
              </a:solidFill>
            </a:ln>
            <a:effectLst/>
          </p:spPr>
          <p:txBody>
            <a:bodyPr rtlCol="0" anchor="ctr"/>
            <a:lstStyle/>
            <a:p>
              <a:pPr algn="ctr"/>
            </a:p>
          </p:txBody>
        </p:sp>
        <p:sp>
          <p:nvSpPr>
            <p:cNvPr id="1566" name="link6_sensor_5: 0.4194 m"/>
            <p:cNvSpPr/>
            <p:nvPr/>
          </p:nvSpPr>
          <p:spPr>
            <a:xfrm>
              <a:off x="10968923" y="1279397"/>
              <a:ext cx="28346" cy="28346"/>
            </a:xfrm>
            <a:prstGeom prst="ellipse">
              <a:avLst/>
            </a:prstGeom>
            <a:solidFill>
              <a:srgbClr val="00A6A6"/>
            </a:solidFill>
            <a:ln w="2743">
              <a:solidFill>
                <a:srgbClr val="FFFFFF"/>
              </a:solidFill>
            </a:ln>
            <a:effectLst/>
          </p:spPr>
          <p:txBody>
            <a:bodyPr rtlCol="0" anchor="ctr"/>
            <a:lstStyle/>
            <a:p>
              <a:pPr algn="ctr"/>
            </a:p>
          </p:txBody>
        </p:sp>
        <p:sp>
          <p:nvSpPr>
            <p:cNvPr id="1567" name="link4_sensor_2: 0.4128 m"/>
            <p:cNvSpPr/>
            <p:nvPr/>
          </p:nvSpPr>
          <p:spPr>
            <a:xfrm>
              <a:off x="10304110" y="670373"/>
              <a:ext cx="28346" cy="28346"/>
            </a:xfrm>
            <a:prstGeom prst="ellipse">
              <a:avLst/>
            </a:prstGeom>
            <a:solidFill>
              <a:srgbClr val="00A6A6"/>
            </a:solidFill>
            <a:ln w="2743">
              <a:solidFill>
                <a:srgbClr val="FFFFFF"/>
              </a:solidFill>
            </a:ln>
            <a:effectLst/>
          </p:spPr>
          <p:txBody>
            <a:bodyPr rtlCol="0" anchor="ctr"/>
            <a:lstStyle/>
            <a:p>
              <a:pPr algn="ctr"/>
            </a:p>
          </p:txBody>
        </p:sp>
        <p:sp>
          <p:nvSpPr>
            <p:cNvPr id="1568" name="link4_sensor_0: 0.4198 m"/>
            <p:cNvSpPr/>
            <p:nvPr/>
          </p:nvSpPr>
          <p:spPr>
            <a:xfrm>
              <a:off x="9560134" y="380246"/>
              <a:ext cx="28346" cy="28346"/>
            </a:xfrm>
            <a:prstGeom prst="ellipse">
              <a:avLst/>
            </a:prstGeom>
            <a:solidFill>
              <a:srgbClr val="00A6A6"/>
            </a:solidFill>
            <a:ln w="2743">
              <a:solidFill>
                <a:srgbClr val="FFFFFF"/>
              </a:solidFill>
            </a:ln>
            <a:effectLst/>
          </p:spPr>
          <p:txBody>
            <a:bodyPr rtlCol="0" anchor="ctr"/>
            <a:lstStyle/>
            <a:p>
              <a:pPr algn="ctr"/>
            </a:p>
          </p:txBody>
        </p:sp>
        <p:sp>
          <p:nvSpPr>
            <p:cNvPr id="1569" name="link6_sensor_1: 0.2608 m"/>
            <p:cNvSpPr/>
            <p:nvPr/>
          </p:nvSpPr>
          <p:spPr>
            <a:xfrm>
              <a:off x="10169303" y="566924"/>
              <a:ext cx="28346" cy="28346"/>
            </a:xfrm>
            <a:prstGeom prst="ellipse">
              <a:avLst/>
            </a:prstGeom>
            <a:solidFill>
              <a:srgbClr val="00A6A6"/>
            </a:solidFill>
            <a:ln w="2743">
              <a:solidFill>
                <a:srgbClr val="FFFFFF"/>
              </a:solidFill>
            </a:ln>
            <a:effectLst/>
          </p:spPr>
          <p:txBody>
            <a:bodyPr rtlCol="0" anchor="ctr"/>
            <a:lstStyle/>
            <a:p>
              <a:pPr algn="ctr"/>
            </a:p>
          </p:txBody>
        </p:sp>
        <p:sp>
          <p:nvSpPr>
            <p:cNvPr id="1570" name="link4_sensor_2: 0.4252 m"/>
            <p:cNvSpPr/>
            <p:nvPr/>
          </p:nvSpPr>
          <p:spPr>
            <a:xfrm>
              <a:off x="10219490" y="592420"/>
              <a:ext cx="28346" cy="28346"/>
            </a:xfrm>
            <a:prstGeom prst="ellipse">
              <a:avLst/>
            </a:prstGeom>
            <a:solidFill>
              <a:srgbClr val="00A6A6"/>
            </a:solidFill>
            <a:ln w="2743">
              <a:solidFill>
                <a:srgbClr val="FFFFFF"/>
              </a:solidFill>
            </a:ln>
            <a:effectLst/>
          </p:spPr>
          <p:txBody>
            <a:bodyPr rtlCol="0" anchor="ctr"/>
            <a:lstStyle/>
            <a:p>
              <a:pPr algn="ctr"/>
            </a:p>
          </p:txBody>
        </p:sp>
        <p:sp>
          <p:nvSpPr>
            <p:cNvPr id="1571" name="link4_sensor_0: 0.4163 m"/>
            <p:cNvSpPr/>
            <p:nvPr/>
          </p:nvSpPr>
          <p:spPr>
            <a:xfrm>
              <a:off x="9669854" y="381802"/>
              <a:ext cx="28346" cy="28346"/>
            </a:xfrm>
            <a:prstGeom prst="ellipse">
              <a:avLst/>
            </a:prstGeom>
            <a:solidFill>
              <a:srgbClr val="00A6A6"/>
            </a:solidFill>
            <a:ln w="2743">
              <a:solidFill>
                <a:srgbClr val="FFFFFF"/>
              </a:solidFill>
            </a:ln>
            <a:effectLst/>
          </p:spPr>
          <p:txBody>
            <a:bodyPr rtlCol="0" anchor="ctr"/>
            <a:lstStyle/>
            <a:p>
              <a:pPr algn="ctr"/>
            </a:p>
          </p:txBody>
        </p:sp>
        <p:sp>
          <p:nvSpPr>
            <p:cNvPr id="1572" name="link4_sensor_2: 0.4429 m"/>
            <p:cNvSpPr/>
            <p:nvPr/>
          </p:nvSpPr>
          <p:spPr>
            <a:xfrm>
              <a:off x="10133577" y="498095"/>
              <a:ext cx="28346" cy="28346"/>
            </a:xfrm>
            <a:prstGeom prst="ellipse">
              <a:avLst/>
            </a:prstGeom>
            <a:solidFill>
              <a:srgbClr val="00A6A6"/>
            </a:solidFill>
            <a:ln w="2743">
              <a:solidFill>
                <a:srgbClr val="FFFFFF"/>
              </a:solidFill>
            </a:ln>
            <a:effectLst/>
          </p:spPr>
          <p:txBody>
            <a:bodyPr rtlCol="0" anchor="ctr"/>
            <a:lstStyle/>
            <a:p>
              <a:pPr algn="ctr"/>
            </a:p>
          </p:txBody>
        </p:sp>
        <p:sp>
          <p:nvSpPr>
            <p:cNvPr id="1573" name="link6_sensor_1: 0.4520 m"/>
            <p:cNvSpPr/>
            <p:nvPr/>
          </p:nvSpPr>
          <p:spPr>
            <a:xfrm>
              <a:off x="10956751" y="819385"/>
              <a:ext cx="28346" cy="28346"/>
            </a:xfrm>
            <a:prstGeom prst="ellipse">
              <a:avLst/>
            </a:prstGeom>
            <a:solidFill>
              <a:srgbClr val="00A6A6"/>
            </a:solidFill>
            <a:ln w="2743">
              <a:solidFill>
                <a:srgbClr val="FFFFFF"/>
              </a:solidFill>
            </a:ln>
            <a:effectLst/>
          </p:spPr>
          <p:txBody>
            <a:bodyPr rtlCol="0" anchor="ctr"/>
            <a:lstStyle/>
            <a:p>
              <a:pPr algn="ctr"/>
            </a:p>
          </p:txBody>
        </p:sp>
        <p:sp>
          <p:nvSpPr>
            <p:cNvPr id="1574" name="link6_sensor_1: 0.5103 m"/>
            <p:cNvSpPr/>
            <p:nvPr/>
          </p:nvSpPr>
          <p:spPr>
            <a:xfrm>
              <a:off x="10993868" y="496874"/>
              <a:ext cx="28346" cy="28346"/>
            </a:xfrm>
            <a:prstGeom prst="ellipse">
              <a:avLst/>
            </a:prstGeom>
            <a:solidFill>
              <a:srgbClr val="00A6A6"/>
            </a:solidFill>
            <a:ln w="2743">
              <a:solidFill>
                <a:srgbClr val="FFFFFF"/>
              </a:solidFill>
            </a:ln>
            <a:effectLst/>
          </p:spPr>
          <p:txBody>
            <a:bodyPr rtlCol="0" anchor="ctr"/>
            <a:lstStyle/>
            <a:p>
              <a:pPr algn="ctr"/>
            </a:p>
          </p:txBody>
        </p:sp>
        <p:sp>
          <p:nvSpPr>
            <p:cNvPr id="1575" name="link4_sensor_0: 0.4129 m"/>
            <p:cNvSpPr/>
            <p:nvPr/>
          </p:nvSpPr>
          <p:spPr>
            <a:xfrm>
              <a:off x="9778692" y="383347"/>
              <a:ext cx="28346" cy="28346"/>
            </a:xfrm>
            <a:prstGeom prst="ellipse">
              <a:avLst/>
            </a:prstGeom>
            <a:solidFill>
              <a:srgbClr val="00A6A6"/>
            </a:solidFill>
            <a:ln w="2743">
              <a:solidFill>
                <a:srgbClr val="FFFFFF"/>
              </a:solidFill>
            </a:ln>
            <a:effectLst/>
          </p:spPr>
          <p:txBody>
            <a:bodyPr rtlCol="0" anchor="ctr"/>
            <a:lstStyle/>
            <a:p>
              <a:pPr algn="ctr"/>
            </a:p>
          </p:txBody>
        </p:sp>
        <p:sp>
          <p:nvSpPr>
            <p:cNvPr id="1576" name="link4_sensor_2: 0.4590 m"/>
            <p:cNvSpPr/>
            <p:nvPr/>
          </p:nvSpPr>
          <p:spPr>
            <a:xfrm>
              <a:off x="10037275" y="402919"/>
              <a:ext cx="28346" cy="28346"/>
            </a:xfrm>
            <a:prstGeom prst="ellipse">
              <a:avLst/>
            </a:prstGeom>
            <a:solidFill>
              <a:srgbClr val="00A6A6"/>
            </a:solidFill>
            <a:ln w="2743">
              <a:solidFill>
                <a:srgbClr val="FFFFFF"/>
              </a:solidFill>
            </a:ln>
            <a:effectLst/>
          </p:spPr>
          <p:txBody>
            <a:bodyPr rtlCol="0" anchor="ctr"/>
            <a:lstStyle/>
            <a:p>
              <a:pPr algn="ctr"/>
            </a:p>
          </p:txBody>
        </p:sp>
        <p:sp>
          <p:nvSpPr>
            <p:cNvPr id="1577" name="link4_sensor_1: 0.4587 m"/>
            <p:cNvSpPr/>
            <p:nvPr/>
          </p:nvSpPr>
          <p:spPr>
            <a:xfrm>
              <a:off x="10906182" y="1119365"/>
              <a:ext cx="28346" cy="28346"/>
            </a:xfrm>
            <a:prstGeom prst="ellipse">
              <a:avLst/>
            </a:prstGeom>
            <a:solidFill>
              <a:srgbClr val="00A6A6"/>
            </a:solidFill>
            <a:ln w="2743">
              <a:solidFill>
                <a:srgbClr val="FFFFFF"/>
              </a:solidFill>
            </a:ln>
            <a:effectLst/>
          </p:spPr>
          <p:txBody>
            <a:bodyPr rtlCol="0" anchor="ctr"/>
            <a:lstStyle/>
            <a:p>
              <a:pPr algn="ctr"/>
            </a:p>
          </p:txBody>
        </p:sp>
        <p:sp>
          <p:nvSpPr>
            <p:cNvPr id="1578" name="link4_sensor_0: 0.4095 m"/>
            <p:cNvSpPr/>
            <p:nvPr/>
          </p:nvSpPr>
          <p:spPr>
            <a:xfrm>
              <a:off x="9886659" y="384879"/>
              <a:ext cx="28346" cy="28346"/>
            </a:xfrm>
            <a:prstGeom prst="ellipse">
              <a:avLst/>
            </a:prstGeom>
            <a:solidFill>
              <a:srgbClr val="00A6A6"/>
            </a:solidFill>
            <a:ln w="2743">
              <a:solidFill>
                <a:srgbClr val="FFFFFF"/>
              </a:solidFill>
            </a:ln>
            <a:effectLst/>
          </p:spPr>
          <p:txBody>
            <a:bodyPr rtlCol="0" anchor="ctr"/>
            <a:lstStyle/>
            <a:p>
              <a:pPr algn="ctr"/>
            </a:p>
          </p:txBody>
        </p:sp>
        <p:sp>
          <p:nvSpPr>
            <p:cNvPr id="1579" name="link6_sensor_5: 0.4128 m"/>
            <p:cNvSpPr/>
            <p:nvPr/>
          </p:nvSpPr>
          <p:spPr>
            <a:xfrm>
              <a:off x="10979000" y="1179739"/>
              <a:ext cx="28346" cy="28346"/>
            </a:xfrm>
            <a:prstGeom prst="ellipse">
              <a:avLst/>
            </a:prstGeom>
            <a:solidFill>
              <a:srgbClr val="00A6A6"/>
            </a:solidFill>
            <a:ln w="2743">
              <a:solidFill>
                <a:srgbClr val="FFFFFF"/>
              </a:solidFill>
            </a:ln>
            <a:effectLst/>
          </p:spPr>
          <p:txBody>
            <a:bodyPr rtlCol="0" anchor="ctr"/>
            <a:lstStyle/>
            <a:p>
              <a:pPr algn="ctr"/>
            </a:p>
          </p:txBody>
        </p:sp>
        <p:sp>
          <p:nvSpPr>
            <p:cNvPr id="1580" name="link6_sensor_1: 0.2633 m"/>
            <p:cNvSpPr/>
            <p:nvPr/>
          </p:nvSpPr>
          <p:spPr>
            <a:xfrm>
              <a:off x="10152079" y="576111"/>
              <a:ext cx="28346" cy="28346"/>
            </a:xfrm>
            <a:prstGeom prst="ellipse">
              <a:avLst/>
            </a:prstGeom>
            <a:solidFill>
              <a:srgbClr val="00A6A6"/>
            </a:solidFill>
            <a:ln w="2743">
              <a:solidFill>
                <a:srgbClr val="FFFFFF"/>
              </a:solidFill>
            </a:ln>
            <a:effectLst/>
          </p:spPr>
          <p:txBody>
            <a:bodyPr rtlCol="0" anchor="ctr"/>
            <a:lstStyle/>
            <a:p>
              <a:pPr algn="ctr"/>
            </a:p>
          </p:txBody>
        </p:sp>
        <p:sp>
          <p:nvSpPr>
            <p:cNvPr id="1581" name="link4_sensor_0: 0.4062 m"/>
            <p:cNvSpPr/>
            <p:nvPr/>
          </p:nvSpPr>
          <p:spPr>
            <a:xfrm>
              <a:off x="9993764" y="386399"/>
              <a:ext cx="28346" cy="28346"/>
            </a:xfrm>
            <a:prstGeom prst="ellipse">
              <a:avLst/>
            </a:prstGeom>
            <a:solidFill>
              <a:srgbClr val="00A6A6"/>
            </a:solidFill>
            <a:ln w="2743">
              <a:solidFill>
                <a:srgbClr val="FFFFFF"/>
              </a:solidFill>
            </a:ln>
            <a:effectLst/>
          </p:spPr>
          <p:txBody>
            <a:bodyPr rtlCol="0" anchor="ctr"/>
            <a:lstStyle/>
            <a:p>
              <a:pPr algn="ctr"/>
            </a:p>
          </p:txBody>
        </p:sp>
        <p:sp>
          <p:nvSpPr>
            <p:cNvPr id="1582" name="link4_sensor_2: 0.4500 m"/>
            <p:cNvSpPr/>
            <p:nvPr/>
          </p:nvSpPr>
          <p:spPr>
            <a:xfrm>
              <a:off x="10489207" y="634844"/>
              <a:ext cx="28346" cy="28346"/>
            </a:xfrm>
            <a:prstGeom prst="ellipse">
              <a:avLst/>
            </a:prstGeom>
            <a:solidFill>
              <a:srgbClr val="00A6A6"/>
            </a:solidFill>
            <a:ln w="2743">
              <a:solidFill>
                <a:srgbClr val="FFFFFF"/>
              </a:solidFill>
            </a:ln>
            <a:effectLst/>
          </p:spPr>
          <p:txBody>
            <a:bodyPr rtlCol="0" anchor="ctr"/>
            <a:lstStyle/>
            <a:p>
              <a:pPr algn="ctr"/>
            </a:p>
          </p:txBody>
        </p:sp>
        <p:sp>
          <p:nvSpPr>
            <p:cNvPr id="1583" name="link4_sensor_2: 0.4362 m"/>
            <p:cNvSpPr/>
            <p:nvPr/>
          </p:nvSpPr>
          <p:spPr>
            <a:xfrm>
              <a:off x="9912441" y="404495"/>
              <a:ext cx="28346" cy="28346"/>
            </a:xfrm>
            <a:prstGeom prst="ellipse">
              <a:avLst/>
            </a:prstGeom>
            <a:solidFill>
              <a:srgbClr val="00A6A6"/>
            </a:solidFill>
            <a:ln w="2743">
              <a:solidFill>
                <a:srgbClr val="FFFFFF"/>
              </a:solidFill>
            </a:ln>
            <a:effectLst/>
          </p:spPr>
          <p:txBody>
            <a:bodyPr rtlCol="0" anchor="ctr"/>
            <a:lstStyle/>
            <a:p>
              <a:pPr algn="ctr"/>
            </a:p>
          </p:txBody>
        </p:sp>
        <p:sp>
          <p:nvSpPr>
            <p:cNvPr id="1584" name="link4_sensor_2: 0.4698 m"/>
            <p:cNvSpPr/>
            <p:nvPr/>
          </p:nvSpPr>
          <p:spPr>
            <a:xfrm>
              <a:off x="10409353" y="535646"/>
              <a:ext cx="28346" cy="28346"/>
            </a:xfrm>
            <a:prstGeom prst="ellipse">
              <a:avLst/>
            </a:prstGeom>
            <a:solidFill>
              <a:srgbClr val="00A6A6"/>
            </a:solidFill>
            <a:ln w="2743">
              <a:solidFill>
                <a:srgbClr val="FFFFFF"/>
              </a:solidFill>
            </a:ln>
            <a:effectLst/>
          </p:spPr>
          <p:txBody>
            <a:bodyPr rtlCol="0" anchor="ctr"/>
            <a:lstStyle/>
            <a:p>
              <a:pPr algn="ctr"/>
            </a:p>
          </p:txBody>
        </p:sp>
        <p:sp>
          <p:nvSpPr>
            <p:cNvPr id="1585" name="link6_sensor_1: 0.4801 m"/>
            <p:cNvSpPr/>
            <p:nvPr/>
          </p:nvSpPr>
          <p:spPr>
            <a:xfrm>
              <a:off x="10967837" y="682640"/>
              <a:ext cx="28346" cy="28346"/>
            </a:xfrm>
            <a:prstGeom prst="ellipse">
              <a:avLst/>
            </a:prstGeom>
            <a:solidFill>
              <a:srgbClr val="00A6A6"/>
            </a:solidFill>
            <a:ln w="2743">
              <a:solidFill>
                <a:srgbClr val="FFFFFF"/>
              </a:solidFill>
            </a:ln>
            <a:effectLst/>
          </p:spPr>
          <p:txBody>
            <a:bodyPr rtlCol="0" anchor="ctr"/>
            <a:lstStyle/>
            <a:p>
              <a:pPr algn="ctr"/>
            </a:p>
          </p:txBody>
        </p:sp>
        <p:sp>
          <p:nvSpPr>
            <p:cNvPr id="1586" name="link6_sensor_1: 0.2917 m"/>
            <p:cNvSpPr/>
            <p:nvPr/>
          </p:nvSpPr>
          <p:spPr>
            <a:xfrm>
              <a:off x="10240548" y="573280"/>
              <a:ext cx="28346" cy="28346"/>
            </a:xfrm>
            <a:prstGeom prst="ellipse">
              <a:avLst/>
            </a:prstGeom>
            <a:solidFill>
              <a:srgbClr val="00A6A6"/>
            </a:solidFill>
            <a:ln w="2743">
              <a:solidFill>
                <a:srgbClr val="FFFFFF"/>
              </a:solidFill>
            </a:ln>
            <a:effectLst/>
          </p:spPr>
          <p:txBody>
            <a:bodyPr rtlCol="0" anchor="ctr"/>
            <a:lstStyle/>
            <a:p>
              <a:pPr algn="ctr"/>
            </a:p>
          </p:txBody>
        </p:sp>
        <p:sp>
          <p:nvSpPr>
            <p:cNvPr id="1587" name="link4_sensor_2: 0.4451 m"/>
            <p:cNvSpPr/>
            <p:nvPr/>
          </p:nvSpPr>
          <p:spPr>
            <a:xfrm>
              <a:off x="9805780" y="324030"/>
              <a:ext cx="28346" cy="28346"/>
            </a:xfrm>
            <a:prstGeom prst="ellipse">
              <a:avLst/>
            </a:prstGeom>
            <a:solidFill>
              <a:srgbClr val="00A6A6"/>
            </a:solidFill>
            <a:ln w="2743">
              <a:solidFill>
                <a:srgbClr val="FFFFFF"/>
              </a:solidFill>
            </a:ln>
            <a:effectLst/>
          </p:spPr>
          <p:txBody>
            <a:bodyPr rtlCol="0" anchor="ctr"/>
            <a:lstStyle/>
            <a:p>
              <a:pPr algn="ctr"/>
            </a:p>
          </p:txBody>
        </p:sp>
        <p:sp>
          <p:nvSpPr>
            <p:cNvPr id="1588" name="link4_sensor_2: 0.4969 m"/>
            <p:cNvSpPr/>
            <p:nvPr/>
          </p:nvSpPr>
          <p:spPr>
            <a:xfrm>
              <a:off x="10328281" y="414034"/>
              <a:ext cx="28346" cy="28346"/>
            </a:xfrm>
            <a:prstGeom prst="ellipse">
              <a:avLst/>
            </a:prstGeom>
            <a:solidFill>
              <a:srgbClr val="00A6A6"/>
            </a:solidFill>
            <a:ln w="2743">
              <a:solidFill>
                <a:srgbClr val="FFFFFF"/>
              </a:solidFill>
            </a:ln>
            <a:effectLst/>
          </p:spPr>
          <p:txBody>
            <a:bodyPr rtlCol="0" anchor="ctr"/>
            <a:lstStyle/>
            <a:p>
              <a:pPr algn="ctr"/>
            </a:p>
          </p:txBody>
        </p:sp>
        <p:sp>
          <p:nvSpPr>
            <p:cNvPr id="1589" name="link5_front_sensor_0: 0.4376 m"/>
            <p:cNvSpPr/>
            <p:nvPr/>
          </p:nvSpPr>
          <p:spPr>
            <a:xfrm>
              <a:off x="10995531" y="915957"/>
              <a:ext cx="28346" cy="28346"/>
            </a:xfrm>
            <a:prstGeom prst="ellipse">
              <a:avLst/>
            </a:prstGeom>
            <a:solidFill>
              <a:srgbClr val="00A6A6"/>
            </a:solidFill>
            <a:ln w="2743">
              <a:solidFill>
                <a:srgbClr val="FFFFFF"/>
              </a:solidFill>
            </a:ln>
            <a:effectLst/>
          </p:spPr>
          <p:txBody>
            <a:bodyPr rtlCol="0" anchor="ctr"/>
            <a:lstStyle/>
            <a:p>
              <a:pPr algn="ctr"/>
            </a:p>
          </p:txBody>
        </p:sp>
        <p:sp>
          <p:nvSpPr>
            <p:cNvPr id="1590" name="link6_sensor_1: 0.3271 m"/>
            <p:cNvSpPr/>
            <p:nvPr/>
          </p:nvSpPr>
          <p:spPr>
            <a:xfrm>
              <a:off x="10351924" y="569717"/>
              <a:ext cx="28346" cy="28346"/>
            </a:xfrm>
            <a:prstGeom prst="ellipse">
              <a:avLst/>
            </a:prstGeom>
            <a:solidFill>
              <a:srgbClr val="00A6A6"/>
            </a:solidFill>
            <a:ln w="2743">
              <a:solidFill>
                <a:srgbClr val="FFFFFF"/>
              </a:solidFill>
            </a:ln>
            <a:effectLst/>
          </p:spPr>
          <p:txBody>
            <a:bodyPr rtlCol="0" anchor="ctr"/>
            <a:lstStyle/>
            <a:p>
              <a:pPr algn="ctr"/>
            </a:p>
          </p:txBody>
        </p:sp>
        <p:sp>
          <p:nvSpPr>
            <p:cNvPr id="1591" name="link6_sensor_1: 0.4456 m"/>
            <p:cNvSpPr/>
            <p:nvPr/>
          </p:nvSpPr>
          <p:spPr>
            <a:xfrm>
              <a:off x="10922420" y="858165"/>
              <a:ext cx="28346" cy="28346"/>
            </a:xfrm>
            <a:prstGeom prst="ellipse">
              <a:avLst/>
            </a:prstGeom>
            <a:solidFill>
              <a:srgbClr val="00A6A6"/>
            </a:solidFill>
            <a:ln w="2743">
              <a:solidFill>
                <a:srgbClr val="FFFFFF"/>
              </a:solidFill>
            </a:ln>
            <a:effectLst/>
          </p:spPr>
          <p:txBody>
            <a:bodyPr rtlCol="0" anchor="ctr"/>
            <a:lstStyle/>
            <a:p>
              <a:pPr algn="ctr"/>
            </a:p>
          </p:txBody>
        </p:sp>
        <p:sp>
          <p:nvSpPr>
            <p:cNvPr id="1592" name="link4_sensor_2: 0.4702 m"/>
            <p:cNvSpPr/>
            <p:nvPr/>
          </p:nvSpPr>
          <p:spPr>
            <a:xfrm>
              <a:off x="10178609" y="415262"/>
              <a:ext cx="28346" cy="28346"/>
            </a:xfrm>
            <a:prstGeom prst="ellipse">
              <a:avLst/>
            </a:prstGeom>
            <a:solidFill>
              <a:srgbClr val="00A6A6"/>
            </a:solidFill>
            <a:ln w="2743">
              <a:solidFill>
                <a:srgbClr val="FFFFFF"/>
              </a:solidFill>
            </a:ln>
            <a:effectLst/>
          </p:spPr>
          <p:txBody>
            <a:bodyPr rtlCol="0" anchor="ctr"/>
            <a:lstStyle/>
            <a:p>
              <a:pPr algn="ctr"/>
            </a:p>
          </p:txBody>
        </p:sp>
        <p:sp>
          <p:nvSpPr>
            <p:cNvPr id="1593" name="link6_sensor_1: 0.5119 m"/>
            <p:cNvSpPr/>
            <p:nvPr/>
          </p:nvSpPr>
          <p:spPr>
            <a:xfrm>
              <a:off x="10980774" y="523101"/>
              <a:ext cx="28346" cy="28346"/>
            </a:xfrm>
            <a:prstGeom prst="ellipse">
              <a:avLst/>
            </a:prstGeom>
            <a:solidFill>
              <a:srgbClr val="00A6A6"/>
            </a:solidFill>
            <a:ln w="2743">
              <a:solidFill>
                <a:srgbClr val="FFFFFF"/>
              </a:solidFill>
            </a:ln>
            <a:effectLst/>
          </p:spPr>
          <p:txBody>
            <a:bodyPr rtlCol="0" anchor="ctr"/>
            <a:lstStyle/>
            <a:p>
              <a:pPr algn="ctr"/>
            </a:p>
          </p:txBody>
        </p:sp>
        <p:sp>
          <p:nvSpPr>
            <p:cNvPr id="1594" name="link4_sensor_2: 0.5005 m"/>
            <p:cNvSpPr/>
            <p:nvPr/>
          </p:nvSpPr>
          <p:spPr>
            <a:xfrm>
              <a:off x="10731809" y="578710"/>
              <a:ext cx="28346" cy="28346"/>
            </a:xfrm>
            <a:prstGeom prst="ellipse">
              <a:avLst/>
            </a:prstGeom>
            <a:solidFill>
              <a:srgbClr val="00A6A6"/>
            </a:solidFill>
            <a:ln w="2743">
              <a:solidFill>
                <a:srgbClr val="FFFFFF"/>
              </a:solidFill>
            </a:ln>
            <a:effectLst/>
          </p:spPr>
          <p:txBody>
            <a:bodyPr rtlCol="0" anchor="ctr"/>
            <a:lstStyle/>
            <a:p>
              <a:pPr algn="ctr"/>
            </a:p>
          </p:txBody>
        </p:sp>
        <p:sp>
          <p:nvSpPr>
            <p:cNvPr id="1595" name="link6_sensor_1: 0.3723 m"/>
            <p:cNvSpPr/>
            <p:nvPr/>
          </p:nvSpPr>
          <p:spPr>
            <a:xfrm>
              <a:off x="10496432" y="565087"/>
              <a:ext cx="28346" cy="28346"/>
            </a:xfrm>
            <a:prstGeom prst="ellipse">
              <a:avLst/>
            </a:prstGeom>
            <a:solidFill>
              <a:srgbClr val="00A6A6"/>
            </a:solidFill>
            <a:ln w="2743">
              <a:solidFill>
                <a:srgbClr val="FFFFFF"/>
              </a:solidFill>
            </a:ln>
            <a:effectLst/>
          </p:spPr>
          <p:txBody>
            <a:bodyPr rtlCol="0" anchor="ctr"/>
            <a:lstStyle/>
            <a:p>
              <a:pPr algn="ctr"/>
            </a:p>
          </p:txBody>
        </p:sp>
        <p:sp>
          <p:nvSpPr>
            <p:cNvPr id="1596" name="link4_sensor_2: 0.4764 m"/>
            <p:cNvSpPr/>
            <p:nvPr/>
          </p:nvSpPr>
          <p:spPr>
            <a:xfrm>
              <a:off x="10065650" y="338317"/>
              <a:ext cx="28346" cy="28346"/>
            </a:xfrm>
            <a:prstGeom prst="ellipse">
              <a:avLst/>
            </a:prstGeom>
            <a:solidFill>
              <a:srgbClr val="00A6A6"/>
            </a:solidFill>
            <a:ln w="2743">
              <a:solidFill>
                <a:srgbClr val="FFFFFF"/>
              </a:solidFill>
            </a:ln>
            <a:effectLst/>
          </p:spPr>
          <p:txBody>
            <a:bodyPr rtlCol="0" anchor="ctr"/>
            <a:lstStyle/>
            <a:p>
              <a:pPr algn="ctr"/>
            </a:p>
          </p:txBody>
        </p:sp>
        <p:sp>
          <p:nvSpPr>
            <p:cNvPr id="1597" name="link5_front_sensor_0: 0.4672 m"/>
            <p:cNvSpPr/>
            <p:nvPr/>
          </p:nvSpPr>
          <p:spPr>
            <a:xfrm>
              <a:off x="11011520" y="783524"/>
              <a:ext cx="28346" cy="28346"/>
            </a:xfrm>
            <a:prstGeom prst="ellipse">
              <a:avLst/>
            </a:prstGeom>
            <a:solidFill>
              <a:srgbClr val="00A6A6"/>
            </a:solidFill>
            <a:ln w="2743">
              <a:solidFill>
                <a:srgbClr val="FFFFFF"/>
              </a:solidFill>
            </a:ln>
            <a:effectLst/>
          </p:spPr>
          <p:txBody>
            <a:bodyPr rtlCol="0" anchor="ctr"/>
            <a:lstStyle/>
            <a:p>
              <a:pPr algn="ctr"/>
            </a:p>
          </p:txBody>
        </p:sp>
        <p:sp>
          <p:nvSpPr>
            <p:cNvPr id="1598" name="link4_sensor_2: 0.5415 m"/>
            <p:cNvSpPr/>
            <p:nvPr/>
          </p:nvSpPr>
          <p:spPr>
            <a:xfrm>
              <a:off x="10683085" y="427577"/>
              <a:ext cx="28346" cy="28346"/>
            </a:xfrm>
            <a:prstGeom prst="ellipse">
              <a:avLst/>
            </a:prstGeom>
            <a:solidFill>
              <a:srgbClr val="00A6A6"/>
            </a:solidFill>
            <a:ln w="2743">
              <a:solidFill>
                <a:srgbClr val="FFFFFF"/>
              </a:solidFill>
            </a:ln>
            <a:effectLst/>
          </p:spPr>
          <p:txBody>
            <a:bodyPr rtlCol="0" anchor="ctr"/>
            <a:lstStyle/>
            <a:p>
              <a:pPr algn="ctr"/>
            </a:p>
          </p:txBody>
        </p:sp>
        <p:sp>
          <p:nvSpPr>
            <p:cNvPr id="1599" name="link6_sensor_1: 0.4733 m"/>
            <p:cNvSpPr/>
            <p:nvPr/>
          </p:nvSpPr>
          <p:spPr>
            <a:xfrm>
              <a:off x="10932286" y="722441"/>
              <a:ext cx="28346" cy="28346"/>
            </a:xfrm>
            <a:prstGeom prst="ellipse">
              <a:avLst/>
            </a:prstGeom>
            <a:solidFill>
              <a:srgbClr val="00A6A6"/>
            </a:solidFill>
            <a:ln w="2743">
              <a:solidFill>
                <a:srgbClr val="FFFFFF"/>
              </a:solidFill>
            </a:ln>
            <a:effectLst/>
          </p:spPr>
          <p:txBody>
            <a:bodyPr rtlCol="0" anchor="ctr"/>
            <a:lstStyle/>
            <a:p>
              <a:pPr algn="ctr"/>
            </a:p>
          </p:txBody>
        </p:sp>
        <p:sp>
          <p:nvSpPr>
            <p:cNvPr id="1600" name="link6_sensor_1: 0.4319 m"/>
            <p:cNvSpPr/>
            <p:nvPr/>
          </p:nvSpPr>
          <p:spPr>
            <a:xfrm>
              <a:off x="10691437" y="558837"/>
              <a:ext cx="28346" cy="28346"/>
            </a:xfrm>
            <a:prstGeom prst="ellipse">
              <a:avLst/>
            </a:prstGeom>
            <a:solidFill>
              <a:srgbClr val="00A6A6"/>
            </a:solidFill>
            <a:ln w="2743">
              <a:solidFill>
                <a:srgbClr val="FFFFFF"/>
              </a:solidFill>
            </a:ln>
            <a:effectLst/>
          </p:spPr>
          <p:txBody>
            <a:bodyPr rtlCol="0" anchor="ctr"/>
            <a:lstStyle/>
            <a:p>
              <a:pPr algn="ctr"/>
            </a:p>
          </p:txBody>
        </p:sp>
        <p:sp>
          <p:nvSpPr>
            <p:cNvPr id="1601" name="link4_sensor_2: 0.5099 m"/>
            <p:cNvSpPr/>
            <p:nvPr/>
          </p:nvSpPr>
          <p:spPr>
            <a:xfrm>
              <a:off x="10500228" y="428275"/>
              <a:ext cx="28346" cy="28346"/>
            </a:xfrm>
            <a:prstGeom prst="ellipse">
              <a:avLst/>
            </a:prstGeom>
            <a:solidFill>
              <a:srgbClr val="00A6A6"/>
            </a:solidFill>
            <a:ln w="2743">
              <a:solidFill>
                <a:srgbClr val="FFFFFF"/>
              </a:solidFill>
            </a:ln>
            <a:effectLst/>
          </p:spPr>
          <p:txBody>
            <a:bodyPr rtlCol="0" anchor="ctr"/>
            <a:lstStyle/>
            <a:p>
              <a:pPr algn="ctr"/>
            </a:p>
          </p:txBody>
        </p:sp>
        <p:sp>
          <p:nvSpPr>
            <p:cNvPr id="1602" name="link6_sensor_1: 0.5482 m"/>
            <p:cNvSpPr/>
            <p:nvPr/>
          </p:nvSpPr>
          <p:spPr>
            <a:xfrm>
              <a:off x="10996012" y="334592"/>
              <a:ext cx="28346" cy="28346"/>
            </a:xfrm>
            <a:prstGeom prst="ellipse">
              <a:avLst/>
            </a:prstGeom>
            <a:solidFill>
              <a:srgbClr val="00A6A6"/>
            </a:solidFill>
            <a:ln w="2743">
              <a:solidFill>
                <a:srgbClr val="FFFFFF"/>
              </a:solidFill>
            </a:ln>
            <a:effectLst/>
          </p:spPr>
          <p:txBody>
            <a:bodyPr rtlCol="0" anchor="ctr"/>
            <a:lstStyle/>
            <a:p>
              <a:pPr algn="ctr"/>
            </a:p>
          </p:txBody>
        </p:sp>
        <p:sp>
          <p:nvSpPr>
            <p:cNvPr id="1603" name="link5_front_sensor_0: 0.5011 m"/>
            <p:cNvSpPr/>
            <p:nvPr/>
          </p:nvSpPr>
          <p:spPr>
            <a:xfrm>
              <a:off x="11030578" y="626957"/>
              <a:ext cx="28346" cy="28346"/>
            </a:xfrm>
            <a:prstGeom prst="ellipse">
              <a:avLst/>
            </a:prstGeom>
            <a:solidFill>
              <a:srgbClr val="00A6A6"/>
            </a:solidFill>
            <a:ln w="2743">
              <a:solidFill>
                <a:srgbClr val="FFFFFF"/>
              </a:solidFill>
            </a:ln>
            <a:effectLst/>
          </p:spPr>
          <p:txBody>
            <a:bodyPr rtlCol="0" anchor="ctr"/>
            <a:lstStyle/>
            <a:p>
              <a:pPr algn="ctr"/>
            </a:p>
          </p:txBody>
        </p:sp>
        <p:sp>
          <p:nvSpPr>
            <p:cNvPr id="1604" name="link4_sensor_2: 0.4818 m"/>
            <p:cNvSpPr/>
            <p:nvPr/>
          </p:nvSpPr>
          <p:spPr>
            <a:xfrm>
              <a:off x="10334650" y="428894"/>
              <a:ext cx="28346" cy="28346"/>
            </a:xfrm>
            <a:prstGeom prst="ellipse">
              <a:avLst/>
            </a:prstGeom>
            <a:solidFill>
              <a:srgbClr val="00A6A6"/>
            </a:solidFill>
            <a:ln w="2743">
              <a:solidFill>
                <a:srgbClr val="FFFFFF"/>
              </a:solidFill>
            </a:ln>
            <a:effectLst/>
          </p:spPr>
          <p:txBody>
            <a:bodyPr rtlCol="0" anchor="ctr"/>
            <a:lstStyle/>
            <a:p>
              <a:pPr algn="ctr"/>
            </a:p>
          </p:txBody>
        </p:sp>
        <p:sp>
          <p:nvSpPr>
            <p:cNvPr id="1605" name="link6_sensor_1: 0.5048 m"/>
            <p:cNvSpPr/>
            <p:nvPr/>
          </p:nvSpPr>
          <p:spPr>
            <a:xfrm>
              <a:off x="10943833" y="563437"/>
              <a:ext cx="28346" cy="28346"/>
            </a:xfrm>
            <a:prstGeom prst="ellipse">
              <a:avLst/>
            </a:prstGeom>
            <a:solidFill>
              <a:srgbClr val="00A6A6"/>
            </a:solidFill>
            <a:ln w="2743">
              <a:solidFill>
                <a:srgbClr val="FFFFFF"/>
              </a:solidFill>
            </a:ln>
            <a:effectLst/>
          </p:spPr>
          <p:txBody>
            <a:bodyPr rtlCol="0" anchor="ctr"/>
            <a:lstStyle/>
            <a:p>
              <a:pPr algn="ctr"/>
            </a:p>
          </p:txBody>
        </p:sp>
        <p:sp>
          <p:nvSpPr>
            <p:cNvPr id="1606" name="link4_sensor_2: 0.5570 m"/>
            <p:cNvSpPr/>
            <p:nvPr/>
          </p:nvSpPr>
          <p:spPr>
            <a:xfrm>
              <a:off x="10896647" y="444309"/>
              <a:ext cx="28346" cy="28346"/>
            </a:xfrm>
            <a:prstGeom prst="ellipse">
              <a:avLst/>
            </a:prstGeom>
            <a:solidFill>
              <a:srgbClr val="00A6A6"/>
            </a:solidFill>
            <a:ln w="2743">
              <a:solidFill>
                <a:srgbClr val="FFFFFF"/>
              </a:solidFill>
            </a:ln>
            <a:effectLst/>
          </p:spPr>
          <p:txBody>
            <a:bodyPr rtlCol="0" anchor="ctr"/>
            <a:lstStyle/>
            <a:p>
              <a:pPr algn="ctr"/>
            </a:p>
          </p:txBody>
        </p:sp>
        <p:sp>
          <p:nvSpPr>
            <p:cNvPr id="1607" name="link5_front_sensor_0: 0.5402 m"/>
            <p:cNvSpPr/>
            <p:nvPr/>
          </p:nvSpPr>
          <p:spPr>
            <a:xfrm>
              <a:off x="11053339" y="439171"/>
              <a:ext cx="28346" cy="28346"/>
            </a:xfrm>
            <a:prstGeom prst="ellipse">
              <a:avLst/>
            </a:prstGeom>
            <a:solidFill>
              <a:srgbClr val="00A6A6"/>
            </a:solidFill>
            <a:ln w="2743">
              <a:solidFill>
                <a:srgbClr val="FFFFFF"/>
              </a:solidFill>
            </a:ln>
            <a:effectLst/>
          </p:spPr>
          <p:txBody>
            <a:bodyPr rtlCol="0" anchor="ctr"/>
            <a:lstStyle/>
            <a:p>
              <a:pPr algn="ctr"/>
            </a:p>
          </p:txBody>
        </p:sp>
        <p:sp>
          <p:nvSpPr>
            <p:cNvPr id="1608" name="link4_sensor_2: 0.5237 m"/>
            <p:cNvSpPr/>
            <p:nvPr/>
          </p:nvSpPr>
          <p:spPr>
            <a:xfrm>
              <a:off x="10692039" y="444162"/>
              <a:ext cx="28346" cy="28346"/>
            </a:xfrm>
            <a:prstGeom prst="ellipse">
              <a:avLst/>
            </a:prstGeom>
            <a:solidFill>
              <a:srgbClr val="00A6A6"/>
            </a:solidFill>
            <a:ln w="2743">
              <a:solidFill>
                <a:srgbClr val="FFFFFF"/>
              </a:solidFill>
            </a:ln>
            <a:effectLst/>
          </p:spPr>
          <p:txBody>
            <a:bodyPr rtlCol="0" anchor="ctr"/>
            <a:lstStyle/>
            <a:p>
              <a:pPr algn="ctr"/>
            </a:p>
          </p:txBody>
        </p:sp>
        <p:sp>
          <p:nvSpPr>
            <p:cNvPr id="1609" name="link5_front_sensor_0: 0.5015 m"/>
            <p:cNvSpPr/>
            <p:nvPr/>
          </p:nvSpPr>
          <p:spPr>
            <a:xfrm>
              <a:off x="10871859" y="396657"/>
              <a:ext cx="28346" cy="28346"/>
            </a:xfrm>
            <a:prstGeom prst="ellipse">
              <a:avLst/>
            </a:prstGeom>
            <a:solidFill>
              <a:srgbClr val="00A6A6"/>
            </a:solidFill>
            <a:ln w="2743">
              <a:solidFill>
                <a:srgbClr val="FFFFFF"/>
              </a:solidFill>
            </a:ln>
            <a:effectLst/>
          </p:spPr>
          <p:txBody>
            <a:bodyPr rtlCol="0" anchor="ctr"/>
            <a:lstStyle/>
            <a:p>
              <a:pPr algn="ct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 and proximity — recorded fume-hood demonstration</dc:title>
  <dc:subject>Recorded dataset images with editable measured-range overlay</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