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6400800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Sensor-only reconstruction from six link-6 proximity sensors. Each snapshot contains six raw 8×8 depth arrays (384 measured samples). Accumulating the latest reading at each of 106 recorded approach steps, transformed using the stored sensor poses, reveals observed parts of the fume-hood surfaces and protruding obstacle. No RGB, depth from external/wrist cameras, scene meshes, fitted surfaces or interpolated points contribute to this reconstruction. The cloud is partial: unobserved surfaces remain empty.</a:t>
            </a:r>
          </a:p>
          <a:p/>
          <a:p>
            <a:r>
              <a:t>Plate: link6_hood_scan. Snapshot: 384 individually editable points in six sensor groups. Dense scans: transparent PNG, with SVG and full 3D PLY alongside. See manifest.json for provenance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Sensor-only reconstruction from six link-6 proximity sensors. Each snapshot contains six raw 8×8 depth arrays (384 measured samples). Accumulating the latest reading at each of 106 recorded approach steps, transformed using the stored sensor poses, reveals observed parts of the fume-hood surfaces and protruding obstacle. No RGB, depth from external/wrist cameras, scene meshes, fitted surfaces or interpolated points contribute to this reconstruction. The cloud is partial: unobserved surfaces remain empty.</a:t>
            </a:r>
          </a:p>
          <a:p/>
          <a:p>
            <a:r>
              <a:t>Plate: link6_snapshot_384. Snapshot: 384 individually editable points in six sensor groups. Dense scans: transparent PNG, with SVG and full 3D PLY alongside. See manifest.json for provenance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Sensor-only reconstruction from six link-6 proximity sensors. Each snapshot contains six raw 8×8 depth arrays (384 measured samples). Accumulating the latest reading at each of 106 recorded approach steps, transformed using the stored sensor poses, reveals observed parts of the fume-hood surfaces and protruding obstacle. No RGB, depth from external/wrist cameras, scene meshes, fitted surfaces or interpolated points contribute to this reconstruction. The cloud is partial: unobserved surfaces remain empty.</a:t>
            </a:r>
          </a:p>
          <a:p/>
          <a:p>
            <a:r>
              <a:t>Plate: link6_obstacle_detail. Snapshot: 384 individually editable points in six sensor groups. Dense scans: transparent PNG, with SVG and full 3D PLY alongside. See manifest.json for provenance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sured points only — transparent image; vector SVG supplied separately" descr="link6_hood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03" y="91440"/>
            <a:ext cx="469539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link6_sensor_0: 64 raw 8×8 returns"/>
          <p:cNvGrpSpPr/>
          <p:nvPr/>
        </p:nvGrpSpPr>
        <p:grpSpPr>
          <a:xfrm>
            <a:off x="2580209" y="1087640"/>
            <a:ext cx="707958" cy="935500"/>
            <a:chOff x="2580209" y="1087640"/>
            <a:chExt cx="707958" cy="935500"/>
          </a:xfrm>
        </p:grpSpPr>
        <p:sp>
          <p:nvSpPr>
            <p:cNvPr id="156" name="sensor 0, sample 56"/>
            <p:cNvSpPr/>
            <p:nvPr/>
          </p:nvSpPr>
          <p:spPr>
            <a:xfrm>
              <a:off x="2600367" y="178788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8" name="sensor 0, sample 48"/>
            <p:cNvSpPr/>
            <p:nvPr/>
          </p:nvSpPr>
          <p:spPr>
            <a:xfrm>
              <a:off x="2597748" y="1701236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7" name="sensor 0, sample 57"/>
            <p:cNvSpPr/>
            <p:nvPr/>
          </p:nvSpPr>
          <p:spPr>
            <a:xfrm>
              <a:off x="2675926" y="181316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0" name="sensor 0, sample 40"/>
            <p:cNvSpPr/>
            <p:nvPr/>
          </p:nvSpPr>
          <p:spPr>
            <a:xfrm>
              <a:off x="2595047" y="1611938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9" name="sensor 0, sample 49"/>
            <p:cNvSpPr/>
            <p:nvPr/>
          </p:nvSpPr>
          <p:spPr>
            <a:xfrm>
              <a:off x="2674415" y="1725067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8" name="sensor 0, sample 58"/>
            <p:cNvSpPr/>
            <p:nvPr/>
          </p:nvSpPr>
          <p:spPr>
            <a:xfrm>
              <a:off x="2754711" y="183952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2" name="sensor 0, sample 32"/>
            <p:cNvSpPr/>
            <p:nvPr/>
          </p:nvSpPr>
          <p:spPr>
            <a:xfrm>
              <a:off x="2592254" y="1519870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1" name="sensor 0, sample 41"/>
            <p:cNvSpPr/>
            <p:nvPr/>
          </p:nvSpPr>
          <p:spPr>
            <a:xfrm>
              <a:off x="2672856" y="1634215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0" name="sensor 0, sample 50"/>
            <p:cNvSpPr/>
            <p:nvPr/>
          </p:nvSpPr>
          <p:spPr>
            <a:xfrm>
              <a:off x="2754408" y="1749930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4" name="sensor 0, sample 24"/>
            <p:cNvSpPr/>
            <p:nvPr/>
          </p:nvSpPr>
          <p:spPr>
            <a:xfrm>
              <a:off x="2589372" y="1424899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9" name="sensor 0, sample 59"/>
            <p:cNvSpPr/>
            <p:nvPr/>
          </p:nvSpPr>
          <p:spPr>
            <a:xfrm>
              <a:off x="2836933" y="186703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3" name="sensor 0, sample 33"/>
            <p:cNvSpPr/>
            <p:nvPr/>
          </p:nvSpPr>
          <p:spPr>
            <a:xfrm>
              <a:off x="2671239" y="154048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2" name="sensor 0, sample 42"/>
            <p:cNvSpPr/>
            <p:nvPr/>
          </p:nvSpPr>
          <p:spPr>
            <a:xfrm>
              <a:off x="2754092" y="1657474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6" name="sensor 0, sample 16"/>
            <p:cNvSpPr/>
            <p:nvPr/>
          </p:nvSpPr>
          <p:spPr>
            <a:xfrm>
              <a:off x="2586405" y="1326874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1" name="sensor 0, sample 51"/>
            <p:cNvSpPr/>
            <p:nvPr/>
          </p:nvSpPr>
          <p:spPr>
            <a:xfrm>
              <a:off x="2837946" y="1775896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5" name="sensor 0, sample 25"/>
            <p:cNvSpPr/>
            <p:nvPr/>
          </p:nvSpPr>
          <p:spPr>
            <a:xfrm>
              <a:off x="2669567" y="1443729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60" name="sensor 0, sample 60"/>
            <p:cNvSpPr/>
            <p:nvPr/>
          </p:nvSpPr>
          <p:spPr>
            <a:xfrm>
              <a:off x="2922821" y="1895769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4" name="sensor 0, sample 34"/>
            <p:cNvSpPr/>
            <p:nvPr/>
          </p:nvSpPr>
          <p:spPr>
            <a:xfrm>
              <a:off x="2753759" y="1562019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8" name="sensor 0, sample 8"/>
            <p:cNvSpPr/>
            <p:nvPr/>
          </p:nvSpPr>
          <p:spPr>
            <a:xfrm>
              <a:off x="2583357" y="1225627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3" name="sensor 0, sample 43"/>
            <p:cNvSpPr/>
            <p:nvPr/>
          </p:nvSpPr>
          <p:spPr>
            <a:xfrm>
              <a:off x="2838990" y="168178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7" name="sensor 0, sample 17"/>
            <p:cNvSpPr/>
            <p:nvPr/>
          </p:nvSpPr>
          <p:spPr>
            <a:xfrm>
              <a:off x="2667847" y="1343796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2" name="sensor 0, sample 52"/>
            <p:cNvSpPr/>
            <p:nvPr/>
          </p:nvSpPr>
          <p:spPr>
            <a:xfrm>
              <a:off x="2925269" y="1803040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6" name="sensor 0, sample 26"/>
            <p:cNvSpPr/>
            <p:nvPr/>
          </p:nvSpPr>
          <p:spPr>
            <a:xfrm>
              <a:off x="2753413" y="1463416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0" name="sensor 0, sample 0"/>
            <p:cNvSpPr/>
            <p:nvPr/>
          </p:nvSpPr>
          <p:spPr>
            <a:xfrm>
              <a:off x="2580209" y="1121017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61" name="sensor 0, sample 61"/>
            <p:cNvSpPr/>
            <p:nvPr/>
          </p:nvSpPr>
          <p:spPr>
            <a:xfrm>
              <a:off x="3012633" y="1925817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5" name="sensor 0, sample 35"/>
            <p:cNvSpPr/>
            <p:nvPr/>
          </p:nvSpPr>
          <p:spPr>
            <a:xfrm>
              <a:off x="2840058" y="1584544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9" name="sensor 0, sample 9"/>
            <p:cNvSpPr/>
            <p:nvPr/>
          </p:nvSpPr>
          <p:spPr>
            <a:xfrm>
              <a:off x="2666087" y="1240508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4" name="sensor 0, sample 44"/>
            <p:cNvSpPr/>
            <p:nvPr/>
          </p:nvSpPr>
          <p:spPr>
            <a:xfrm>
              <a:off x="2927801" y="1707209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1" name="sensor 0, sample 1"/>
            <p:cNvSpPr/>
            <p:nvPr/>
          </p:nvSpPr>
          <p:spPr>
            <a:xfrm>
              <a:off x="2694763" y="1087640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8" name="sensor 0, sample 18"/>
            <p:cNvSpPr/>
            <p:nvPr/>
          </p:nvSpPr>
          <p:spPr>
            <a:xfrm>
              <a:off x="2753061" y="1361500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3" name="sensor 0, sample 53"/>
            <p:cNvSpPr/>
            <p:nvPr/>
          </p:nvSpPr>
          <p:spPr>
            <a:xfrm>
              <a:off x="3016642" y="183144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7" name="sensor 0, sample 27"/>
            <p:cNvSpPr/>
            <p:nvPr/>
          </p:nvSpPr>
          <p:spPr>
            <a:xfrm>
              <a:off x="2841163" y="148402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62" name="sensor 0, sample 62"/>
            <p:cNvSpPr/>
            <p:nvPr/>
          </p:nvSpPr>
          <p:spPr>
            <a:xfrm>
              <a:off x="3106645" y="1957267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6" name="sensor 0, sample 36"/>
            <p:cNvSpPr/>
            <p:nvPr/>
          </p:nvSpPr>
          <p:spPr>
            <a:xfrm>
              <a:off x="2930419" y="1608118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0" name="sensor 0, sample 10"/>
            <p:cNvSpPr/>
            <p:nvPr/>
          </p:nvSpPr>
          <p:spPr>
            <a:xfrm>
              <a:off x="2752713" y="1256087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5" name="sensor 0, sample 45"/>
            <p:cNvSpPr/>
            <p:nvPr/>
          </p:nvSpPr>
          <p:spPr>
            <a:xfrm>
              <a:off x="3020798" y="1733838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9" name="sensor 0, sample 19"/>
            <p:cNvSpPr/>
            <p:nvPr/>
          </p:nvSpPr>
          <p:spPr>
            <a:xfrm>
              <a:off x="2842314" y="138004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2" name="sensor 0, sample 2"/>
            <p:cNvSpPr/>
            <p:nvPr/>
          </p:nvSpPr>
          <p:spPr>
            <a:xfrm>
              <a:off x="2775180" y="111778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4" name="sensor 0, sample 54"/>
            <p:cNvSpPr/>
            <p:nvPr/>
          </p:nvSpPr>
          <p:spPr>
            <a:xfrm>
              <a:off x="3112364" y="1861194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8" name="sensor 0, sample 28"/>
            <p:cNvSpPr/>
            <p:nvPr/>
          </p:nvSpPr>
          <p:spPr>
            <a:xfrm>
              <a:off x="2933113" y="1505605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63" name="sensor 0, sample 63"/>
            <p:cNvSpPr/>
            <p:nvPr/>
          </p:nvSpPr>
          <p:spPr>
            <a:xfrm>
              <a:off x="3205138" y="199022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7" name="sensor 0, sample 37"/>
            <p:cNvSpPr/>
            <p:nvPr/>
          </p:nvSpPr>
          <p:spPr>
            <a:xfrm>
              <a:off x="3025111" y="1632828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1" name="sensor 0, sample 11"/>
            <p:cNvSpPr/>
            <p:nvPr/>
          </p:nvSpPr>
          <p:spPr>
            <a:xfrm>
              <a:off x="2843520" y="127241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6" name="sensor 0, sample 46"/>
            <p:cNvSpPr/>
            <p:nvPr/>
          </p:nvSpPr>
          <p:spPr>
            <a:xfrm>
              <a:off x="3118288" y="1761754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0" name="sensor 0, sample 20"/>
            <p:cNvSpPr/>
            <p:nvPr/>
          </p:nvSpPr>
          <p:spPr>
            <a:xfrm>
              <a:off x="2935904" y="1399484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55" name="sensor 0, sample 55"/>
            <p:cNvSpPr/>
            <p:nvPr/>
          </p:nvSpPr>
          <p:spPr>
            <a:xfrm>
              <a:off x="3212731" y="189239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9" name="sensor 0, sample 29"/>
            <p:cNvSpPr/>
            <p:nvPr/>
          </p:nvSpPr>
          <p:spPr>
            <a:xfrm>
              <a:off x="3029563" y="1528240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3" name="sensor 0, sample 3"/>
            <p:cNvSpPr/>
            <p:nvPr/>
          </p:nvSpPr>
          <p:spPr>
            <a:xfrm>
              <a:off x="2856364" y="1148210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8" name="sensor 0, sample 38"/>
            <p:cNvSpPr/>
            <p:nvPr/>
          </p:nvSpPr>
          <p:spPr>
            <a:xfrm>
              <a:off x="3124448" y="1658759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2" name="sensor 0, sample 12"/>
            <p:cNvSpPr/>
            <p:nvPr/>
          </p:nvSpPr>
          <p:spPr>
            <a:xfrm>
              <a:off x="2938812" y="1289547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47" name="sensor 0, sample 47"/>
            <p:cNvSpPr/>
            <p:nvPr/>
          </p:nvSpPr>
          <p:spPr>
            <a:xfrm>
              <a:off x="3220599" y="179105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1" name="sensor 0, sample 21"/>
            <p:cNvSpPr/>
            <p:nvPr/>
          </p:nvSpPr>
          <p:spPr>
            <a:xfrm>
              <a:off x="3034163" y="1419885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0" name="sensor 0, sample 30"/>
            <p:cNvSpPr/>
            <p:nvPr/>
          </p:nvSpPr>
          <p:spPr>
            <a:xfrm>
              <a:off x="3130832" y="1552017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4" name="sensor 0, sample 4"/>
            <p:cNvSpPr/>
            <p:nvPr/>
          </p:nvSpPr>
          <p:spPr>
            <a:xfrm>
              <a:off x="2938285" y="1178965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9" name="sensor 0, sample 39"/>
            <p:cNvSpPr/>
            <p:nvPr/>
          </p:nvSpPr>
          <p:spPr>
            <a:xfrm>
              <a:off x="3228796" y="1685996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3" name="sensor 0, sample 13"/>
            <p:cNvSpPr/>
            <p:nvPr/>
          </p:nvSpPr>
          <p:spPr>
            <a:xfrm>
              <a:off x="3038932" y="1307550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2" name="sensor 0, sample 22"/>
            <p:cNvSpPr/>
            <p:nvPr/>
          </p:nvSpPr>
          <p:spPr>
            <a:xfrm>
              <a:off x="3137439" y="1441329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31" name="sensor 0, sample 31"/>
            <p:cNvSpPr/>
            <p:nvPr/>
          </p:nvSpPr>
          <p:spPr>
            <a:xfrm>
              <a:off x="3237290" y="157702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5" name="sensor 0, sample 5"/>
            <p:cNvSpPr/>
            <p:nvPr/>
          </p:nvSpPr>
          <p:spPr>
            <a:xfrm>
              <a:off x="3020957" y="1210038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4" name="sensor 0, sample 14"/>
            <p:cNvSpPr/>
            <p:nvPr/>
          </p:nvSpPr>
          <p:spPr>
            <a:xfrm>
              <a:off x="3144282" y="132647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23" name="sensor 0, sample 23"/>
            <p:cNvSpPr/>
            <p:nvPr/>
          </p:nvSpPr>
          <p:spPr>
            <a:xfrm>
              <a:off x="3246108" y="1463904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6" name="sensor 0, sample 6"/>
            <p:cNvSpPr/>
            <p:nvPr/>
          </p:nvSpPr>
          <p:spPr>
            <a:xfrm>
              <a:off x="3104500" y="1241342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15" name="sensor 0, sample 15"/>
            <p:cNvSpPr/>
            <p:nvPr/>
          </p:nvSpPr>
          <p:spPr>
            <a:xfrm>
              <a:off x="3255249" y="1346413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  <p:sp>
          <p:nvSpPr>
            <p:cNvPr id="107" name="sensor 0, sample 7"/>
            <p:cNvSpPr/>
            <p:nvPr/>
          </p:nvSpPr>
          <p:spPr>
            <a:xfrm>
              <a:off x="3188880" y="1272935"/>
              <a:ext cx="32918" cy="32918"/>
            </a:xfrm>
            <a:prstGeom prst="ellipse">
              <a:avLst/>
            </a:prstGeom>
            <a:solidFill>
              <a:srgbClr val="087F8C"/>
            </a:solidFill>
            <a:ln>
              <a:noFill/>
            </a:ln>
            <a:effectLst/>
          </p:spPr>
        </p:sp>
      </p:grpSp>
      <p:grpSp>
        <p:nvGrpSpPr>
          <p:cNvPr id="3" name="link6_sensor_1: 64 raw 8×8 returns"/>
          <p:cNvGrpSpPr/>
          <p:nvPr/>
        </p:nvGrpSpPr>
        <p:grpSpPr>
          <a:xfrm>
            <a:off x="2197133" y="120700"/>
            <a:ext cx="2188118" cy="2065370"/>
            <a:chOff x="2197133" y="120700"/>
            <a:chExt cx="2188118" cy="2065370"/>
          </a:xfrm>
        </p:grpSpPr>
        <p:sp>
          <p:nvSpPr>
            <p:cNvPr id="167" name="sensor 1, sample 3"/>
            <p:cNvSpPr/>
            <p:nvPr/>
          </p:nvSpPr>
          <p:spPr>
            <a:xfrm>
              <a:off x="2197133" y="1800625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64" name="sensor 1, sample 0"/>
            <p:cNvSpPr/>
            <p:nvPr/>
          </p:nvSpPr>
          <p:spPr>
            <a:xfrm>
              <a:off x="2434921" y="1515068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66" name="sensor 1, sample 2"/>
            <p:cNvSpPr/>
            <p:nvPr/>
          </p:nvSpPr>
          <p:spPr>
            <a:xfrm>
              <a:off x="2294153" y="167530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2" name="sensor 1, sample 8"/>
            <p:cNvSpPr/>
            <p:nvPr/>
          </p:nvSpPr>
          <p:spPr>
            <a:xfrm>
              <a:off x="2508101" y="1520136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0" name="sensor 1, sample 16"/>
            <p:cNvSpPr/>
            <p:nvPr/>
          </p:nvSpPr>
          <p:spPr>
            <a:xfrm>
              <a:off x="2598105" y="152637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20" name="sensor 1, sample 56"/>
            <p:cNvSpPr/>
            <p:nvPr/>
          </p:nvSpPr>
          <p:spPr>
            <a:xfrm>
              <a:off x="2885587" y="1804199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65" name="sensor 1, sample 1"/>
            <p:cNvSpPr/>
            <p:nvPr/>
          </p:nvSpPr>
          <p:spPr>
            <a:xfrm>
              <a:off x="2409339" y="153404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2" name="sensor 1, sample 48"/>
            <p:cNvSpPr/>
            <p:nvPr/>
          </p:nvSpPr>
          <p:spPr>
            <a:xfrm>
              <a:off x="2891040" y="1721427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8" name="sensor 1, sample 24"/>
            <p:cNvSpPr/>
            <p:nvPr/>
          </p:nvSpPr>
          <p:spPr>
            <a:xfrm>
              <a:off x="2711479" y="1534243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5" name="sensor 1, sample 11"/>
            <p:cNvSpPr/>
            <p:nvPr/>
          </p:nvSpPr>
          <p:spPr>
            <a:xfrm>
              <a:off x="2323285" y="1697642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3" name="sensor 1, sample 9"/>
            <p:cNvSpPr/>
            <p:nvPr/>
          </p:nvSpPr>
          <p:spPr>
            <a:xfrm>
              <a:off x="2480638" y="1541155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4" name="sensor 1, sample 40"/>
            <p:cNvSpPr/>
            <p:nvPr/>
          </p:nvSpPr>
          <p:spPr>
            <a:xfrm>
              <a:off x="2897245" y="1627232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3" name="sensor 1, sample 19"/>
            <p:cNvSpPr/>
            <p:nvPr/>
          </p:nvSpPr>
          <p:spPr>
            <a:xfrm>
              <a:off x="2383125" y="170766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1" name="sensor 1, sample 17"/>
            <p:cNvSpPr/>
            <p:nvPr/>
          </p:nvSpPr>
          <p:spPr>
            <a:xfrm>
              <a:off x="2568529" y="1549919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21" name="sensor 1, sample 57"/>
            <p:cNvSpPr/>
            <p:nvPr/>
          </p:nvSpPr>
          <p:spPr>
            <a:xfrm>
              <a:off x="2838580" y="1837816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6" name="sensor 1, sample 32"/>
            <p:cNvSpPr/>
            <p:nvPr/>
          </p:nvSpPr>
          <p:spPr>
            <a:xfrm>
              <a:off x="2858721" y="1544451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4" name="sensor 1, sample 10"/>
            <p:cNvSpPr/>
            <p:nvPr/>
          </p:nvSpPr>
          <p:spPr>
            <a:xfrm>
              <a:off x="2452568" y="1562638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3" name="sensor 1, sample 49"/>
            <p:cNvSpPr/>
            <p:nvPr/>
          </p:nvSpPr>
          <p:spPr>
            <a:xfrm>
              <a:off x="2840984" y="1757991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9" name="sensor 1, sample 25"/>
            <p:cNvSpPr/>
            <p:nvPr/>
          </p:nvSpPr>
          <p:spPr>
            <a:xfrm>
              <a:off x="2679524" y="1561021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1" name="sensor 1, sample 27"/>
            <p:cNvSpPr/>
            <p:nvPr/>
          </p:nvSpPr>
          <p:spPr>
            <a:xfrm>
              <a:off x="2458911" y="1720638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5" name="sensor 1, sample 41"/>
            <p:cNvSpPr/>
            <p:nvPr/>
          </p:nvSpPr>
          <p:spPr>
            <a:xfrm>
              <a:off x="2843717" y="1667261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22" name="sensor 1, sample 58"/>
            <p:cNvSpPr/>
            <p:nvPr/>
          </p:nvSpPr>
          <p:spPr>
            <a:xfrm>
              <a:off x="2792395" y="1870830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2" name="sensor 1, sample 18"/>
            <p:cNvSpPr/>
            <p:nvPr/>
          </p:nvSpPr>
          <p:spPr>
            <a:xfrm>
              <a:off x="2538220" y="1574048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7" name="sensor 1, sample 33"/>
            <p:cNvSpPr/>
            <p:nvPr/>
          </p:nvSpPr>
          <p:spPr>
            <a:xfrm>
              <a:off x="2824171" y="1575481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9" name="sensor 1, sample 35"/>
            <p:cNvSpPr/>
            <p:nvPr/>
          </p:nvSpPr>
          <p:spPr>
            <a:xfrm>
              <a:off x="2558512" y="1737591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4" name="sensor 1, sample 50"/>
            <p:cNvSpPr/>
            <p:nvPr/>
          </p:nvSpPr>
          <p:spPr>
            <a:xfrm>
              <a:off x="2791816" y="1793873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0" name="sensor 1, sample 26"/>
            <p:cNvSpPr/>
            <p:nvPr/>
          </p:nvSpPr>
          <p:spPr>
            <a:xfrm>
              <a:off x="2646717" y="1588517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23" name="sensor 1, sample 59"/>
            <p:cNvSpPr/>
            <p:nvPr/>
          </p:nvSpPr>
          <p:spPr>
            <a:xfrm>
              <a:off x="2747037" y="1903252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6" name="sensor 1, sample 42"/>
            <p:cNvSpPr/>
            <p:nvPr/>
          </p:nvSpPr>
          <p:spPr>
            <a:xfrm>
              <a:off x="2791196" y="1706506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6" name="sensor 1, sample 12"/>
            <p:cNvSpPr/>
            <p:nvPr/>
          </p:nvSpPr>
          <p:spPr>
            <a:xfrm>
              <a:off x="2394544" y="1607049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5" name="sensor 1, sample 51"/>
            <p:cNvSpPr/>
            <p:nvPr/>
          </p:nvSpPr>
          <p:spPr>
            <a:xfrm>
              <a:off x="2743625" y="1829060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8" name="sensor 1, sample 34"/>
            <p:cNvSpPr/>
            <p:nvPr/>
          </p:nvSpPr>
          <p:spPr>
            <a:xfrm>
              <a:off x="2788701" y="160740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24" name="sensor 1, sample 60"/>
            <p:cNvSpPr/>
            <p:nvPr/>
          </p:nvSpPr>
          <p:spPr>
            <a:xfrm>
              <a:off x="2692856" y="193583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4" name="sensor 1, sample 20"/>
            <p:cNvSpPr/>
            <p:nvPr/>
          </p:nvSpPr>
          <p:spPr>
            <a:xfrm>
              <a:off x="2475367" y="1624083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7" name="sensor 1, sample 43"/>
            <p:cNvSpPr/>
            <p:nvPr/>
          </p:nvSpPr>
          <p:spPr>
            <a:xfrm>
              <a:off x="2739749" y="1744948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6" name="sensor 1, sample 52"/>
            <p:cNvSpPr/>
            <p:nvPr/>
          </p:nvSpPr>
          <p:spPr>
            <a:xfrm>
              <a:off x="2696339" y="1863583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2" name="sensor 1, sample 28"/>
            <p:cNvSpPr/>
            <p:nvPr/>
          </p:nvSpPr>
          <p:spPr>
            <a:xfrm>
              <a:off x="2578436" y="1645770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8" name="sensor 1, sample 44"/>
            <p:cNvSpPr/>
            <p:nvPr/>
          </p:nvSpPr>
          <p:spPr>
            <a:xfrm>
              <a:off x="2689380" y="1782601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0" name="sensor 1, sample 36"/>
            <p:cNvSpPr/>
            <p:nvPr/>
          </p:nvSpPr>
          <p:spPr>
            <a:xfrm>
              <a:off x="2714359" y="1674369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68" name="sensor 1, sample 4"/>
            <p:cNvSpPr/>
            <p:nvPr/>
          </p:nvSpPr>
          <p:spPr>
            <a:xfrm>
              <a:off x="3312792" y="120700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25" name="sensor 1, sample 61"/>
            <p:cNvSpPr/>
            <p:nvPr/>
          </p:nvSpPr>
          <p:spPr>
            <a:xfrm>
              <a:off x="4352333" y="191720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69" name="sensor 1, sample 5"/>
            <p:cNvSpPr/>
            <p:nvPr/>
          </p:nvSpPr>
          <p:spPr>
            <a:xfrm>
              <a:off x="3180570" y="218731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7" name="sensor 1, sample 53"/>
            <p:cNvSpPr/>
            <p:nvPr/>
          </p:nvSpPr>
          <p:spPr>
            <a:xfrm>
              <a:off x="4318461" y="1650357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26" name="sensor 1, sample 62"/>
            <p:cNvSpPr/>
            <p:nvPr/>
          </p:nvSpPr>
          <p:spPr>
            <a:xfrm>
              <a:off x="4185833" y="2036205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9" name="sensor 1, sample 45"/>
            <p:cNvSpPr/>
            <p:nvPr/>
          </p:nvSpPr>
          <p:spPr>
            <a:xfrm>
              <a:off x="4280115" y="1348512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7" name="sensor 1, sample 13"/>
            <p:cNvSpPr/>
            <p:nvPr/>
          </p:nvSpPr>
          <p:spPr>
            <a:xfrm>
              <a:off x="3480355" y="295830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0" name="sensor 1, sample 6"/>
            <p:cNvSpPr/>
            <p:nvPr/>
          </p:nvSpPr>
          <p:spPr>
            <a:xfrm>
              <a:off x="3045501" y="318969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8" name="sensor 1, sample 54"/>
            <p:cNvSpPr/>
            <p:nvPr/>
          </p:nvSpPr>
          <p:spPr>
            <a:xfrm>
              <a:off x="4142142" y="1779089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27" name="sensor 1, sample 63"/>
            <p:cNvSpPr/>
            <p:nvPr/>
          </p:nvSpPr>
          <p:spPr>
            <a:xfrm>
              <a:off x="4022309" y="2153152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1" name="sensor 1, sample 37"/>
            <p:cNvSpPr/>
            <p:nvPr/>
          </p:nvSpPr>
          <p:spPr>
            <a:xfrm>
              <a:off x="4236459" y="1004268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0" name="sensor 1, sample 46"/>
            <p:cNvSpPr/>
            <p:nvPr/>
          </p:nvSpPr>
          <p:spPr>
            <a:xfrm>
              <a:off x="4092765" y="1488572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9" name="sensor 1, sample 55"/>
            <p:cNvSpPr/>
            <p:nvPr/>
          </p:nvSpPr>
          <p:spPr>
            <a:xfrm>
              <a:off x="3969136" y="190545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5" name="sensor 1, sample 21"/>
            <p:cNvSpPr/>
            <p:nvPr/>
          </p:nvSpPr>
          <p:spPr>
            <a:xfrm>
              <a:off x="3853386" y="39178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8" name="sensor 1, sample 14"/>
            <p:cNvSpPr/>
            <p:nvPr/>
          </p:nvSpPr>
          <p:spPr>
            <a:xfrm>
              <a:off x="3333829" y="407996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1" name="sensor 1, sample 7"/>
            <p:cNvSpPr/>
            <p:nvPr/>
          </p:nvSpPr>
          <p:spPr>
            <a:xfrm>
              <a:off x="2907627" y="421283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3" name="sensor 1, sample 29"/>
            <p:cNvSpPr/>
            <p:nvPr/>
          </p:nvSpPr>
          <p:spPr>
            <a:xfrm>
              <a:off x="4186205" y="608032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2" name="sensor 1, sample 38"/>
            <p:cNvSpPr/>
            <p:nvPr/>
          </p:nvSpPr>
          <p:spPr>
            <a:xfrm>
              <a:off x="4036557" y="1157682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11" name="sensor 1, sample 47"/>
            <p:cNvSpPr/>
            <p:nvPr/>
          </p:nvSpPr>
          <p:spPr>
            <a:xfrm>
              <a:off x="3909126" y="1625888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79" name="sensor 1, sample 15"/>
            <p:cNvSpPr/>
            <p:nvPr/>
          </p:nvSpPr>
          <p:spPr>
            <a:xfrm>
              <a:off x="3183930" y="522737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6" name="sensor 1, sample 22"/>
            <p:cNvSpPr/>
            <p:nvPr/>
          </p:nvSpPr>
          <p:spPr>
            <a:xfrm>
              <a:off x="3693519" y="519057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203" name="sensor 1, sample 39"/>
            <p:cNvSpPr/>
            <p:nvPr/>
          </p:nvSpPr>
          <p:spPr>
            <a:xfrm>
              <a:off x="3840827" y="1307896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4" name="sensor 1, sample 30"/>
            <p:cNvSpPr/>
            <p:nvPr/>
          </p:nvSpPr>
          <p:spPr>
            <a:xfrm>
              <a:off x="3971955" y="777379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87" name="sensor 1, sample 23"/>
            <p:cNvSpPr/>
            <p:nvPr/>
          </p:nvSpPr>
          <p:spPr>
            <a:xfrm>
              <a:off x="3529535" y="649604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  <p:sp>
          <p:nvSpPr>
            <p:cNvPr id="195" name="sensor 1, sample 31"/>
            <p:cNvSpPr/>
            <p:nvPr/>
          </p:nvSpPr>
          <p:spPr>
            <a:xfrm>
              <a:off x="3762497" y="942938"/>
              <a:ext cx="32918" cy="32918"/>
            </a:xfrm>
            <a:prstGeom prst="ellipse">
              <a:avLst/>
            </a:prstGeom>
            <a:solidFill>
              <a:srgbClr val="3964AD"/>
            </a:solidFill>
            <a:ln>
              <a:noFill/>
            </a:ln>
            <a:effectLst/>
          </p:spPr>
        </p:sp>
      </p:grpSp>
      <p:grpSp>
        <p:nvGrpSpPr>
          <p:cNvPr id="4" name="link6_sensor_2: 64 raw 8×8 returns"/>
          <p:cNvGrpSpPr/>
          <p:nvPr/>
        </p:nvGrpSpPr>
        <p:grpSpPr>
          <a:xfrm>
            <a:off x="2797543" y="1233111"/>
            <a:ext cx="581195" cy="1022096"/>
            <a:chOff x="2797543" y="1233111"/>
            <a:chExt cx="581195" cy="1022096"/>
          </a:xfrm>
        </p:grpSpPr>
        <p:sp>
          <p:nvSpPr>
            <p:cNvPr id="284" name="sensor 2, sample 56"/>
            <p:cNvSpPr/>
            <p:nvPr/>
          </p:nvSpPr>
          <p:spPr>
            <a:xfrm>
              <a:off x="3220885" y="1970076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6" name="sensor 2, sample 48"/>
            <p:cNvSpPr/>
            <p:nvPr/>
          </p:nvSpPr>
          <p:spPr>
            <a:xfrm>
              <a:off x="3221001" y="1866171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5" name="sensor 2, sample 57"/>
            <p:cNvSpPr/>
            <p:nvPr/>
          </p:nvSpPr>
          <p:spPr>
            <a:xfrm>
              <a:off x="3329119" y="2021253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8" name="sensor 2, sample 40"/>
            <p:cNvSpPr/>
            <p:nvPr/>
          </p:nvSpPr>
          <p:spPr>
            <a:xfrm>
              <a:off x="3221146" y="1758708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7" name="sensor 2, sample 49"/>
            <p:cNvSpPr/>
            <p:nvPr/>
          </p:nvSpPr>
          <p:spPr>
            <a:xfrm>
              <a:off x="3331259" y="1909328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0" name="sensor 2, sample 32"/>
            <p:cNvSpPr/>
            <p:nvPr/>
          </p:nvSpPr>
          <p:spPr>
            <a:xfrm>
              <a:off x="3221312" y="1647496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9" name="sensor 2, sample 41"/>
            <p:cNvSpPr/>
            <p:nvPr/>
          </p:nvSpPr>
          <p:spPr>
            <a:xfrm>
              <a:off x="3333462" y="1793236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2" name="sensor 2, sample 24"/>
            <p:cNvSpPr/>
            <p:nvPr/>
          </p:nvSpPr>
          <p:spPr>
            <a:xfrm>
              <a:off x="3221453" y="1532352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6" name="sensor 2, sample 58"/>
            <p:cNvSpPr/>
            <p:nvPr/>
          </p:nvSpPr>
          <p:spPr>
            <a:xfrm>
              <a:off x="3308983" y="2073172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1" name="sensor 2, sample 33"/>
            <p:cNvSpPr/>
            <p:nvPr/>
          </p:nvSpPr>
          <p:spPr>
            <a:xfrm>
              <a:off x="3335810" y="167272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4" name="sensor 2, sample 16"/>
            <p:cNvSpPr/>
            <p:nvPr/>
          </p:nvSpPr>
          <p:spPr>
            <a:xfrm>
              <a:off x="3221656" y="1413025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8" name="sensor 2, sample 50"/>
            <p:cNvSpPr/>
            <p:nvPr/>
          </p:nvSpPr>
          <p:spPr>
            <a:xfrm>
              <a:off x="3305063" y="196553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6" name="sensor 2, sample 8"/>
            <p:cNvSpPr/>
            <p:nvPr/>
          </p:nvSpPr>
          <p:spPr>
            <a:xfrm>
              <a:off x="3309336" y="1233111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3" name="sensor 2, sample 25"/>
            <p:cNvSpPr/>
            <p:nvPr/>
          </p:nvSpPr>
          <p:spPr>
            <a:xfrm>
              <a:off x="3338213" y="1547551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0" name="sensor 2, sample 42"/>
            <p:cNvSpPr/>
            <p:nvPr/>
          </p:nvSpPr>
          <p:spPr>
            <a:xfrm>
              <a:off x="3300982" y="1855072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5" name="sensor 2, sample 17"/>
            <p:cNvSpPr/>
            <p:nvPr/>
          </p:nvSpPr>
          <p:spPr>
            <a:xfrm>
              <a:off x="3340753" y="141741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7" name="sensor 2, sample 59"/>
            <p:cNvSpPr/>
            <p:nvPr/>
          </p:nvSpPr>
          <p:spPr>
            <a:xfrm>
              <a:off x="3209618" y="211412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2" name="sensor 2, sample 34"/>
            <p:cNvSpPr/>
            <p:nvPr/>
          </p:nvSpPr>
          <p:spPr>
            <a:xfrm>
              <a:off x="3296686" y="1741700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9" name="sensor 2, sample 51"/>
            <p:cNvSpPr/>
            <p:nvPr/>
          </p:nvSpPr>
          <p:spPr>
            <a:xfrm>
              <a:off x="3204941" y="2017152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28" name="sensor 2, sample 0"/>
            <p:cNvSpPr/>
            <p:nvPr/>
          </p:nvSpPr>
          <p:spPr>
            <a:xfrm>
              <a:off x="3052158" y="128971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7" name="sensor 2, sample 9"/>
            <p:cNvSpPr/>
            <p:nvPr/>
          </p:nvSpPr>
          <p:spPr>
            <a:xfrm>
              <a:off x="3345820" y="128061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4" name="sensor 2, sample 26"/>
            <p:cNvSpPr/>
            <p:nvPr/>
          </p:nvSpPr>
          <p:spPr>
            <a:xfrm>
              <a:off x="3292350" y="1625275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1" name="sensor 2, sample 43"/>
            <p:cNvSpPr/>
            <p:nvPr/>
          </p:nvSpPr>
          <p:spPr>
            <a:xfrm>
              <a:off x="3200141" y="191786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8" name="sensor 2, sample 60"/>
            <p:cNvSpPr/>
            <p:nvPr/>
          </p:nvSpPr>
          <p:spPr>
            <a:xfrm>
              <a:off x="3127299" y="2148079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6" name="sensor 2, sample 18"/>
            <p:cNvSpPr/>
            <p:nvPr/>
          </p:nvSpPr>
          <p:spPr>
            <a:xfrm>
              <a:off x="3288066" y="1505610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3" name="sensor 2, sample 35"/>
            <p:cNvSpPr/>
            <p:nvPr/>
          </p:nvSpPr>
          <p:spPr>
            <a:xfrm>
              <a:off x="3195064" y="181621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29" name="sensor 2, sample 1"/>
            <p:cNvSpPr/>
            <p:nvPr/>
          </p:nvSpPr>
          <p:spPr>
            <a:xfrm>
              <a:off x="3077746" y="1328361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0" name="sensor 2, sample 52"/>
            <p:cNvSpPr/>
            <p:nvPr/>
          </p:nvSpPr>
          <p:spPr>
            <a:xfrm>
              <a:off x="3122099" y="2059848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8" name="sensor 2, sample 10"/>
            <p:cNvSpPr/>
            <p:nvPr/>
          </p:nvSpPr>
          <p:spPr>
            <a:xfrm>
              <a:off x="3283596" y="1382642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5" name="sensor 2, sample 27"/>
            <p:cNvSpPr/>
            <p:nvPr/>
          </p:nvSpPr>
          <p:spPr>
            <a:xfrm>
              <a:off x="3189863" y="1712110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2" name="sensor 2, sample 44"/>
            <p:cNvSpPr/>
            <p:nvPr/>
          </p:nvSpPr>
          <p:spPr>
            <a:xfrm>
              <a:off x="3116822" y="1969702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9" name="sensor 2, sample 61"/>
            <p:cNvSpPr/>
            <p:nvPr/>
          </p:nvSpPr>
          <p:spPr>
            <a:xfrm>
              <a:off x="3058048" y="2176706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0" name="sensor 2, sample 2"/>
            <p:cNvSpPr/>
            <p:nvPr/>
          </p:nvSpPr>
          <p:spPr>
            <a:xfrm>
              <a:off x="3103788" y="136822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7" name="sensor 2, sample 19"/>
            <p:cNvSpPr/>
            <p:nvPr/>
          </p:nvSpPr>
          <p:spPr>
            <a:xfrm>
              <a:off x="3184643" y="160542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4" name="sensor 2, sample 36"/>
            <p:cNvSpPr/>
            <p:nvPr/>
          </p:nvSpPr>
          <p:spPr>
            <a:xfrm>
              <a:off x="3111403" y="1877575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1" name="sensor 2, sample 53"/>
            <p:cNvSpPr/>
            <p:nvPr/>
          </p:nvSpPr>
          <p:spPr>
            <a:xfrm>
              <a:off x="3052511" y="2095758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90" name="sensor 2, sample 62"/>
            <p:cNvSpPr/>
            <p:nvPr/>
          </p:nvSpPr>
          <p:spPr>
            <a:xfrm>
              <a:off x="2998903" y="2201160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3" name="sensor 2, sample 45"/>
            <p:cNvSpPr/>
            <p:nvPr/>
          </p:nvSpPr>
          <p:spPr>
            <a:xfrm>
              <a:off x="3046878" y="201320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6" name="sensor 2, sample 28"/>
            <p:cNvSpPr/>
            <p:nvPr/>
          </p:nvSpPr>
          <p:spPr>
            <a:xfrm>
              <a:off x="3105815" y="178341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9" name="sensor 2, sample 11"/>
            <p:cNvSpPr/>
            <p:nvPr/>
          </p:nvSpPr>
          <p:spPr>
            <a:xfrm>
              <a:off x="3179395" y="1496036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2" name="sensor 2, sample 54"/>
            <p:cNvSpPr/>
            <p:nvPr/>
          </p:nvSpPr>
          <p:spPr>
            <a:xfrm>
              <a:off x="2993237" y="2126389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5" name="sensor 2, sample 37"/>
            <p:cNvSpPr/>
            <p:nvPr/>
          </p:nvSpPr>
          <p:spPr>
            <a:xfrm>
              <a:off x="3041204" y="1928996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8" name="sensor 2, sample 20"/>
            <p:cNvSpPr/>
            <p:nvPr/>
          </p:nvSpPr>
          <p:spPr>
            <a:xfrm>
              <a:off x="3100078" y="1687156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1" name="sensor 2, sample 3"/>
            <p:cNvSpPr/>
            <p:nvPr/>
          </p:nvSpPr>
          <p:spPr>
            <a:xfrm>
              <a:off x="3130603" y="1409145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91" name="sensor 2, sample 63"/>
            <p:cNvSpPr/>
            <p:nvPr/>
          </p:nvSpPr>
          <p:spPr>
            <a:xfrm>
              <a:off x="2947786" y="2222289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4" name="sensor 2, sample 46"/>
            <p:cNvSpPr/>
            <p:nvPr/>
          </p:nvSpPr>
          <p:spPr>
            <a:xfrm>
              <a:off x="2987473" y="205024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7" name="sensor 2, sample 29"/>
            <p:cNvSpPr/>
            <p:nvPr/>
          </p:nvSpPr>
          <p:spPr>
            <a:xfrm>
              <a:off x="3035414" y="184306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0" name="sensor 2, sample 12"/>
            <p:cNvSpPr/>
            <p:nvPr/>
          </p:nvSpPr>
          <p:spPr>
            <a:xfrm>
              <a:off x="3094310" y="158868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83" name="sensor 2, sample 55"/>
            <p:cNvSpPr/>
            <p:nvPr/>
          </p:nvSpPr>
          <p:spPr>
            <a:xfrm>
              <a:off x="2942088" y="2152823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6" name="sensor 2, sample 38"/>
            <p:cNvSpPr/>
            <p:nvPr/>
          </p:nvSpPr>
          <p:spPr>
            <a:xfrm>
              <a:off x="2981648" y="1972693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9" name="sensor 2, sample 21"/>
            <p:cNvSpPr/>
            <p:nvPr/>
          </p:nvSpPr>
          <p:spPr>
            <a:xfrm>
              <a:off x="3029503" y="175536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75" name="sensor 2, sample 47"/>
            <p:cNvSpPr/>
            <p:nvPr/>
          </p:nvSpPr>
          <p:spPr>
            <a:xfrm>
              <a:off x="2936284" y="2082169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2" name="sensor 2, sample 4"/>
            <p:cNvSpPr/>
            <p:nvPr/>
          </p:nvSpPr>
          <p:spPr>
            <a:xfrm>
              <a:off x="3088423" y="1487945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8" name="sensor 2, sample 30"/>
            <p:cNvSpPr/>
            <p:nvPr/>
          </p:nvSpPr>
          <p:spPr>
            <a:xfrm>
              <a:off x="2975735" y="1893678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1" name="sensor 2, sample 13"/>
            <p:cNvSpPr/>
            <p:nvPr/>
          </p:nvSpPr>
          <p:spPr>
            <a:xfrm>
              <a:off x="3023462" y="166584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67" name="sensor 2, sample 39"/>
            <p:cNvSpPr/>
            <p:nvPr/>
          </p:nvSpPr>
          <p:spPr>
            <a:xfrm>
              <a:off x="2930423" y="2010297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2" name="sensor 2, sample 14"/>
            <p:cNvSpPr/>
            <p:nvPr/>
          </p:nvSpPr>
          <p:spPr>
            <a:xfrm>
              <a:off x="2803142" y="1782231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0" name="sensor 2, sample 22"/>
            <p:cNvSpPr/>
            <p:nvPr/>
          </p:nvSpPr>
          <p:spPr>
            <a:xfrm>
              <a:off x="2969721" y="1813156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9" name="sensor 2, sample 31"/>
            <p:cNvSpPr/>
            <p:nvPr/>
          </p:nvSpPr>
          <p:spPr>
            <a:xfrm>
              <a:off x="2924460" y="1937168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3" name="sensor 2, sample 5"/>
            <p:cNvSpPr/>
            <p:nvPr/>
          </p:nvSpPr>
          <p:spPr>
            <a:xfrm>
              <a:off x="3017306" y="157443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4" name="sensor 2, sample 6"/>
            <p:cNvSpPr/>
            <p:nvPr/>
          </p:nvSpPr>
          <p:spPr>
            <a:xfrm>
              <a:off x="2797543" y="171453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51" name="sensor 2, sample 23"/>
            <p:cNvSpPr/>
            <p:nvPr/>
          </p:nvSpPr>
          <p:spPr>
            <a:xfrm>
              <a:off x="2918400" y="1862748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43" name="sensor 2, sample 15"/>
            <p:cNvSpPr/>
            <p:nvPr/>
          </p:nvSpPr>
          <p:spPr>
            <a:xfrm>
              <a:off x="2912219" y="1787004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  <p:sp>
          <p:nvSpPr>
            <p:cNvPr id="235" name="sensor 2, sample 7"/>
            <p:cNvSpPr/>
            <p:nvPr/>
          </p:nvSpPr>
          <p:spPr>
            <a:xfrm>
              <a:off x="2905905" y="1709910"/>
              <a:ext cx="32918" cy="32918"/>
            </a:xfrm>
            <a:prstGeom prst="ellipse">
              <a:avLst/>
            </a:prstGeom>
            <a:solidFill>
              <a:srgbClr val="7762A3"/>
            </a:solidFill>
            <a:ln>
              <a:noFill/>
            </a:ln>
            <a:effectLst/>
          </p:spPr>
        </p:sp>
      </p:grpSp>
      <p:grpSp>
        <p:nvGrpSpPr>
          <p:cNvPr id="5" name="link6_sensor_3: 64 raw 8×8 returns"/>
          <p:cNvGrpSpPr/>
          <p:nvPr/>
        </p:nvGrpSpPr>
        <p:grpSpPr>
          <a:xfrm>
            <a:off x="1809995" y="1263938"/>
            <a:ext cx="375424" cy="652208"/>
            <a:chOff x="1809995" y="1263938"/>
            <a:chExt cx="375424" cy="652208"/>
          </a:xfrm>
        </p:grpSpPr>
        <p:sp>
          <p:nvSpPr>
            <p:cNvPr id="355" name="sensor 3, sample 63"/>
            <p:cNvSpPr/>
            <p:nvPr/>
          </p:nvSpPr>
          <p:spPr>
            <a:xfrm>
              <a:off x="2152501" y="177371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7" name="sensor 3, sample 55"/>
            <p:cNvSpPr/>
            <p:nvPr/>
          </p:nvSpPr>
          <p:spPr>
            <a:xfrm>
              <a:off x="2152200" y="1706597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9" name="sensor 3, sample 47"/>
            <p:cNvSpPr/>
            <p:nvPr/>
          </p:nvSpPr>
          <p:spPr>
            <a:xfrm>
              <a:off x="2151865" y="1637704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1" name="sensor 3, sample 39"/>
            <p:cNvSpPr/>
            <p:nvPr/>
          </p:nvSpPr>
          <p:spPr>
            <a:xfrm>
              <a:off x="2151500" y="1566989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3" name="sensor 3, sample 31"/>
            <p:cNvSpPr/>
            <p:nvPr/>
          </p:nvSpPr>
          <p:spPr>
            <a:xfrm>
              <a:off x="2151125" y="1494351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5" name="sensor 3, sample 23"/>
            <p:cNvSpPr/>
            <p:nvPr/>
          </p:nvSpPr>
          <p:spPr>
            <a:xfrm>
              <a:off x="2150736" y="1419720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7" name="sensor 3, sample 15"/>
            <p:cNvSpPr/>
            <p:nvPr/>
          </p:nvSpPr>
          <p:spPr>
            <a:xfrm>
              <a:off x="2150358" y="1342934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299" name="sensor 3, sample 7"/>
            <p:cNvSpPr/>
            <p:nvPr/>
          </p:nvSpPr>
          <p:spPr>
            <a:xfrm>
              <a:off x="2149973" y="126393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53" name="sensor 3, sample 61"/>
            <p:cNvSpPr/>
            <p:nvPr/>
          </p:nvSpPr>
          <p:spPr>
            <a:xfrm>
              <a:off x="1996360" y="1825570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5" name="sensor 3, sample 53"/>
            <p:cNvSpPr/>
            <p:nvPr/>
          </p:nvSpPr>
          <p:spPr>
            <a:xfrm>
              <a:off x="1994618" y="1777071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7" name="sensor 3, sample 45"/>
            <p:cNvSpPr/>
            <p:nvPr/>
          </p:nvSpPr>
          <p:spPr>
            <a:xfrm>
              <a:off x="1992843" y="172762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9" name="sensor 3, sample 37"/>
            <p:cNvSpPr/>
            <p:nvPr/>
          </p:nvSpPr>
          <p:spPr>
            <a:xfrm>
              <a:off x="1991035" y="1677186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52" name="sensor 3, sample 60"/>
            <p:cNvSpPr/>
            <p:nvPr/>
          </p:nvSpPr>
          <p:spPr>
            <a:xfrm>
              <a:off x="1945876" y="184232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4" name="sensor 3, sample 52"/>
            <p:cNvSpPr/>
            <p:nvPr/>
          </p:nvSpPr>
          <p:spPr>
            <a:xfrm>
              <a:off x="1943913" y="1799725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1" name="sensor 3, sample 29"/>
            <p:cNvSpPr/>
            <p:nvPr/>
          </p:nvSpPr>
          <p:spPr>
            <a:xfrm>
              <a:off x="1989190" y="1625733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6" name="sensor 3, sample 44"/>
            <p:cNvSpPr/>
            <p:nvPr/>
          </p:nvSpPr>
          <p:spPr>
            <a:xfrm>
              <a:off x="1941915" y="1756385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3" name="sensor 3, sample 21"/>
            <p:cNvSpPr/>
            <p:nvPr/>
          </p:nvSpPr>
          <p:spPr>
            <a:xfrm>
              <a:off x="1987308" y="157323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51" name="sensor 3, sample 59"/>
            <p:cNvSpPr/>
            <p:nvPr/>
          </p:nvSpPr>
          <p:spPr>
            <a:xfrm>
              <a:off x="1906023" y="1855551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8" name="sensor 3, sample 36"/>
            <p:cNvSpPr/>
            <p:nvPr/>
          </p:nvSpPr>
          <p:spPr>
            <a:xfrm>
              <a:off x="1939880" y="1712283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5" name="sensor 3, sample 13"/>
            <p:cNvSpPr/>
            <p:nvPr/>
          </p:nvSpPr>
          <p:spPr>
            <a:xfrm>
              <a:off x="1985388" y="1519669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3" name="sensor 3, sample 51"/>
            <p:cNvSpPr/>
            <p:nvPr/>
          </p:nvSpPr>
          <p:spPr>
            <a:xfrm>
              <a:off x="1903965" y="1817567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0" name="sensor 3, sample 28"/>
            <p:cNvSpPr/>
            <p:nvPr/>
          </p:nvSpPr>
          <p:spPr>
            <a:xfrm>
              <a:off x="1937810" y="1667405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5" name="sensor 3, sample 43"/>
            <p:cNvSpPr/>
            <p:nvPr/>
          </p:nvSpPr>
          <p:spPr>
            <a:xfrm>
              <a:off x="1901873" y="1778996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297" name="sensor 3, sample 5"/>
            <p:cNvSpPr/>
            <p:nvPr/>
          </p:nvSpPr>
          <p:spPr>
            <a:xfrm>
              <a:off x="1983427" y="1465012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50" name="sensor 3, sample 58"/>
            <p:cNvSpPr/>
            <p:nvPr/>
          </p:nvSpPr>
          <p:spPr>
            <a:xfrm>
              <a:off x="1873761" y="1866255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2" name="sensor 3, sample 20"/>
            <p:cNvSpPr/>
            <p:nvPr/>
          </p:nvSpPr>
          <p:spPr>
            <a:xfrm>
              <a:off x="1935703" y="1621730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7" name="sensor 3, sample 35"/>
            <p:cNvSpPr/>
            <p:nvPr/>
          </p:nvSpPr>
          <p:spPr>
            <a:xfrm>
              <a:off x="1899746" y="1739821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2" name="sensor 3, sample 50"/>
            <p:cNvSpPr/>
            <p:nvPr/>
          </p:nvSpPr>
          <p:spPr>
            <a:xfrm>
              <a:off x="1871682" y="1831990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4" name="sensor 3, sample 12"/>
            <p:cNvSpPr/>
            <p:nvPr/>
          </p:nvSpPr>
          <p:spPr>
            <a:xfrm>
              <a:off x="1933560" y="1575245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9" name="sensor 3, sample 27"/>
            <p:cNvSpPr/>
            <p:nvPr/>
          </p:nvSpPr>
          <p:spPr>
            <a:xfrm>
              <a:off x="1897586" y="1700031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4" name="sensor 3, sample 42"/>
            <p:cNvSpPr/>
            <p:nvPr/>
          </p:nvSpPr>
          <p:spPr>
            <a:xfrm>
              <a:off x="1869564" y="1797241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9" name="sensor 3, sample 57"/>
            <p:cNvSpPr/>
            <p:nvPr/>
          </p:nvSpPr>
          <p:spPr>
            <a:xfrm>
              <a:off x="1847111" y="187509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296" name="sensor 3, sample 4"/>
            <p:cNvSpPr/>
            <p:nvPr/>
          </p:nvSpPr>
          <p:spPr>
            <a:xfrm>
              <a:off x="1931378" y="1527931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1" name="sensor 3, sample 19"/>
            <p:cNvSpPr/>
            <p:nvPr/>
          </p:nvSpPr>
          <p:spPr>
            <a:xfrm>
              <a:off x="1895393" y="1659617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6" name="sensor 3, sample 34"/>
            <p:cNvSpPr/>
            <p:nvPr/>
          </p:nvSpPr>
          <p:spPr>
            <a:xfrm>
              <a:off x="1867417" y="1762003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1" name="sensor 3, sample 49"/>
            <p:cNvSpPr/>
            <p:nvPr/>
          </p:nvSpPr>
          <p:spPr>
            <a:xfrm>
              <a:off x="1845046" y="1843885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8" name="sensor 3, sample 56"/>
            <p:cNvSpPr/>
            <p:nvPr/>
          </p:nvSpPr>
          <p:spPr>
            <a:xfrm>
              <a:off x="1824725" y="1882525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3" name="sensor 3, sample 41"/>
            <p:cNvSpPr/>
            <p:nvPr/>
          </p:nvSpPr>
          <p:spPr>
            <a:xfrm>
              <a:off x="1842946" y="1812272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8" name="sensor 3, sample 26"/>
            <p:cNvSpPr/>
            <p:nvPr/>
          </p:nvSpPr>
          <p:spPr>
            <a:xfrm>
              <a:off x="1865242" y="1726270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3" name="sensor 3, sample 11"/>
            <p:cNvSpPr/>
            <p:nvPr/>
          </p:nvSpPr>
          <p:spPr>
            <a:xfrm>
              <a:off x="1893168" y="1618573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0" name="sensor 3, sample 48"/>
            <p:cNvSpPr/>
            <p:nvPr/>
          </p:nvSpPr>
          <p:spPr>
            <a:xfrm>
              <a:off x="1822697" y="1853867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5" name="sensor 3, sample 33"/>
            <p:cNvSpPr/>
            <p:nvPr/>
          </p:nvSpPr>
          <p:spPr>
            <a:xfrm>
              <a:off x="1840821" y="1780256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0" name="sensor 3, sample 18"/>
            <p:cNvSpPr/>
            <p:nvPr/>
          </p:nvSpPr>
          <p:spPr>
            <a:xfrm>
              <a:off x="1863039" y="169003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295" name="sensor 3, sample 3"/>
            <p:cNvSpPr/>
            <p:nvPr/>
          </p:nvSpPr>
          <p:spPr>
            <a:xfrm>
              <a:off x="1890908" y="1576874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2" name="sensor 3, sample 40"/>
            <p:cNvSpPr/>
            <p:nvPr/>
          </p:nvSpPr>
          <p:spPr>
            <a:xfrm>
              <a:off x="1820638" y="1824872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7" name="sensor 3, sample 25"/>
            <p:cNvSpPr/>
            <p:nvPr/>
          </p:nvSpPr>
          <p:spPr>
            <a:xfrm>
              <a:off x="1838672" y="1747834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2" name="sensor 3, sample 10"/>
            <p:cNvSpPr/>
            <p:nvPr/>
          </p:nvSpPr>
          <p:spPr>
            <a:xfrm>
              <a:off x="1860805" y="1653289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4" name="sensor 3, sample 32"/>
            <p:cNvSpPr/>
            <p:nvPr/>
          </p:nvSpPr>
          <p:spPr>
            <a:xfrm>
              <a:off x="1818559" y="1795540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9" name="sensor 3, sample 17"/>
            <p:cNvSpPr/>
            <p:nvPr/>
          </p:nvSpPr>
          <p:spPr>
            <a:xfrm>
              <a:off x="1836496" y="1714994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294" name="sensor 3, sample 2"/>
            <p:cNvSpPr/>
            <p:nvPr/>
          </p:nvSpPr>
          <p:spPr>
            <a:xfrm>
              <a:off x="1858539" y="1616013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6" name="sensor 3, sample 24"/>
            <p:cNvSpPr/>
            <p:nvPr/>
          </p:nvSpPr>
          <p:spPr>
            <a:xfrm>
              <a:off x="1816456" y="1765864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1" name="sensor 3, sample 9"/>
            <p:cNvSpPr/>
            <p:nvPr/>
          </p:nvSpPr>
          <p:spPr>
            <a:xfrm>
              <a:off x="1834292" y="1681729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8" name="sensor 3, sample 16"/>
            <p:cNvSpPr/>
            <p:nvPr/>
          </p:nvSpPr>
          <p:spPr>
            <a:xfrm>
              <a:off x="1814328" y="173583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54" name="sensor 3, sample 62"/>
            <p:cNvSpPr/>
            <p:nvPr/>
          </p:nvSpPr>
          <p:spPr>
            <a:xfrm>
              <a:off x="2006047" y="188322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293" name="sensor 3, sample 1"/>
            <p:cNvSpPr/>
            <p:nvPr/>
          </p:nvSpPr>
          <p:spPr>
            <a:xfrm>
              <a:off x="1832059" y="1648030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46" name="sensor 3, sample 54"/>
            <p:cNvSpPr/>
            <p:nvPr/>
          </p:nvSpPr>
          <p:spPr>
            <a:xfrm>
              <a:off x="2005707" y="1862062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0" name="sensor 3, sample 8"/>
            <p:cNvSpPr/>
            <p:nvPr/>
          </p:nvSpPr>
          <p:spPr>
            <a:xfrm>
              <a:off x="1812175" y="1705454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8" name="sensor 3, sample 46"/>
            <p:cNvSpPr/>
            <p:nvPr/>
          </p:nvSpPr>
          <p:spPr>
            <a:xfrm>
              <a:off x="2005357" y="1840240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30" name="sensor 3, sample 38"/>
            <p:cNvSpPr/>
            <p:nvPr/>
          </p:nvSpPr>
          <p:spPr>
            <a:xfrm>
              <a:off x="2004997" y="1817724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292" name="sensor 3, sample 0"/>
            <p:cNvSpPr/>
            <p:nvPr/>
          </p:nvSpPr>
          <p:spPr>
            <a:xfrm>
              <a:off x="1809995" y="1674706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22" name="sensor 3, sample 30"/>
            <p:cNvSpPr/>
            <p:nvPr/>
          </p:nvSpPr>
          <p:spPr>
            <a:xfrm>
              <a:off x="2004623" y="1794497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14" name="sensor 3, sample 22"/>
            <p:cNvSpPr/>
            <p:nvPr/>
          </p:nvSpPr>
          <p:spPr>
            <a:xfrm>
              <a:off x="2004239" y="1770505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306" name="sensor 3, sample 14"/>
            <p:cNvSpPr/>
            <p:nvPr/>
          </p:nvSpPr>
          <p:spPr>
            <a:xfrm>
              <a:off x="2003843" y="1745718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  <p:sp>
          <p:nvSpPr>
            <p:cNvPr id="298" name="sensor 3, sample 6"/>
            <p:cNvSpPr/>
            <p:nvPr/>
          </p:nvSpPr>
          <p:spPr>
            <a:xfrm>
              <a:off x="2003427" y="1720131"/>
              <a:ext cx="32918" cy="32918"/>
            </a:xfrm>
            <a:prstGeom prst="ellipse">
              <a:avLst/>
            </a:prstGeom>
            <a:solidFill>
              <a:srgbClr val="B0753A"/>
            </a:solidFill>
            <a:ln>
              <a:noFill/>
            </a:ln>
            <a:effectLst/>
          </p:spPr>
        </p:sp>
      </p:grpSp>
      <p:grpSp>
        <p:nvGrpSpPr>
          <p:cNvPr id="6" name="link6_sensor_4: 64 raw 8×8 returns"/>
          <p:cNvGrpSpPr/>
          <p:nvPr/>
        </p:nvGrpSpPr>
        <p:grpSpPr>
          <a:xfrm>
            <a:off x="2147304" y="1073200"/>
            <a:ext cx="688437" cy="809705"/>
            <a:chOff x="2147304" y="1073200"/>
            <a:chExt cx="688437" cy="809705"/>
          </a:xfrm>
        </p:grpSpPr>
        <p:sp>
          <p:nvSpPr>
            <p:cNvPr id="414" name="sensor 4, sample 58"/>
            <p:cNvSpPr/>
            <p:nvPr/>
          </p:nvSpPr>
          <p:spPr>
            <a:xfrm>
              <a:off x="2390435" y="176711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3" name="sensor 4, sample 57"/>
            <p:cNvSpPr/>
            <p:nvPr/>
          </p:nvSpPr>
          <p:spPr>
            <a:xfrm>
              <a:off x="2289796" y="176064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6" name="sensor 4, sample 50"/>
            <p:cNvSpPr/>
            <p:nvPr/>
          </p:nvSpPr>
          <p:spPr>
            <a:xfrm>
              <a:off x="2387876" y="167629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5" name="sensor 4, sample 49"/>
            <p:cNvSpPr/>
            <p:nvPr/>
          </p:nvSpPr>
          <p:spPr>
            <a:xfrm>
              <a:off x="2284027" y="1676953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5" name="sensor 4, sample 59"/>
            <p:cNvSpPr/>
            <p:nvPr/>
          </p:nvSpPr>
          <p:spPr>
            <a:xfrm>
              <a:off x="2473957" y="1784770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8" name="sensor 4, sample 42"/>
            <p:cNvSpPr/>
            <p:nvPr/>
          </p:nvSpPr>
          <p:spPr>
            <a:xfrm>
              <a:off x="2385244" y="158290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7" name="sensor 4, sample 51"/>
            <p:cNvSpPr/>
            <p:nvPr/>
          </p:nvSpPr>
          <p:spPr>
            <a:xfrm>
              <a:off x="2472586" y="1695706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7" name="sensor 4, sample 41"/>
            <p:cNvSpPr/>
            <p:nvPr/>
          </p:nvSpPr>
          <p:spPr>
            <a:xfrm>
              <a:off x="2278221" y="159277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0" name="sensor 4, sample 34"/>
            <p:cNvSpPr/>
            <p:nvPr/>
          </p:nvSpPr>
          <p:spPr>
            <a:xfrm>
              <a:off x="2382531" y="1486838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6" name="sensor 4, sample 60"/>
            <p:cNvSpPr/>
            <p:nvPr/>
          </p:nvSpPr>
          <p:spPr>
            <a:xfrm>
              <a:off x="2554793" y="180186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9" name="sensor 4, sample 43"/>
            <p:cNvSpPr/>
            <p:nvPr/>
          </p:nvSpPr>
          <p:spPr>
            <a:xfrm>
              <a:off x="2471179" y="160415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9" name="sensor 4, sample 33"/>
            <p:cNvSpPr/>
            <p:nvPr/>
          </p:nvSpPr>
          <p:spPr>
            <a:xfrm>
              <a:off x="2272360" y="1508132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8" name="sensor 4, sample 52"/>
            <p:cNvSpPr/>
            <p:nvPr/>
          </p:nvSpPr>
          <p:spPr>
            <a:xfrm>
              <a:off x="2554536" y="1714480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2" name="sensor 4, sample 26"/>
            <p:cNvSpPr/>
            <p:nvPr/>
          </p:nvSpPr>
          <p:spPr>
            <a:xfrm>
              <a:off x="2379740" y="1387965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7" name="sensor 4, sample 61"/>
            <p:cNvSpPr/>
            <p:nvPr/>
          </p:nvSpPr>
          <p:spPr>
            <a:xfrm>
              <a:off x="2633069" y="1818410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1" name="sensor 4, sample 35"/>
            <p:cNvSpPr/>
            <p:nvPr/>
          </p:nvSpPr>
          <p:spPr>
            <a:xfrm>
              <a:off x="2469726" y="151002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2" name="sensor 4, sample 56"/>
            <p:cNvSpPr/>
            <p:nvPr/>
          </p:nvSpPr>
          <p:spPr>
            <a:xfrm>
              <a:off x="2182362" y="1780466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0" name="sensor 4, sample 44"/>
            <p:cNvSpPr/>
            <p:nvPr/>
          </p:nvSpPr>
          <p:spPr>
            <a:xfrm>
              <a:off x="2554273" y="1624704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1" name="sensor 4, sample 25"/>
            <p:cNvSpPr/>
            <p:nvPr/>
          </p:nvSpPr>
          <p:spPr>
            <a:xfrm>
              <a:off x="2266467" y="1423003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4" name="sensor 4, sample 18"/>
            <p:cNvSpPr/>
            <p:nvPr/>
          </p:nvSpPr>
          <p:spPr>
            <a:xfrm>
              <a:off x="2376868" y="1286165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9" name="sensor 4, sample 53"/>
            <p:cNvSpPr/>
            <p:nvPr/>
          </p:nvSpPr>
          <p:spPr>
            <a:xfrm>
              <a:off x="2633857" y="1732652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4" name="sensor 4, sample 48"/>
            <p:cNvSpPr/>
            <p:nvPr/>
          </p:nvSpPr>
          <p:spPr>
            <a:xfrm>
              <a:off x="2177433" y="171280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3" name="sensor 4, sample 27"/>
            <p:cNvSpPr/>
            <p:nvPr/>
          </p:nvSpPr>
          <p:spPr>
            <a:xfrm>
              <a:off x="2468232" y="1413198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8" name="sensor 4, sample 62"/>
            <p:cNvSpPr/>
            <p:nvPr/>
          </p:nvSpPr>
          <p:spPr>
            <a:xfrm>
              <a:off x="2708906" y="1834444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2" name="sensor 4, sample 36"/>
            <p:cNvSpPr/>
            <p:nvPr/>
          </p:nvSpPr>
          <p:spPr>
            <a:xfrm>
              <a:off x="2553998" y="153243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6" name="sensor 4, sample 10"/>
            <p:cNvSpPr/>
            <p:nvPr/>
          </p:nvSpPr>
          <p:spPr>
            <a:xfrm>
              <a:off x="2373916" y="118128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3" name="sensor 4, sample 17"/>
            <p:cNvSpPr/>
            <p:nvPr/>
          </p:nvSpPr>
          <p:spPr>
            <a:xfrm>
              <a:off x="2260499" y="133751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1" name="sensor 4, sample 45"/>
            <p:cNvSpPr/>
            <p:nvPr/>
          </p:nvSpPr>
          <p:spPr>
            <a:xfrm>
              <a:off x="2634667" y="164458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6" name="sensor 4, sample 40"/>
            <p:cNvSpPr/>
            <p:nvPr/>
          </p:nvSpPr>
          <p:spPr>
            <a:xfrm>
              <a:off x="2172481" y="1644814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5" name="sensor 4, sample 19"/>
            <p:cNvSpPr/>
            <p:nvPr/>
          </p:nvSpPr>
          <p:spPr>
            <a:xfrm>
              <a:off x="2466697" y="1313552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0" name="sensor 4, sample 54"/>
            <p:cNvSpPr/>
            <p:nvPr/>
          </p:nvSpPr>
          <p:spPr>
            <a:xfrm>
              <a:off x="2710675" y="1750250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4" name="sensor 4, sample 28"/>
            <p:cNvSpPr/>
            <p:nvPr/>
          </p:nvSpPr>
          <p:spPr>
            <a:xfrm>
              <a:off x="2553716" y="1437572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9" name="sensor 4, sample 63"/>
            <p:cNvSpPr/>
            <p:nvPr/>
          </p:nvSpPr>
          <p:spPr>
            <a:xfrm>
              <a:off x="2782407" y="184998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58" name="sensor 4, sample 2"/>
            <p:cNvSpPr/>
            <p:nvPr/>
          </p:nvSpPr>
          <p:spPr>
            <a:xfrm>
              <a:off x="2370875" y="1073200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8" name="sensor 4, sample 32"/>
            <p:cNvSpPr/>
            <p:nvPr/>
          </p:nvSpPr>
          <p:spPr>
            <a:xfrm>
              <a:off x="2167489" y="1576569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3" name="sensor 4, sample 37"/>
            <p:cNvSpPr/>
            <p:nvPr/>
          </p:nvSpPr>
          <p:spPr>
            <a:xfrm>
              <a:off x="2635493" y="1554108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5" name="sensor 4, sample 9"/>
            <p:cNvSpPr/>
            <p:nvPr/>
          </p:nvSpPr>
          <p:spPr>
            <a:xfrm>
              <a:off x="2254527" y="1251465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7" name="sensor 4, sample 11"/>
            <p:cNvSpPr/>
            <p:nvPr/>
          </p:nvSpPr>
          <p:spPr>
            <a:xfrm>
              <a:off x="2465124" y="1210949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2" name="sensor 4, sample 46"/>
            <p:cNvSpPr/>
            <p:nvPr/>
          </p:nvSpPr>
          <p:spPr>
            <a:xfrm>
              <a:off x="2712490" y="166382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6" name="sensor 4, sample 20"/>
            <p:cNvSpPr/>
            <p:nvPr/>
          </p:nvSpPr>
          <p:spPr>
            <a:xfrm>
              <a:off x="2553426" y="1339994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11" name="sensor 4, sample 55"/>
            <p:cNvSpPr/>
            <p:nvPr/>
          </p:nvSpPr>
          <p:spPr>
            <a:xfrm>
              <a:off x="2785104" y="1767300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0" name="sensor 4, sample 24"/>
            <p:cNvSpPr/>
            <p:nvPr/>
          </p:nvSpPr>
          <p:spPr>
            <a:xfrm>
              <a:off x="2162472" y="150804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5" name="sensor 4, sample 29"/>
            <p:cNvSpPr/>
            <p:nvPr/>
          </p:nvSpPr>
          <p:spPr>
            <a:xfrm>
              <a:off x="2636343" y="1461128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57" name="sensor 4, sample 1"/>
            <p:cNvSpPr/>
            <p:nvPr/>
          </p:nvSpPr>
          <p:spPr>
            <a:xfrm>
              <a:off x="2248523" y="1164914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4" name="sensor 4, sample 38"/>
            <p:cNvSpPr/>
            <p:nvPr/>
          </p:nvSpPr>
          <p:spPr>
            <a:xfrm>
              <a:off x="2714347" y="1575074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59" name="sensor 4, sample 3"/>
            <p:cNvSpPr/>
            <p:nvPr/>
          </p:nvSpPr>
          <p:spPr>
            <a:xfrm>
              <a:off x="2463505" y="1105266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403" name="sensor 4, sample 47"/>
            <p:cNvSpPr/>
            <p:nvPr/>
          </p:nvSpPr>
          <p:spPr>
            <a:xfrm>
              <a:off x="2787863" y="1682455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8" name="sensor 4, sample 12"/>
            <p:cNvSpPr/>
            <p:nvPr/>
          </p:nvSpPr>
          <p:spPr>
            <a:xfrm>
              <a:off x="2553140" y="1239571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2" name="sensor 4, sample 16"/>
            <p:cNvSpPr/>
            <p:nvPr/>
          </p:nvSpPr>
          <p:spPr>
            <a:xfrm>
              <a:off x="2157433" y="1439216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7" name="sensor 4, sample 21"/>
            <p:cNvSpPr/>
            <p:nvPr/>
          </p:nvSpPr>
          <p:spPr>
            <a:xfrm>
              <a:off x="2637218" y="1365536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6" name="sensor 4, sample 30"/>
            <p:cNvSpPr/>
            <p:nvPr/>
          </p:nvSpPr>
          <p:spPr>
            <a:xfrm>
              <a:off x="2716255" y="1483909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95" name="sensor 4, sample 39"/>
            <p:cNvSpPr/>
            <p:nvPr/>
          </p:nvSpPr>
          <p:spPr>
            <a:xfrm>
              <a:off x="2790686" y="1595370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4" name="sensor 4, sample 8"/>
            <p:cNvSpPr/>
            <p:nvPr/>
          </p:nvSpPr>
          <p:spPr>
            <a:xfrm>
              <a:off x="2152375" y="1370069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0" name="sensor 4, sample 4"/>
            <p:cNvSpPr/>
            <p:nvPr/>
          </p:nvSpPr>
          <p:spPr>
            <a:xfrm>
              <a:off x="2552845" y="1136190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9" name="sensor 4, sample 13"/>
            <p:cNvSpPr/>
            <p:nvPr/>
          </p:nvSpPr>
          <p:spPr>
            <a:xfrm>
              <a:off x="2638134" y="1267202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8" name="sensor 4, sample 22"/>
            <p:cNvSpPr/>
            <p:nvPr/>
          </p:nvSpPr>
          <p:spPr>
            <a:xfrm>
              <a:off x="2718218" y="1390225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87" name="sensor 4, sample 31"/>
            <p:cNvSpPr/>
            <p:nvPr/>
          </p:nvSpPr>
          <p:spPr>
            <a:xfrm>
              <a:off x="2793584" y="1505952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56" name="sensor 4, sample 0"/>
            <p:cNvSpPr/>
            <p:nvPr/>
          </p:nvSpPr>
          <p:spPr>
            <a:xfrm>
              <a:off x="2147304" y="1300515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1" name="sensor 4, sample 5"/>
            <p:cNvSpPr/>
            <p:nvPr/>
          </p:nvSpPr>
          <p:spPr>
            <a:xfrm>
              <a:off x="2639075" y="1166023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0" name="sensor 4, sample 14"/>
            <p:cNvSpPr/>
            <p:nvPr/>
          </p:nvSpPr>
          <p:spPr>
            <a:xfrm>
              <a:off x="2720258" y="129389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9" name="sensor 4, sample 23"/>
            <p:cNvSpPr/>
            <p:nvPr/>
          </p:nvSpPr>
          <p:spPr>
            <a:xfrm>
              <a:off x="2796563" y="1414105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2" name="sensor 4, sample 6"/>
            <p:cNvSpPr/>
            <p:nvPr/>
          </p:nvSpPr>
          <p:spPr>
            <a:xfrm>
              <a:off x="2722353" y="1194829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71" name="sensor 4, sample 15"/>
            <p:cNvSpPr/>
            <p:nvPr/>
          </p:nvSpPr>
          <p:spPr>
            <a:xfrm>
              <a:off x="2799650" y="131970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  <p:sp>
          <p:nvSpPr>
            <p:cNvPr id="363" name="sensor 4, sample 7"/>
            <p:cNvSpPr/>
            <p:nvPr/>
          </p:nvSpPr>
          <p:spPr>
            <a:xfrm>
              <a:off x="2802823" y="1222667"/>
              <a:ext cx="32918" cy="32918"/>
            </a:xfrm>
            <a:prstGeom prst="ellipse">
              <a:avLst/>
            </a:prstGeom>
            <a:solidFill>
              <a:srgbClr val="348775"/>
            </a:solidFill>
            <a:ln>
              <a:noFill/>
            </a:ln>
            <a:effectLst/>
          </p:spPr>
        </p:sp>
      </p:grpSp>
      <p:grpSp>
        <p:nvGrpSpPr>
          <p:cNvPr id="7" name="link6_sensor_5: 64 raw 8×8 returns"/>
          <p:cNvGrpSpPr/>
          <p:nvPr/>
        </p:nvGrpSpPr>
        <p:grpSpPr>
          <a:xfrm>
            <a:off x="2388749" y="2084720"/>
            <a:ext cx="2202054" cy="2549458"/>
            <a:chOff x="2388749" y="2084720"/>
            <a:chExt cx="2202054" cy="2549458"/>
          </a:xfrm>
        </p:grpSpPr>
        <p:sp>
          <p:nvSpPr>
            <p:cNvPr id="476" name="sensor 5, sample 56"/>
            <p:cNvSpPr/>
            <p:nvPr/>
          </p:nvSpPr>
          <p:spPr>
            <a:xfrm>
              <a:off x="2421998" y="2309592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7" name="sensor 5, sample 57"/>
            <p:cNvSpPr/>
            <p:nvPr/>
          </p:nvSpPr>
          <p:spPr>
            <a:xfrm>
              <a:off x="2388749" y="2319014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8" name="sensor 5, sample 48"/>
            <p:cNvSpPr/>
            <p:nvPr/>
          </p:nvSpPr>
          <p:spPr>
            <a:xfrm>
              <a:off x="2504164" y="2322209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9" name="sensor 5, sample 49"/>
            <p:cNvSpPr/>
            <p:nvPr/>
          </p:nvSpPr>
          <p:spPr>
            <a:xfrm>
              <a:off x="2462175" y="233349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0" name="sensor 5, sample 40"/>
            <p:cNvSpPr/>
            <p:nvPr/>
          </p:nvSpPr>
          <p:spPr>
            <a:xfrm>
              <a:off x="2633747" y="2342181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1" name="sensor 5, sample 41"/>
            <p:cNvSpPr/>
            <p:nvPr/>
          </p:nvSpPr>
          <p:spPr>
            <a:xfrm>
              <a:off x="2577166" y="235628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8" name="sensor 5, sample 58"/>
            <p:cNvSpPr/>
            <p:nvPr/>
          </p:nvSpPr>
          <p:spPr>
            <a:xfrm>
              <a:off x="2708377" y="264231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2" name="sensor 5, sample 32"/>
            <p:cNvSpPr/>
            <p:nvPr/>
          </p:nvSpPr>
          <p:spPr>
            <a:xfrm>
              <a:off x="2778841" y="2344122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4" name="sensor 5, sample 24"/>
            <p:cNvSpPr/>
            <p:nvPr/>
          </p:nvSpPr>
          <p:spPr>
            <a:xfrm>
              <a:off x="2772355" y="227589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3" name="sensor 5, sample 33"/>
            <p:cNvSpPr/>
            <p:nvPr/>
          </p:nvSpPr>
          <p:spPr>
            <a:xfrm>
              <a:off x="2719354" y="236828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6" name="sensor 5, sample 16"/>
            <p:cNvSpPr/>
            <p:nvPr/>
          </p:nvSpPr>
          <p:spPr>
            <a:xfrm>
              <a:off x="2766092" y="220999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5" name="sensor 5, sample 25"/>
            <p:cNvSpPr/>
            <p:nvPr/>
          </p:nvSpPr>
          <p:spPr>
            <a:xfrm>
              <a:off x="2713677" y="229992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8" name="sensor 5, sample 8"/>
            <p:cNvSpPr/>
            <p:nvPr/>
          </p:nvSpPr>
          <p:spPr>
            <a:xfrm>
              <a:off x="2760055" y="2146309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7" name="sensor 5, sample 17"/>
            <p:cNvSpPr/>
            <p:nvPr/>
          </p:nvSpPr>
          <p:spPr>
            <a:xfrm>
              <a:off x="2708202" y="2233939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0" name="sensor 5, sample 0"/>
            <p:cNvSpPr/>
            <p:nvPr/>
          </p:nvSpPr>
          <p:spPr>
            <a:xfrm>
              <a:off x="2754229" y="208472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9" name="sensor 5, sample 9"/>
            <p:cNvSpPr/>
            <p:nvPr/>
          </p:nvSpPr>
          <p:spPr>
            <a:xfrm>
              <a:off x="2709150" y="2171163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1" name="sensor 5, sample 1"/>
            <p:cNvSpPr/>
            <p:nvPr/>
          </p:nvSpPr>
          <p:spPr>
            <a:xfrm>
              <a:off x="2713938" y="2109522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9" name="sensor 5, sample 59"/>
            <p:cNvSpPr/>
            <p:nvPr/>
          </p:nvSpPr>
          <p:spPr>
            <a:xfrm>
              <a:off x="4080145" y="4157524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0" name="sensor 5, sample 50"/>
            <p:cNvSpPr/>
            <p:nvPr/>
          </p:nvSpPr>
          <p:spPr>
            <a:xfrm>
              <a:off x="4557885" y="3996158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80" name="sensor 5, sample 60"/>
            <p:cNvSpPr/>
            <p:nvPr/>
          </p:nvSpPr>
          <p:spPr>
            <a:xfrm>
              <a:off x="3840175" y="422563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2" name="sensor 5, sample 42"/>
            <p:cNvSpPr/>
            <p:nvPr/>
          </p:nvSpPr>
          <p:spPr>
            <a:xfrm>
              <a:off x="4536052" y="3690532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1" name="sensor 5, sample 51"/>
            <p:cNvSpPr/>
            <p:nvPr/>
          </p:nvSpPr>
          <p:spPr>
            <a:xfrm>
              <a:off x="4369537" y="415027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81" name="sensor 5, sample 61"/>
            <p:cNvSpPr/>
            <p:nvPr/>
          </p:nvSpPr>
          <p:spPr>
            <a:xfrm>
              <a:off x="3606879" y="4291759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4" name="sensor 5, sample 34"/>
            <p:cNvSpPr/>
            <p:nvPr/>
          </p:nvSpPr>
          <p:spPr>
            <a:xfrm>
              <a:off x="4515024" y="3396124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3" name="sensor 5, sample 43"/>
            <p:cNvSpPr/>
            <p:nvPr/>
          </p:nvSpPr>
          <p:spPr>
            <a:xfrm>
              <a:off x="4350834" y="383516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82" name="sensor 5, sample 62"/>
            <p:cNvSpPr/>
            <p:nvPr/>
          </p:nvSpPr>
          <p:spPr>
            <a:xfrm>
              <a:off x="3380369" y="435660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6" name="sensor 5, sample 26"/>
            <p:cNvSpPr/>
            <p:nvPr/>
          </p:nvSpPr>
          <p:spPr>
            <a:xfrm>
              <a:off x="4494737" y="3112319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2" name="sensor 5, sample 52"/>
            <p:cNvSpPr/>
            <p:nvPr/>
          </p:nvSpPr>
          <p:spPr>
            <a:xfrm>
              <a:off x="4172783" y="431123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5" name="sensor 5, sample 35"/>
            <p:cNvSpPr/>
            <p:nvPr/>
          </p:nvSpPr>
          <p:spPr>
            <a:xfrm>
              <a:off x="4332831" y="353187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83" name="sensor 5, sample 63"/>
            <p:cNvSpPr/>
            <p:nvPr/>
          </p:nvSpPr>
          <p:spPr>
            <a:xfrm>
              <a:off x="3159512" y="441876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8" name="sensor 5, sample 18"/>
            <p:cNvSpPr/>
            <p:nvPr/>
          </p:nvSpPr>
          <p:spPr>
            <a:xfrm>
              <a:off x="4475135" y="2838553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4" name="sensor 5, sample 44"/>
            <p:cNvSpPr/>
            <p:nvPr/>
          </p:nvSpPr>
          <p:spPr>
            <a:xfrm>
              <a:off x="4157506" y="398610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7" name="sensor 5, sample 27"/>
            <p:cNvSpPr/>
            <p:nvPr/>
          </p:nvSpPr>
          <p:spPr>
            <a:xfrm>
              <a:off x="4315480" y="323972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3" name="sensor 5, sample 53"/>
            <p:cNvSpPr/>
            <p:nvPr/>
          </p:nvSpPr>
          <p:spPr>
            <a:xfrm>
              <a:off x="3946874" y="445391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0" name="sensor 5, sample 10"/>
            <p:cNvSpPr/>
            <p:nvPr/>
          </p:nvSpPr>
          <p:spPr>
            <a:xfrm>
              <a:off x="4456210" y="257432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6" name="sensor 5, sample 36"/>
            <p:cNvSpPr/>
            <p:nvPr/>
          </p:nvSpPr>
          <p:spPr>
            <a:xfrm>
              <a:off x="4142813" y="367342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9" name="sensor 5, sample 19"/>
            <p:cNvSpPr/>
            <p:nvPr/>
          </p:nvSpPr>
          <p:spPr>
            <a:xfrm>
              <a:off x="4298723" y="295812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2" name="sensor 5, sample 2"/>
            <p:cNvSpPr/>
            <p:nvPr/>
          </p:nvSpPr>
          <p:spPr>
            <a:xfrm>
              <a:off x="4437963" y="2319134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5" name="sensor 5, sample 45"/>
            <p:cNvSpPr/>
            <p:nvPr/>
          </p:nvSpPr>
          <p:spPr>
            <a:xfrm>
              <a:off x="3955517" y="4143752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4" name="sensor 5, sample 54"/>
            <p:cNvSpPr/>
            <p:nvPr/>
          </p:nvSpPr>
          <p:spPr>
            <a:xfrm>
              <a:off x="3668889" y="4528393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8" name="sensor 5, sample 28"/>
            <p:cNvSpPr/>
            <p:nvPr/>
          </p:nvSpPr>
          <p:spPr>
            <a:xfrm>
              <a:off x="4128681" y="337248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1" name="sensor 5, sample 11"/>
            <p:cNvSpPr/>
            <p:nvPr/>
          </p:nvSpPr>
          <p:spPr>
            <a:xfrm>
              <a:off x="4282561" y="2686517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7" name="sensor 5, sample 37"/>
            <p:cNvSpPr/>
            <p:nvPr/>
          </p:nvSpPr>
          <p:spPr>
            <a:xfrm>
              <a:off x="3944453" y="382114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75" name="sensor 5, sample 55"/>
            <p:cNvSpPr/>
            <p:nvPr/>
          </p:nvSpPr>
          <p:spPr>
            <a:xfrm>
              <a:off x="3400444" y="460126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0" name="sensor 5, sample 20"/>
            <p:cNvSpPr/>
            <p:nvPr/>
          </p:nvSpPr>
          <p:spPr>
            <a:xfrm>
              <a:off x="4115023" y="308262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3" name="sensor 5, sample 3"/>
            <p:cNvSpPr/>
            <p:nvPr/>
          </p:nvSpPr>
          <p:spPr>
            <a:xfrm>
              <a:off x="4266964" y="2424391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6" name="sensor 5, sample 46"/>
            <p:cNvSpPr/>
            <p:nvPr/>
          </p:nvSpPr>
          <p:spPr>
            <a:xfrm>
              <a:off x="3744343" y="430864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9" name="sensor 5, sample 29"/>
            <p:cNvSpPr/>
            <p:nvPr/>
          </p:nvSpPr>
          <p:spPr>
            <a:xfrm>
              <a:off x="3933814" y="3510914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2" name="sensor 5, sample 12"/>
            <p:cNvSpPr/>
            <p:nvPr/>
          </p:nvSpPr>
          <p:spPr>
            <a:xfrm>
              <a:off x="4101860" y="2803257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8" name="sensor 5, sample 38"/>
            <p:cNvSpPr/>
            <p:nvPr/>
          </p:nvSpPr>
          <p:spPr>
            <a:xfrm>
              <a:off x="3737221" y="397547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1" name="sensor 5, sample 21"/>
            <p:cNvSpPr/>
            <p:nvPr/>
          </p:nvSpPr>
          <p:spPr>
            <a:xfrm>
              <a:off x="3923579" y="3212363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4" name="sensor 5, sample 4"/>
            <p:cNvSpPr/>
            <p:nvPr/>
          </p:nvSpPr>
          <p:spPr>
            <a:xfrm>
              <a:off x="4089160" y="253383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67" name="sensor 5, sample 47"/>
            <p:cNvSpPr/>
            <p:nvPr/>
          </p:nvSpPr>
          <p:spPr>
            <a:xfrm>
              <a:off x="3523305" y="4481251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0" name="sensor 5, sample 30"/>
            <p:cNvSpPr/>
            <p:nvPr/>
          </p:nvSpPr>
          <p:spPr>
            <a:xfrm>
              <a:off x="3730410" y="3655418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3" name="sensor 5, sample 13"/>
            <p:cNvSpPr/>
            <p:nvPr/>
          </p:nvSpPr>
          <p:spPr>
            <a:xfrm>
              <a:off x="3913684" y="292482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9" name="sensor 5, sample 39"/>
            <p:cNvSpPr/>
            <p:nvPr/>
          </p:nvSpPr>
          <p:spPr>
            <a:xfrm>
              <a:off x="3520528" y="4136897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2" name="sensor 5, sample 22"/>
            <p:cNvSpPr/>
            <p:nvPr/>
          </p:nvSpPr>
          <p:spPr>
            <a:xfrm>
              <a:off x="3723867" y="334767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5" name="sensor 5, sample 5"/>
            <p:cNvSpPr/>
            <p:nvPr/>
          </p:nvSpPr>
          <p:spPr>
            <a:xfrm>
              <a:off x="3904141" y="264772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4" name="sensor 5, sample 14"/>
            <p:cNvSpPr/>
            <p:nvPr/>
          </p:nvSpPr>
          <p:spPr>
            <a:xfrm>
              <a:off x="3717561" y="3051526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51" name="sensor 5, sample 31"/>
            <p:cNvSpPr/>
            <p:nvPr/>
          </p:nvSpPr>
          <p:spPr>
            <a:xfrm>
              <a:off x="3517888" y="3806400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6" name="sensor 5, sample 6"/>
            <p:cNvSpPr/>
            <p:nvPr/>
          </p:nvSpPr>
          <p:spPr>
            <a:xfrm>
              <a:off x="3711454" y="2766335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43" name="sensor 5, sample 23"/>
            <p:cNvSpPr/>
            <p:nvPr/>
          </p:nvSpPr>
          <p:spPr>
            <a:xfrm>
              <a:off x="3515375" y="3488923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35" name="sensor 5, sample 15"/>
            <p:cNvSpPr/>
            <p:nvPr/>
          </p:nvSpPr>
          <p:spPr>
            <a:xfrm>
              <a:off x="3512960" y="3183681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  <p:sp>
          <p:nvSpPr>
            <p:cNvPr id="427" name="sensor 5, sample 7"/>
            <p:cNvSpPr/>
            <p:nvPr/>
          </p:nvSpPr>
          <p:spPr>
            <a:xfrm>
              <a:off x="3510612" y="2889964"/>
              <a:ext cx="32918" cy="32918"/>
            </a:xfrm>
            <a:prstGeom prst="ellipse">
              <a:avLst/>
            </a:prstGeom>
            <a:solidFill>
              <a:srgbClr val="407DBA"/>
            </a:solidFill>
            <a:ln>
              <a:noFill/>
            </a:ln>
            <a:effectLst/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sured points only — transparent image; vector SVG supplied separately" descr="link6_obstacl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9" y="91440"/>
            <a:ext cx="547038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 6: reconstruction from recorded 8×8 proximity measurements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